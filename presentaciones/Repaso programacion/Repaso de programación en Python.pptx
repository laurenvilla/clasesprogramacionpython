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9" r:id="rId3"/>
    <p:sldId id="261" r:id="rId4"/>
    <p:sldId id="262" r:id="rId5"/>
    <p:sldId id="263" r:id="rId6"/>
    <p:sldId id="264" r:id="rId7"/>
    <p:sldId id="278" r:id="rId8"/>
    <p:sldId id="279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90" r:id="rId17"/>
    <p:sldId id="273" r:id="rId18"/>
    <p:sldId id="274" r:id="rId19"/>
    <p:sldId id="276" r:id="rId20"/>
    <p:sldId id="277" r:id="rId21"/>
    <p:sldId id="280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75" r:id="rId31"/>
  </p:sldIdLst>
  <p:sldSz cx="9144000" cy="5143500" type="screen16x9"/>
  <p:notesSz cx="6858000" cy="9144000"/>
  <p:embeddedFontLst>
    <p:embeddedFont>
      <p:font typeface="Dosis ExtraLight" pitchFamily="2" charset="0"/>
      <p:regular r:id="rId34"/>
      <p:bold r:id="rId35"/>
    </p:embeddedFont>
    <p:embeddedFont>
      <p:font typeface="Exo" panose="020B0604020202020204" charset="0"/>
      <p:regular r:id="rId36"/>
      <p:bold r:id="rId37"/>
      <p:italic r:id="rId38"/>
      <p:boldItalic r:id="rId39"/>
    </p:embeddedFont>
    <p:embeddedFont>
      <p:font typeface="Titillium Web Light" panose="00000400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0E170A-F32B-4AA0-B7D3-579B547EC37A}" v="27" dt="2023-03-31T02:54:28.200"/>
  </p1510:revLst>
</p1510:revInfo>
</file>

<file path=ppt/tableStyles.xml><?xml version="1.0" encoding="utf-8"?>
<a:tblStyleLst xmlns:a="http://schemas.openxmlformats.org/drawingml/2006/main" def="{0F24753E-8A85-4BEE-97E2-441CDA198357}">
  <a:tblStyle styleId="{0F24753E-8A85-4BEE-97E2-441CDA1983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787F38-7B79-44E3-ACA7-109338EB0D0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5" autoAdjust="0"/>
    <p:restoredTop sz="96652" autoAdjust="0"/>
  </p:normalViewPr>
  <p:slideViewPr>
    <p:cSldViewPr snapToGrid="0">
      <p:cViewPr varScale="1">
        <p:scale>
          <a:sx n="140" d="100"/>
          <a:sy n="140" d="100"/>
        </p:scale>
        <p:origin x="81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Fontove" userId="39bcb981d82c3800" providerId="LiveId" clId="{A80E170A-F32B-4AA0-B7D3-579B547EC37A}"/>
    <pc:docChg chg="undo custSel addSld delSld modSld sldOrd">
      <pc:chgData name="Fernando Fontove" userId="39bcb981d82c3800" providerId="LiveId" clId="{A80E170A-F32B-4AA0-B7D3-579B547EC37A}" dt="2023-03-31T02:54:43.414" v="1220" actId="1076"/>
      <pc:docMkLst>
        <pc:docMk/>
      </pc:docMkLst>
      <pc:sldChg chg="addSp delSp modSp mod ord">
        <pc:chgData name="Fernando Fontove" userId="39bcb981d82c3800" providerId="LiveId" clId="{A80E170A-F32B-4AA0-B7D3-579B547EC37A}" dt="2023-03-31T02:54:43.414" v="1220" actId="1076"/>
        <pc:sldMkLst>
          <pc:docMk/>
          <pc:sldMk cId="3896136659" sldId="273"/>
        </pc:sldMkLst>
        <pc:spChg chg="mod">
          <ac:chgData name="Fernando Fontove" userId="39bcb981d82c3800" providerId="LiveId" clId="{A80E170A-F32B-4AA0-B7D3-579B547EC37A}" dt="2023-03-31T02:52:56.791" v="1190" actId="20577"/>
          <ac:spMkLst>
            <pc:docMk/>
            <pc:sldMk cId="3896136659" sldId="273"/>
            <ac:spMk id="2" creationId="{1EBF958D-0880-48E3-4E07-8056076CA10E}"/>
          </ac:spMkLst>
        </pc:spChg>
        <pc:spChg chg="del mod">
          <ac:chgData name="Fernando Fontove" userId="39bcb981d82c3800" providerId="LiveId" clId="{A80E170A-F32B-4AA0-B7D3-579B547EC37A}" dt="2023-03-31T02:52:51.993" v="1178" actId="478"/>
          <ac:spMkLst>
            <pc:docMk/>
            <pc:sldMk cId="3896136659" sldId="273"/>
            <ac:spMk id="3" creationId="{0301BCA0-95B3-FA68-2428-836C5E8D1A91}"/>
          </ac:spMkLst>
        </pc:spChg>
        <pc:spChg chg="mod">
          <ac:chgData name="Fernando Fontove" userId="39bcb981d82c3800" providerId="LiveId" clId="{A80E170A-F32B-4AA0-B7D3-579B547EC37A}" dt="2023-03-31T02:53:18.873" v="1208" actId="1076"/>
          <ac:spMkLst>
            <pc:docMk/>
            <pc:sldMk cId="3896136659" sldId="273"/>
            <ac:spMk id="4" creationId="{8AA4FB10-8229-F133-C8FD-7F16D8984794}"/>
          </ac:spMkLst>
        </pc:spChg>
        <pc:spChg chg="add mod">
          <ac:chgData name="Fernando Fontove" userId="39bcb981d82c3800" providerId="LiveId" clId="{A80E170A-F32B-4AA0-B7D3-579B547EC37A}" dt="2023-03-31T02:53:25.306" v="1209" actId="1076"/>
          <ac:spMkLst>
            <pc:docMk/>
            <pc:sldMk cId="3896136659" sldId="273"/>
            <ac:spMk id="5" creationId="{CD046A91-312F-CED4-9E3D-6A43E7EF86BE}"/>
          </ac:spMkLst>
        </pc:spChg>
        <pc:spChg chg="add del">
          <ac:chgData name="Fernando Fontove" userId="39bcb981d82c3800" providerId="LiveId" clId="{A80E170A-F32B-4AA0-B7D3-579B547EC37A}" dt="2023-03-31T02:44:34.477" v="1005" actId="22"/>
          <ac:spMkLst>
            <pc:docMk/>
            <pc:sldMk cId="3896136659" sldId="273"/>
            <ac:spMk id="8" creationId="{9F8708E5-EF19-BABC-F454-51F1C0A35698}"/>
          </ac:spMkLst>
        </pc:spChg>
        <pc:spChg chg="add del mod">
          <ac:chgData name="Fernando Fontove" userId="39bcb981d82c3800" providerId="LiveId" clId="{A80E170A-F32B-4AA0-B7D3-579B547EC37A}" dt="2023-03-31T02:45:04.133" v="1014"/>
          <ac:spMkLst>
            <pc:docMk/>
            <pc:sldMk cId="3896136659" sldId="273"/>
            <ac:spMk id="9" creationId="{F310AC00-E82A-72F8-41BA-E873C18F8C7F}"/>
          </ac:spMkLst>
        </pc:spChg>
        <pc:spChg chg="add mod">
          <ac:chgData name="Fernando Fontove" userId="39bcb981d82c3800" providerId="LiveId" clId="{A80E170A-F32B-4AA0-B7D3-579B547EC37A}" dt="2023-03-31T02:54:34.076" v="1216" actId="6549"/>
          <ac:spMkLst>
            <pc:docMk/>
            <pc:sldMk cId="3896136659" sldId="273"/>
            <ac:spMk id="10" creationId="{0B7A2FEE-5F3D-BFF9-7EBD-FE8E226524A6}"/>
          </ac:spMkLst>
        </pc:spChg>
        <pc:spChg chg="add mod">
          <ac:chgData name="Fernando Fontove" userId="39bcb981d82c3800" providerId="LiveId" clId="{A80E170A-F32B-4AA0-B7D3-579B547EC37A}" dt="2023-03-31T02:53:25.306" v="1209" actId="1076"/>
          <ac:spMkLst>
            <pc:docMk/>
            <pc:sldMk cId="3896136659" sldId="273"/>
            <ac:spMk id="11" creationId="{49F75844-94D5-5C98-7784-C81459CB1EEB}"/>
          </ac:spMkLst>
        </pc:spChg>
        <pc:spChg chg="add mod">
          <ac:chgData name="Fernando Fontove" userId="39bcb981d82c3800" providerId="LiveId" clId="{A80E170A-F32B-4AA0-B7D3-579B547EC37A}" dt="2023-03-31T02:53:25.306" v="1209" actId="1076"/>
          <ac:spMkLst>
            <pc:docMk/>
            <pc:sldMk cId="3896136659" sldId="273"/>
            <ac:spMk id="26" creationId="{D45958C6-BA6D-4E5D-4B35-C99051BEE077}"/>
          </ac:spMkLst>
        </pc:spChg>
        <pc:spChg chg="add mod">
          <ac:chgData name="Fernando Fontove" userId="39bcb981d82c3800" providerId="LiveId" clId="{A80E170A-F32B-4AA0-B7D3-579B547EC37A}" dt="2023-03-31T02:53:25.306" v="1209" actId="1076"/>
          <ac:spMkLst>
            <pc:docMk/>
            <pc:sldMk cId="3896136659" sldId="273"/>
            <ac:spMk id="27" creationId="{B7433A0A-831C-1515-7D33-99A580D5D275}"/>
          </ac:spMkLst>
        </pc:spChg>
        <pc:spChg chg="add mod">
          <ac:chgData name="Fernando Fontove" userId="39bcb981d82c3800" providerId="LiveId" clId="{A80E170A-F32B-4AA0-B7D3-579B547EC37A}" dt="2023-03-31T02:53:25.306" v="1209" actId="1076"/>
          <ac:spMkLst>
            <pc:docMk/>
            <pc:sldMk cId="3896136659" sldId="273"/>
            <ac:spMk id="28" creationId="{4D9CC0E1-65F6-5377-CD2A-044DE54CBAFC}"/>
          </ac:spMkLst>
        </pc:spChg>
        <pc:spChg chg="add mod">
          <ac:chgData name="Fernando Fontove" userId="39bcb981d82c3800" providerId="LiveId" clId="{A80E170A-F32B-4AA0-B7D3-579B547EC37A}" dt="2023-03-31T02:53:25.306" v="1209" actId="1076"/>
          <ac:spMkLst>
            <pc:docMk/>
            <pc:sldMk cId="3896136659" sldId="273"/>
            <ac:spMk id="29" creationId="{3C008C34-CAE7-F199-4A1D-2C9CDBAAB859}"/>
          </ac:spMkLst>
        </pc:spChg>
        <pc:spChg chg="add mod">
          <ac:chgData name="Fernando Fontove" userId="39bcb981d82c3800" providerId="LiveId" clId="{A80E170A-F32B-4AA0-B7D3-579B547EC37A}" dt="2023-03-31T02:49:52.831" v="1117" actId="571"/>
          <ac:spMkLst>
            <pc:docMk/>
            <pc:sldMk cId="3896136659" sldId="273"/>
            <ac:spMk id="30" creationId="{DC679177-7833-7B48-AA21-F78E70FB7765}"/>
          </ac:spMkLst>
        </pc:spChg>
        <pc:spChg chg="add mod">
          <ac:chgData name="Fernando Fontove" userId="39bcb981d82c3800" providerId="LiveId" clId="{A80E170A-F32B-4AA0-B7D3-579B547EC37A}" dt="2023-03-31T02:53:25.306" v="1209" actId="1076"/>
          <ac:spMkLst>
            <pc:docMk/>
            <pc:sldMk cId="3896136659" sldId="273"/>
            <ac:spMk id="31" creationId="{2793E3FA-33FB-ABD1-A73B-6128242B76BE}"/>
          </ac:spMkLst>
        </pc:spChg>
        <pc:spChg chg="add del mod">
          <ac:chgData name="Fernando Fontove" userId="39bcb981d82c3800" providerId="LiveId" clId="{A80E170A-F32B-4AA0-B7D3-579B547EC37A}" dt="2023-03-31T02:52:59.918" v="1191" actId="478"/>
          <ac:spMkLst>
            <pc:docMk/>
            <pc:sldMk cId="3896136659" sldId="273"/>
            <ac:spMk id="34" creationId="{BB52E4A5-1E20-0CE0-2E1C-6FB38766DA98}"/>
          </ac:spMkLst>
        </pc:spChg>
        <pc:spChg chg="add mod">
          <ac:chgData name="Fernando Fontove" userId="39bcb981d82c3800" providerId="LiveId" clId="{A80E170A-F32B-4AA0-B7D3-579B547EC37A}" dt="2023-03-31T02:54:43.414" v="1220" actId="1076"/>
          <ac:spMkLst>
            <pc:docMk/>
            <pc:sldMk cId="3896136659" sldId="273"/>
            <ac:spMk id="36" creationId="{05307F0A-DC98-76AD-4136-7EA73EC8B818}"/>
          </ac:spMkLst>
        </pc:spChg>
        <pc:picChg chg="del mod">
          <ac:chgData name="Fernando Fontove" userId="39bcb981d82c3800" providerId="LiveId" clId="{A80E170A-F32B-4AA0-B7D3-579B547EC37A}" dt="2023-03-31T02:46:53.415" v="1067" actId="478"/>
          <ac:picMkLst>
            <pc:docMk/>
            <pc:sldMk cId="3896136659" sldId="273"/>
            <ac:picMk id="6" creationId="{0855210B-AF69-77E3-8109-37DA9E036EFB}"/>
          </ac:picMkLst>
        </pc:picChg>
        <pc:picChg chg="add del mod modCrop">
          <ac:chgData name="Fernando Fontove" userId="39bcb981d82c3800" providerId="LiveId" clId="{A80E170A-F32B-4AA0-B7D3-579B547EC37A}" dt="2023-03-31T02:47:36.049" v="1077" actId="478"/>
          <ac:picMkLst>
            <pc:docMk/>
            <pc:sldMk cId="3896136659" sldId="273"/>
            <ac:picMk id="13" creationId="{B0221C87-70B5-C08A-7DDF-C1D4D23AE49D}"/>
          </ac:picMkLst>
        </pc:picChg>
        <pc:picChg chg="add mod modCrop">
          <ac:chgData name="Fernando Fontove" userId="39bcb981d82c3800" providerId="LiveId" clId="{A80E170A-F32B-4AA0-B7D3-579B547EC37A}" dt="2023-03-31T02:54:17.973" v="1213" actId="732"/>
          <ac:picMkLst>
            <pc:docMk/>
            <pc:sldMk cId="3896136659" sldId="273"/>
            <ac:picMk id="15" creationId="{302A18E1-80E4-E4B8-D67A-0C67E33D8960}"/>
          </ac:picMkLst>
        </pc:picChg>
        <pc:cxnChg chg="add mod">
          <ac:chgData name="Fernando Fontove" userId="39bcb981d82c3800" providerId="LiveId" clId="{A80E170A-F32B-4AA0-B7D3-579B547EC37A}" dt="2023-03-31T02:53:25.306" v="1209" actId="1076"/>
          <ac:cxnSpMkLst>
            <pc:docMk/>
            <pc:sldMk cId="3896136659" sldId="273"/>
            <ac:cxnSpMk id="17" creationId="{622B7DA2-DC33-06B9-1473-7F3A97508613}"/>
          </ac:cxnSpMkLst>
        </pc:cxnChg>
        <pc:cxnChg chg="add mod">
          <ac:chgData name="Fernando Fontove" userId="39bcb981d82c3800" providerId="LiveId" clId="{A80E170A-F32B-4AA0-B7D3-579B547EC37A}" dt="2023-03-31T02:54:00.884" v="1211" actId="14100"/>
          <ac:cxnSpMkLst>
            <pc:docMk/>
            <pc:sldMk cId="3896136659" sldId="273"/>
            <ac:cxnSpMk id="18" creationId="{F57FB446-DFAF-64A9-7162-142EC6045702}"/>
          </ac:cxnSpMkLst>
        </pc:cxnChg>
        <pc:cxnChg chg="add mod">
          <ac:chgData name="Fernando Fontove" userId="39bcb981d82c3800" providerId="LiveId" clId="{A80E170A-F32B-4AA0-B7D3-579B547EC37A}" dt="2023-03-31T02:53:25.306" v="1209" actId="1076"/>
          <ac:cxnSpMkLst>
            <pc:docMk/>
            <pc:sldMk cId="3896136659" sldId="273"/>
            <ac:cxnSpMk id="20" creationId="{58FCD9A4-1666-22BC-073D-0DD529144D91}"/>
          </ac:cxnSpMkLst>
        </pc:cxnChg>
        <pc:cxnChg chg="add mod">
          <ac:chgData name="Fernando Fontove" userId="39bcb981d82c3800" providerId="LiveId" clId="{A80E170A-F32B-4AA0-B7D3-579B547EC37A}" dt="2023-03-31T02:53:25.306" v="1209" actId="1076"/>
          <ac:cxnSpMkLst>
            <pc:docMk/>
            <pc:sldMk cId="3896136659" sldId="273"/>
            <ac:cxnSpMk id="22" creationId="{23E232B8-EA72-50BD-184D-EAF5A387C85D}"/>
          </ac:cxnSpMkLst>
        </pc:cxnChg>
        <pc:cxnChg chg="add mod">
          <ac:chgData name="Fernando Fontove" userId="39bcb981d82c3800" providerId="LiveId" clId="{A80E170A-F32B-4AA0-B7D3-579B547EC37A}" dt="2023-03-31T02:53:25.306" v="1209" actId="1076"/>
          <ac:cxnSpMkLst>
            <pc:docMk/>
            <pc:sldMk cId="3896136659" sldId="273"/>
            <ac:cxnSpMk id="24" creationId="{68341732-561E-D368-AF4F-02B85FA28D08}"/>
          </ac:cxnSpMkLst>
        </pc:cxnChg>
      </pc:sldChg>
      <pc:sldChg chg="modSp mod">
        <pc:chgData name="Fernando Fontove" userId="39bcb981d82c3800" providerId="LiveId" clId="{A80E170A-F32B-4AA0-B7D3-579B547EC37A}" dt="2023-03-31T02:53:08.143" v="1205" actId="20577"/>
        <pc:sldMkLst>
          <pc:docMk/>
          <pc:sldMk cId="2539848081" sldId="274"/>
        </pc:sldMkLst>
        <pc:spChg chg="mod">
          <ac:chgData name="Fernando Fontove" userId="39bcb981d82c3800" providerId="LiveId" clId="{A80E170A-F32B-4AA0-B7D3-579B547EC37A}" dt="2023-03-31T02:53:08.143" v="1205" actId="20577"/>
          <ac:spMkLst>
            <pc:docMk/>
            <pc:sldMk cId="2539848081" sldId="274"/>
            <ac:spMk id="2" creationId="{1EBF958D-0880-48E3-4E07-8056076CA10E}"/>
          </ac:spMkLst>
        </pc:spChg>
      </pc:sldChg>
      <pc:sldChg chg="addSp modSp add mod">
        <pc:chgData name="Fernando Fontove" userId="39bcb981d82c3800" providerId="LiveId" clId="{A80E170A-F32B-4AA0-B7D3-579B547EC37A}" dt="2023-03-29T05:52:57.673" v="959" actId="1076"/>
        <pc:sldMkLst>
          <pc:docMk/>
          <pc:sldMk cId="764620496" sldId="275"/>
        </pc:sldMkLst>
        <pc:spChg chg="mod">
          <ac:chgData name="Fernando Fontove" userId="39bcb981d82c3800" providerId="LiveId" clId="{A80E170A-F32B-4AA0-B7D3-579B547EC37A}" dt="2023-03-29T05:52:50.991" v="958" actId="14100"/>
          <ac:spMkLst>
            <pc:docMk/>
            <pc:sldMk cId="764620496" sldId="275"/>
            <ac:spMk id="3" creationId="{0AA30E46-0106-1C85-49BA-C0A3559509BB}"/>
          </ac:spMkLst>
        </pc:spChg>
        <pc:picChg chg="add mod">
          <ac:chgData name="Fernando Fontove" userId="39bcb981d82c3800" providerId="LiveId" clId="{A80E170A-F32B-4AA0-B7D3-579B547EC37A}" dt="2023-03-29T05:52:57.673" v="959" actId="1076"/>
          <ac:picMkLst>
            <pc:docMk/>
            <pc:sldMk cId="764620496" sldId="275"/>
            <ac:picMk id="6" creationId="{CF38CB61-1943-7397-039D-ED307EF5010E}"/>
          </ac:picMkLst>
        </pc:picChg>
      </pc:sldChg>
      <pc:sldChg chg="del">
        <pc:chgData name="Fernando Fontove" userId="39bcb981d82c3800" providerId="LiveId" clId="{A80E170A-F32B-4AA0-B7D3-579B547EC37A}" dt="2023-03-29T05:51:38.938" v="930" actId="2696"/>
        <pc:sldMkLst>
          <pc:docMk/>
          <pc:sldMk cId="1105500427" sldId="275"/>
        </pc:sldMkLst>
      </pc:sldChg>
      <pc:sldChg chg="modSp mod">
        <pc:chgData name="Fernando Fontove" userId="39bcb981d82c3800" providerId="LiveId" clId="{A80E170A-F32B-4AA0-B7D3-579B547EC37A}" dt="2023-03-31T02:53:11.602" v="1206" actId="20577"/>
        <pc:sldMkLst>
          <pc:docMk/>
          <pc:sldMk cId="1910665304" sldId="276"/>
        </pc:sldMkLst>
        <pc:spChg chg="mod">
          <ac:chgData name="Fernando Fontove" userId="39bcb981d82c3800" providerId="LiveId" clId="{A80E170A-F32B-4AA0-B7D3-579B547EC37A}" dt="2023-03-31T02:53:11.602" v="1206" actId="20577"/>
          <ac:spMkLst>
            <pc:docMk/>
            <pc:sldMk cId="1910665304" sldId="276"/>
            <ac:spMk id="2" creationId="{1EBF958D-0880-48E3-4E07-8056076CA10E}"/>
          </ac:spMkLst>
        </pc:spChg>
      </pc:sldChg>
      <pc:sldChg chg="modNotesTx">
        <pc:chgData name="Fernando Fontove" userId="39bcb981d82c3800" providerId="LiveId" clId="{A80E170A-F32B-4AA0-B7D3-579B547EC37A}" dt="2023-03-30T18:41:58.522" v="965" actId="6549"/>
        <pc:sldMkLst>
          <pc:docMk/>
          <pc:sldMk cId="4034621698" sldId="278"/>
        </pc:sldMkLst>
      </pc:sldChg>
      <pc:sldChg chg="modNotesTx">
        <pc:chgData name="Fernando Fontove" userId="39bcb981d82c3800" providerId="LiveId" clId="{A80E170A-F32B-4AA0-B7D3-579B547EC37A}" dt="2023-03-30T18:35:19.680" v="960" actId="6549"/>
        <pc:sldMkLst>
          <pc:docMk/>
          <pc:sldMk cId="3317201792" sldId="279"/>
        </pc:sldMkLst>
      </pc:sldChg>
      <pc:sldChg chg="addSp delSp modSp new mod">
        <pc:chgData name="Fernando Fontove" userId="39bcb981d82c3800" providerId="LiveId" clId="{A80E170A-F32B-4AA0-B7D3-579B547EC37A}" dt="2023-03-31T02:43:26.664" v="973" actId="20577"/>
        <pc:sldMkLst>
          <pc:docMk/>
          <pc:sldMk cId="2514365593" sldId="280"/>
        </pc:sldMkLst>
        <pc:spChg chg="mod">
          <ac:chgData name="Fernando Fontove" userId="39bcb981d82c3800" providerId="LiveId" clId="{A80E170A-F32B-4AA0-B7D3-579B547EC37A}" dt="2023-03-29T03:28:03.596" v="24" actId="20577"/>
          <ac:spMkLst>
            <pc:docMk/>
            <pc:sldMk cId="2514365593" sldId="280"/>
            <ac:spMk id="2" creationId="{815F51D5-183B-6234-7F5E-5A63666D64A3}"/>
          </ac:spMkLst>
        </pc:spChg>
        <pc:spChg chg="mod">
          <ac:chgData name="Fernando Fontove" userId="39bcb981d82c3800" providerId="LiveId" clId="{A80E170A-F32B-4AA0-B7D3-579B547EC37A}" dt="2023-03-31T02:43:26.664" v="973" actId="20577"/>
          <ac:spMkLst>
            <pc:docMk/>
            <pc:sldMk cId="2514365593" sldId="280"/>
            <ac:spMk id="3" creationId="{4A4CBDB1-C0D4-9ED0-6AB2-72ECA3A40972}"/>
          </ac:spMkLst>
        </pc:spChg>
        <pc:picChg chg="add mod">
          <ac:chgData name="Fernando Fontove" userId="39bcb981d82c3800" providerId="LiveId" clId="{A80E170A-F32B-4AA0-B7D3-579B547EC37A}" dt="2023-03-29T03:58:15.078" v="85" actId="1076"/>
          <ac:picMkLst>
            <pc:docMk/>
            <pc:sldMk cId="2514365593" sldId="280"/>
            <ac:picMk id="6" creationId="{9CA37DDE-190B-0AE8-0B72-AFAB2F9B5961}"/>
          </ac:picMkLst>
        </pc:picChg>
        <pc:picChg chg="add del">
          <ac:chgData name="Fernando Fontove" userId="39bcb981d82c3800" providerId="LiveId" clId="{A80E170A-F32B-4AA0-B7D3-579B547EC37A}" dt="2023-03-29T04:11:00.499" v="87" actId="22"/>
          <ac:picMkLst>
            <pc:docMk/>
            <pc:sldMk cId="2514365593" sldId="280"/>
            <ac:picMk id="8" creationId="{07F65E01-2431-3FE4-84FA-ED087ADC23DF}"/>
          </ac:picMkLst>
        </pc:picChg>
      </pc:sldChg>
      <pc:sldChg chg="add del">
        <pc:chgData name="Fernando Fontove" userId="39bcb981d82c3800" providerId="LiveId" clId="{A80E170A-F32B-4AA0-B7D3-579B547EC37A}" dt="2023-03-30T18:37:47.527" v="961" actId="2696"/>
        <pc:sldMkLst>
          <pc:docMk/>
          <pc:sldMk cId="372913989" sldId="281"/>
        </pc:sldMkLst>
      </pc:sldChg>
      <pc:sldChg chg="addSp delSp modSp add mod">
        <pc:chgData name="Fernando Fontove" userId="39bcb981d82c3800" providerId="LiveId" clId="{A80E170A-F32B-4AA0-B7D3-579B547EC37A}" dt="2023-03-30T18:38:08.362" v="964" actId="1076"/>
        <pc:sldMkLst>
          <pc:docMk/>
          <pc:sldMk cId="2884389546" sldId="282"/>
        </pc:sldMkLst>
        <pc:spChg chg="mod">
          <ac:chgData name="Fernando Fontove" userId="39bcb981d82c3800" providerId="LiveId" clId="{A80E170A-F32B-4AA0-B7D3-579B547EC37A}" dt="2023-03-29T04:11:23.476" v="133" actId="20577"/>
          <ac:spMkLst>
            <pc:docMk/>
            <pc:sldMk cId="2884389546" sldId="282"/>
            <ac:spMk id="2" creationId="{815F51D5-183B-6234-7F5E-5A63666D64A3}"/>
          </ac:spMkLst>
        </pc:spChg>
        <pc:picChg chg="add mod">
          <ac:chgData name="Fernando Fontove" userId="39bcb981d82c3800" providerId="LiveId" clId="{A80E170A-F32B-4AA0-B7D3-579B547EC37A}" dt="2023-03-30T18:38:08.362" v="964" actId="1076"/>
          <ac:picMkLst>
            <pc:docMk/>
            <pc:sldMk cId="2884389546" sldId="282"/>
            <ac:picMk id="5" creationId="{DB188306-D476-F32A-BB39-F0BE13119DDC}"/>
          </ac:picMkLst>
        </pc:picChg>
        <pc:picChg chg="del mod">
          <ac:chgData name="Fernando Fontove" userId="39bcb981d82c3800" providerId="LiveId" clId="{A80E170A-F32B-4AA0-B7D3-579B547EC37A}" dt="2023-03-29T04:12:33.300" v="135" actId="478"/>
          <ac:picMkLst>
            <pc:docMk/>
            <pc:sldMk cId="2884389546" sldId="282"/>
            <ac:picMk id="6" creationId="{9CA37DDE-190B-0AE8-0B72-AFAB2F9B5961}"/>
          </ac:picMkLst>
        </pc:picChg>
        <pc:picChg chg="add mod">
          <ac:chgData name="Fernando Fontove" userId="39bcb981d82c3800" providerId="LiveId" clId="{A80E170A-F32B-4AA0-B7D3-579B547EC37A}" dt="2023-03-30T18:38:02.875" v="962" actId="1076"/>
          <ac:picMkLst>
            <pc:docMk/>
            <pc:sldMk cId="2884389546" sldId="282"/>
            <ac:picMk id="7" creationId="{82859316-C750-EE7C-4806-39FE3FCD41EC}"/>
          </ac:picMkLst>
        </pc:picChg>
      </pc:sldChg>
      <pc:sldChg chg="modSp add mod">
        <pc:chgData name="Fernando Fontove" userId="39bcb981d82c3800" providerId="LiveId" clId="{A80E170A-F32B-4AA0-B7D3-579B547EC37A}" dt="2023-03-29T04:13:43.996" v="194" actId="20577"/>
        <pc:sldMkLst>
          <pc:docMk/>
          <pc:sldMk cId="4143556074" sldId="283"/>
        </pc:sldMkLst>
        <pc:spChg chg="mod">
          <ac:chgData name="Fernando Fontove" userId="39bcb981d82c3800" providerId="LiveId" clId="{A80E170A-F32B-4AA0-B7D3-579B547EC37A}" dt="2023-03-29T04:13:43.996" v="194" actId="20577"/>
          <ac:spMkLst>
            <pc:docMk/>
            <pc:sldMk cId="4143556074" sldId="283"/>
            <ac:spMk id="3858" creationId="{00000000-0000-0000-0000-000000000000}"/>
          </ac:spMkLst>
        </pc:spChg>
      </pc:sldChg>
      <pc:sldChg chg="new del">
        <pc:chgData name="Fernando Fontove" userId="39bcb981d82c3800" providerId="LiveId" clId="{A80E170A-F32B-4AA0-B7D3-579B547EC37A}" dt="2023-03-29T04:13:53.201" v="196" actId="680"/>
        <pc:sldMkLst>
          <pc:docMk/>
          <pc:sldMk cId="3716769993" sldId="284"/>
        </pc:sldMkLst>
      </pc:sldChg>
      <pc:sldChg chg="addSp delSp modSp add mod">
        <pc:chgData name="Fernando Fontove" userId="39bcb981d82c3800" providerId="LiveId" clId="{A80E170A-F32B-4AA0-B7D3-579B547EC37A}" dt="2023-03-29T04:51:29.754" v="525" actId="790"/>
        <pc:sldMkLst>
          <pc:docMk/>
          <pc:sldMk cId="4151327584" sldId="284"/>
        </pc:sldMkLst>
        <pc:spChg chg="mod">
          <ac:chgData name="Fernando Fontove" userId="39bcb981d82c3800" providerId="LiveId" clId="{A80E170A-F32B-4AA0-B7D3-579B547EC37A}" dt="2023-03-29T04:15:02.789" v="213" actId="20577"/>
          <ac:spMkLst>
            <pc:docMk/>
            <pc:sldMk cId="4151327584" sldId="284"/>
            <ac:spMk id="2" creationId="{815F51D5-183B-6234-7F5E-5A63666D64A3}"/>
          </ac:spMkLst>
        </pc:spChg>
        <pc:spChg chg="mod">
          <ac:chgData name="Fernando Fontove" userId="39bcb981d82c3800" providerId="LiveId" clId="{A80E170A-F32B-4AA0-B7D3-579B547EC37A}" dt="2023-03-29T04:51:25.953" v="524" actId="790"/>
          <ac:spMkLst>
            <pc:docMk/>
            <pc:sldMk cId="4151327584" sldId="284"/>
            <ac:spMk id="3" creationId="{4A4CBDB1-C0D4-9ED0-6AB2-72ECA3A40972}"/>
          </ac:spMkLst>
        </pc:spChg>
        <pc:spChg chg="add mod">
          <ac:chgData name="Fernando Fontove" userId="39bcb981d82c3800" providerId="LiveId" clId="{A80E170A-F32B-4AA0-B7D3-579B547EC37A}" dt="2023-03-29T04:51:29.754" v="525" actId="790"/>
          <ac:spMkLst>
            <pc:docMk/>
            <pc:sldMk cId="4151327584" sldId="284"/>
            <ac:spMk id="15" creationId="{A2170189-6C60-AD86-B97A-A9444E0484EB}"/>
          </ac:spMkLst>
        </pc:spChg>
        <pc:picChg chg="add del">
          <ac:chgData name="Fernando Fontove" userId="39bcb981d82c3800" providerId="LiveId" clId="{A80E170A-F32B-4AA0-B7D3-579B547EC37A}" dt="2023-03-29T04:17:31.612" v="216" actId="22"/>
          <ac:picMkLst>
            <pc:docMk/>
            <pc:sldMk cId="4151327584" sldId="284"/>
            <ac:picMk id="6" creationId="{E4A9DAA7-62B0-55EE-FEE4-85A1632304D4}"/>
          </ac:picMkLst>
        </pc:picChg>
        <pc:picChg chg="del">
          <ac:chgData name="Fernando Fontove" userId="39bcb981d82c3800" providerId="LiveId" clId="{A80E170A-F32B-4AA0-B7D3-579B547EC37A}" dt="2023-03-29T04:13:58.949" v="198" actId="478"/>
          <ac:picMkLst>
            <pc:docMk/>
            <pc:sldMk cId="4151327584" sldId="284"/>
            <ac:picMk id="7" creationId="{82859316-C750-EE7C-4806-39FE3FCD41EC}"/>
          </ac:picMkLst>
        </pc:picChg>
        <pc:picChg chg="add del mod modCrop">
          <ac:chgData name="Fernando Fontove" userId="39bcb981d82c3800" providerId="LiveId" clId="{A80E170A-F32B-4AA0-B7D3-579B547EC37A}" dt="2023-03-29T04:18:19.380" v="222" actId="478"/>
          <ac:picMkLst>
            <pc:docMk/>
            <pc:sldMk cId="4151327584" sldId="284"/>
            <ac:picMk id="9" creationId="{21916E4D-06B7-FF76-C746-8A1705A844ED}"/>
          </ac:picMkLst>
        </pc:picChg>
        <pc:picChg chg="add mod modCrop">
          <ac:chgData name="Fernando Fontove" userId="39bcb981d82c3800" providerId="LiveId" clId="{A80E170A-F32B-4AA0-B7D3-579B547EC37A}" dt="2023-03-29T04:22:50.911" v="242" actId="1076"/>
          <ac:picMkLst>
            <pc:docMk/>
            <pc:sldMk cId="4151327584" sldId="284"/>
            <ac:picMk id="11" creationId="{444B2A9C-B3D9-6616-24B5-8853238D0FD8}"/>
          </ac:picMkLst>
        </pc:picChg>
        <pc:cxnChg chg="add mod">
          <ac:chgData name="Fernando Fontove" userId="39bcb981d82c3800" providerId="LiveId" clId="{A80E170A-F32B-4AA0-B7D3-579B547EC37A}" dt="2023-03-29T04:23:04.622" v="245" actId="14100"/>
          <ac:cxnSpMkLst>
            <pc:docMk/>
            <pc:sldMk cId="4151327584" sldId="284"/>
            <ac:cxnSpMk id="13" creationId="{9B1BC4D9-A343-C242-DD7C-F191965268BE}"/>
          </ac:cxnSpMkLst>
        </pc:cxnChg>
        <pc:cxnChg chg="add mod">
          <ac:chgData name="Fernando Fontove" userId="39bcb981d82c3800" providerId="LiveId" clId="{A80E170A-F32B-4AA0-B7D3-579B547EC37A}" dt="2023-03-29T04:23:17.433" v="260" actId="571"/>
          <ac:cxnSpMkLst>
            <pc:docMk/>
            <pc:sldMk cId="4151327584" sldId="284"/>
            <ac:cxnSpMk id="16" creationId="{2D60E77E-133F-017C-2A0E-BD393BD8123B}"/>
          </ac:cxnSpMkLst>
        </pc:cxnChg>
      </pc:sldChg>
      <pc:sldChg chg="addSp modSp new mod">
        <pc:chgData name="Fernando Fontove" userId="39bcb981d82c3800" providerId="LiveId" clId="{A80E170A-F32B-4AA0-B7D3-579B547EC37A}" dt="2023-03-29T04:51:47.411" v="527" actId="790"/>
        <pc:sldMkLst>
          <pc:docMk/>
          <pc:sldMk cId="2308521898" sldId="285"/>
        </pc:sldMkLst>
        <pc:spChg chg="mod">
          <ac:chgData name="Fernando Fontove" userId="39bcb981d82c3800" providerId="LiveId" clId="{A80E170A-F32B-4AA0-B7D3-579B547EC37A}" dt="2023-03-29T04:51:40.037" v="526" actId="790"/>
          <ac:spMkLst>
            <pc:docMk/>
            <pc:sldMk cId="2308521898" sldId="285"/>
            <ac:spMk id="2" creationId="{90B461BE-70EF-2B27-D4A7-9E30B966421A}"/>
          </ac:spMkLst>
        </pc:spChg>
        <pc:spChg chg="mod">
          <ac:chgData name="Fernando Fontove" userId="39bcb981d82c3800" providerId="LiveId" clId="{A80E170A-F32B-4AA0-B7D3-579B547EC37A}" dt="2023-03-29T04:51:47.411" v="527" actId="790"/>
          <ac:spMkLst>
            <pc:docMk/>
            <pc:sldMk cId="2308521898" sldId="285"/>
            <ac:spMk id="3" creationId="{6557E200-B162-6495-0688-FFD2F4B2CC99}"/>
          </ac:spMkLst>
        </pc:spChg>
        <pc:picChg chg="add mod modCrop">
          <ac:chgData name="Fernando Fontove" userId="39bcb981d82c3800" providerId="LiveId" clId="{A80E170A-F32B-4AA0-B7D3-579B547EC37A}" dt="2023-03-29T04:50:37.677" v="471" actId="1076"/>
          <ac:picMkLst>
            <pc:docMk/>
            <pc:sldMk cId="2308521898" sldId="285"/>
            <ac:picMk id="6" creationId="{8F4543E4-6A35-88A5-5487-C0DF1FFB67A9}"/>
          </ac:picMkLst>
        </pc:picChg>
      </pc:sldChg>
      <pc:sldChg chg="modSp new del mod">
        <pc:chgData name="Fernando Fontove" userId="39bcb981d82c3800" providerId="LiveId" clId="{A80E170A-F32B-4AA0-B7D3-579B547EC37A}" dt="2023-03-29T04:51:15.574" v="521" actId="680"/>
        <pc:sldMkLst>
          <pc:docMk/>
          <pc:sldMk cId="117990094" sldId="286"/>
        </pc:sldMkLst>
        <pc:spChg chg="mod">
          <ac:chgData name="Fernando Fontove" userId="39bcb981d82c3800" providerId="LiveId" clId="{A80E170A-F32B-4AA0-B7D3-579B547EC37A}" dt="2023-03-29T04:51:15.150" v="520" actId="20577"/>
          <ac:spMkLst>
            <pc:docMk/>
            <pc:sldMk cId="117990094" sldId="286"/>
            <ac:spMk id="2" creationId="{1F31EC70-2F34-982E-1C0D-D373C65E879E}"/>
          </ac:spMkLst>
        </pc:spChg>
      </pc:sldChg>
      <pc:sldChg chg="addSp delSp modSp add mod">
        <pc:chgData name="Fernando Fontove" userId="39bcb981d82c3800" providerId="LiveId" clId="{A80E170A-F32B-4AA0-B7D3-579B547EC37A}" dt="2023-03-29T05:42:46.749" v="645" actId="1076"/>
        <pc:sldMkLst>
          <pc:docMk/>
          <pc:sldMk cId="3184924712" sldId="286"/>
        </pc:sldMkLst>
        <pc:spChg chg="mod">
          <ac:chgData name="Fernando Fontove" userId="39bcb981d82c3800" providerId="LiveId" clId="{A80E170A-F32B-4AA0-B7D3-579B547EC37A}" dt="2023-03-29T05:42:46.749" v="645" actId="1076"/>
          <ac:spMkLst>
            <pc:docMk/>
            <pc:sldMk cId="3184924712" sldId="286"/>
            <ac:spMk id="2" creationId="{90B461BE-70EF-2B27-D4A7-9E30B966421A}"/>
          </ac:spMkLst>
        </pc:spChg>
        <pc:spChg chg="del">
          <ac:chgData name="Fernando Fontove" userId="39bcb981d82c3800" providerId="LiveId" clId="{A80E170A-F32B-4AA0-B7D3-579B547EC37A}" dt="2023-03-29T05:37:06.495" v="581" actId="478"/>
          <ac:spMkLst>
            <pc:docMk/>
            <pc:sldMk cId="3184924712" sldId="286"/>
            <ac:spMk id="3" creationId="{6557E200-B162-6495-0688-FFD2F4B2CC99}"/>
          </ac:spMkLst>
        </pc:spChg>
        <pc:spChg chg="add del mod">
          <ac:chgData name="Fernando Fontove" userId="39bcb981d82c3800" providerId="LiveId" clId="{A80E170A-F32B-4AA0-B7D3-579B547EC37A}" dt="2023-03-29T05:37:16.685" v="582" actId="478"/>
          <ac:spMkLst>
            <pc:docMk/>
            <pc:sldMk cId="3184924712" sldId="286"/>
            <ac:spMk id="9" creationId="{5F4AE80B-EE0C-3454-B4B1-0ED16E9AEC8D}"/>
          </ac:spMkLst>
        </pc:spChg>
        <pc:picChg chg="del">
          <ac:chgData name="Fernando Fontove" userId="39bcb981d82c3800" providerId="LiveId" clId="{A80E170A-F32B-4AA0-B7D3-579B547EC37A}" dt="2023-03-29T05:36:41.373" v="574" actId="478"/>
          <ac:picMkLst>
            <pc:docMk/>
            <pc:sldMk cId="3184924712" sldId="286"/>
            <ac:picMk id="6" creationId="{8F4543E4-6A35-88A5-5487-C0DF1FFB67A9}"/>
          </ac:picMkLst>
        </pc:picChg>
        <pc:picChg chg="add del mod modCrop">
          <ac:chgData name="Fernando Fontove" userId="39bcb981d82c3800" providerId="LiveId" clId="{A80E170A-F32B-4AA0-B7D3-579B547EC37A}" dt="2023-03-29T05:42:24.358" v="637" actId="478"/>
          <ac:picMkLst>
            <pc:docMk/>
            <pc:sldMk cId="3184924712" sldId="286"/>
            <ac:picMk id="7" creationId="{C9C0D083-DB90-7CA4-73D8-9649A6EF6BAB}"/>
          </ac:picMkLst>
        </pc:picChg>
        <pc:picChg chg="add del mod">
          <ac:chgData name="Fernando Fontove" userId="39bcb981d82c3800" providerId="LiveId" clId="{A80E170A-F32B-4AA0-B7D3-579B547EC37A}" dt="2023-03-29T05:42:33.758" v="640" actId="478"/>
          <ac:picMkLst>
            <pc:docMk/>
            <pc:sldMk cId="3184924712" sldId="286"/>
            <ac:picMk id="11" creationId="{761F7E01-912B-8F6B-5E9D-6085A64C3BE1}"/>
          </ac:picMkLst>
        </pc:picChg>
        <pc:picChg chg="add mod">
          <ac:chgData name="Fernando Fontove" userId="39bcb981d82c3800" providerId="LiveId" clId="{A80E170A-F32B-4AA0-B7D3-579B547EC37A}" dt="2023-03-29T05:42:42.951" v="644" actId="1076"/>
          <ac:picMkLst>
            <pc:docMk/>
            <pc:sldMk cId="3184924712" sldId="286"/>
            <ac:picMk id="13" creationId="{9031F916-3703-C176-08B7-F38D16EF8FA8}"/>
          </ac:picMkLst>
        </pc:picChg>
      </pc:sldChg>
      <pc:sldChg chg="add del">
        <pc:chgData name="Fernando Fontove" userId="39bcb981d82c3800" providerId="LiveId" clId="{A80E170A-F32B-4AA0-B7D3-579B547EC37A}" dt="2023-03-29T04:51:19.500" v="523"/>
        <pc:sldMkLst>
          <pc:docMk/>
          <pc:sldMk cId="3290020184" sldId="286"/>
        </pc:sldMkLst>
      </pc:sldChg>
      <pc:sldChg chg="addSp delSp modSp new mod">
        <pc:chgData name="Fernando Fontove" userId="39bcb981d82c3800" providerId="LiveId" clId="{A80E170A-F32B-4AA0-B7D3-579B547EC37A}" dt="2023-03-29T05:43:01.902" v="646" actId="478"/>
        <pc:sldMkLst>
          <pc:docMk/>
          <pc:sldMk cId="1203548554" sldId="287"/>
        </pc:sldMkLst>
        <pc:spChg chg="mod">
          <ac:chgData name="Fernando Fontove" userId="39bcb981d82c3800" providerId="LiveId" clId="{A80E170A-F32B-4AA0-B7D3-579B547EC37A}" dt="2023-03-29T05:37:40.261" v="630" actId="20577"/>
          <ac:spMkLst>
            <pc:docMk/>
            <pc:sldMk cId="1203548554" sldId="287"/>
            <ac:spMk id="2" creationId="{F7EEDD66-10EE-FA30-1C3F-AB1654F602C8}"/>
          </ac:spMkLst>
        </pc:spChg>
        <pc:spChg chg="add del">
          <ac:chgData name="Fernando Fontove" userId="39bcb981d82c3800" providerId="LiveId" clId="{A80E170A-F32B-4AA0-B7D3-579B547EC37A}" dt="2023-03-29T05:43:01.902" v="646" actId="478"/>
          <ac:spMkLst>
            <pc:docMk/>
            <pc:sldMk cId="1203548554" sldId="287"/>
            <ac:spMk id="3" creationId="{11B2DEA6-7F85-A6A1-835F-64C33129CC0B}"/>
          </ac:spMkLst>
        </pc:spChg>
        <pc:spChg chg="add del">
          <ac:chgData name="Fernando Fontove" userId="39bcb981d82c3800" providerId="LiveId" clId="{A80E170A-F32B-4AA0-B7D3-579B547EC37A}" dt="2023-03-29T05:40:09.393" v="633" actId="22"/>
          <ac:spMkLst>
            <pc:docMk/>
            <pc:sldMk cId="1203548554" sldId="287"/>
            <ac:spMk id="6" creationId="{A2750EAA-0C0F-795C-7DF2-10711B171C50}"/>
          </ac:spMkLst>
        </pc:spChg>
        <pc:picChg chg="add mod">
          <ac:chgData name="Fernando Fontove" userId="39bcb981d82c3800" providerId="LiveId" clId="{A80E170A-F32B-4AA0-B7D3-579B547EC37A}" dt="2023-03-29T05:41:27.656" v="636" actId="1076"/>
          <ac:picMkLst>
            <pc:docMk/>
            <pc:sldMk cId="1203548554" sldId="287"/>
            <ac:picMk id="8" creationId="{7A6FD67F-31FE-ADBD-7BE9-DB9E9B0BA3AB}"/>
          </ac:picMkLst>
        </pc:picChg>
      </pc:sldChg>
      <pc:sldChg chg="addSp delSp modSp new mod modNotesTx">
        <pc:chgData name="Fernando Fontove" userId="39bcb981d82c3800" providerId="LiveId" clId="{A80E170A-F32B-4AA0-B7D3-579B547EC37A}" dt="2023-03-29T05:50:44.030" v="929" actId="20577"/>
        <pc:sldMkLst>
          <pc:docMk/>
          <pc:sldMk cId="2217407240" sldId="288"/>
        </pc:sldMkLst>
        <pc:spChg chg="mod">
          <ac:chgData name="Fernando Fontove" userId="39bcb981d82c3800" providerId="LiveId" clId="{A80E170A-F32B-4AA0-B7D3-579B547EC37A}" dt="2023-03-29T05:43:34.662" v="731" actId="20577"/>
          <ac:spMkLst>
            <pc:docMk/>
            <pc:sldMk cId="2217407240" sldId="288"/>
            <ac:spMk id="2" creationId="{E09F5B1E-9943-E73B-4FE4-71AFFDCB9EAB}"/>
          </ac:spMkLst>
        </pc:spChg>
        <pc:spChg chg="del">
          <ac:chgData name="Fernando Fontove" userId="39bcb981d82c3800" providerId="LiveId" clId="{A80E170A-F32B-4AA0-B7D3-579B547EC37A}" dt="2023-03-29T05:47:34.086" v="732" actId="478"/>
          <ac:spMkLst>
            <pc:docMk/>
            <pc:sldMk cId="2217407240" sldId="288"/>
            <ac:spMk id="3" creationId="{9E786A34-FCE8-D898-BEFE-EB8FDB3C44DB}"/>
          </ac:spMkLst>
        </pc:spChg>
        <pc:picChg chg="add mod">
          <ac:chgData name="Fernando Fontove" userId="39bcb981d82c3800" providerId="LiveId" clId="{A80E170A-F32B-4AA0-B7D3-579B547EC37A}" dt="2023-03-29T05:47:50.181" v="735" actId="1076"/>
          <ac:picMkLst>
            <pc:docMk/>
            <pc:sldMk cId="2217407240" sldId="288"/>
            <ac:picMk id="6" creationId="{3D8D41BD-878C-14D3-DBAD-E8F0209B3C31}"/>
          </ac:picMkLst>
        </pc:picChg>
      </pc:sldChg>
      <pc:sldChg chg="modSp new mod">
        <pc:chgData name="Fernando Fontove" userId="39bcb981d82c3800" providerId="LiveId" clId="{A80E170A-F32B-4AA0-B7D3-579B547EC37A}" dt="2023-03-29T05:48:47.062" v="889" actId="20577"/>
        <pc:sldMkLst>
          <pc:docMk/>
          <pc:sldMk cId="2870842076" sldId="289"/>
        </pc:sldMkLst>
        <pc:spChg chg="mod">
          <ac:chgData name="Fernando Fontove" userId="39bcb981d82c3800" providerId="LiveId" clId="{A80E170A-F32B-4AA0-B7D3-579B547EC37A}" dt="2023-03-29T05:48:22.309" v="821" actId="20577"/>
          <ac:spMkLst>
            <pc:docMk/>
            <pc:sldMk cId="2870842076" sldId="289"/>
            <ac:spMk id="2" creationId="{967A674B-A095-6C5B-9769-D136B2946142}"/>
          </ac:spMkLst>
        </pc:spChg>
        <pc:spChg chg="mod">
          <ac:chgData name="Fernando Fontove" userId="39bcb981d82c3800" providerId="LiveId" clId="{A80E170A-F32B-4AA0-B7D3-579B547EC37A}" dt="2023-03-29T05:48:47.062" v="889" actId="20577"/>
          <ac:spMkLst>
            <pc:docMk/>
            <pc:sldMk cId="2870842076" sldId="289"/>
            <ac:spMk id="3" creationId="{F380B4E8-E170-C6F8-C5A2-6BEE18EB7198}"/>
          </ac:spMkLst>
        </pc:spChg>
      </pc:sldChg>
      <pc:sldChg chg="delSp modSp add mod">
        <pc:chgData name="Fernando Fontove" userId="39bcb981d82c3800" providerId="LiveId" clId="{A80E170A-F32B-4AA0-B7D3-579B547EC37A}" dt="2023-03-31T02:52:45.821" v="1175" actId="1076"/>
        <pc:sldMkLst>
          <pc:docMk/>
          <pc:sldMk cId="2252806688" sldId="290"/>
        </pc:sldMkLst>
        <pc:spChg chg="del">
          <ac:chgData name="Fernando Fontove" userId="39bcb981d82c3800" providerId="LiveId" clId="{A80E170A-F32B-4AA0-B7D3-579B547EC37A}" dt="2023-03-31T02:52:43.050" v="1174" actId="478"/>
          <ac:spMkLst>
            <pc:docMk/>
            <pc:sldMk cId="2252806688" sldId="290"/>
            <ac:spMk id="5" creationId="{CD046A91-312F-CED4-9E3D-6A43E7EF86BE}"/>
          </ac:spMkLst>
        </pc:spChg>
        <pc:spChg chg="del">
          <ac:chgData name="Fernando Fontove" userId="39bcb981d82c3800" providerId="LiveId" clId="{A80E170A-F32B-4AA0-B7D3-579B547EC37A}" dt="2023-03-31T02:52:43.050" v="1174" actId="478"/>
          <ac:spMkLst>
            <pc:docMk/>
            <pc:sldMk cId="2252806688" sldId="290"/>
            <ac:spMk id="10" creationId="{0B7A2FEE-5F3D-BFF9-7EBD-FE8E226524A6}"/>
          </ac:spMkLst>
        </pc:spChg>
        <pc:spChg chg="del">
          <ac:chgData name="Fernando Fontove" userId="39bcb981d82c3800" providerId="LiveId" clId="{A80E170A-F32B-4AA0-B7D3-579B547EC37A}" dt="2023-03-31T02:52:43.050" v="1174" actId="478"/>
          <ac:spMkLst>
            <pc:docMk/>
            <pc:sldMk cId="2252806688" sldId="290"/>
            <ac:spMk id="11" creationId="{49F75844-94D5-5C98-7784-C81459CB1EEB}"/>
          </ac:spMkLst>
        </pc:spChg>
        <pc:spChg chg="del">
          <ac:chgData name="Fernando Fontove" userId="39bcb981d82c3800" providerId="LiveId" clId="{A80E170A-F32B-4AA0-B7D3-579B547EC37A}" dt="2023-03-31T02:52:43.050" v="1174" actId="478"/>
          <ac:spMkLst>
            <pc:docMk/>
            <pc:sldMk cId="2252806688" sldId="290"/>
            <ac:spMk id="26" creationId="{D45958C6-BA6D-4E5D-4B35-C99051BEE077}"/>
          </ac:spMkLst>
        </pc:spChg>
        <pc:spChg chg="del">
          <ac:chgData name="Fernando Fontove" userId="39bcb981d82c3800" providerId="LiveId" clId="{A80E170A-F32B-4AA0-B7D3-579B547EC37A}" dt="2023-03-31T02:52:43.050" v="1174" actId="478"/>
          <ac:spMkLst>
            <pc:docMk/>
            <pc:sldMk cId="2252806688" sldId="290"/>
            <ac:spMk id="27" creationId="{B7433A0A-831C-1515-7D33-99A580D5D275}"/>
          </ac:spMkLst>
        </pc:spChg>
        <pc:spChg chg="del">
          <ac:chgData name="Fernando Fontove" userId="39bcb981d82c3800" providerId="LiveId" clId="{A80E170A-F32B-4AA0-B7D3-579B547EC37A}" dt="2023-03-31T02:52:43.050" v="1174" actId="478"/>
          <ac:spMkLst>
            <pc:docMk/>
            <pc:sldMk cId="2252806688" sldId="290"/>
            <ac:spMk id="28" creationId="{4D9CC0E1-65F6-5377-CD2A-044DE54CBAFC}"/>
          </ac:spMkLst>
        </pc:spChg>
        <pc:spChg chg="del">
          <ac:chgData name="Fernando Fontove" userId="39bcb981d82c3800" providerId="LiveId" clId="{A80E170A-F32B-4AA0-B7D3-579B547EC37A}" dt="2023-03-31T02:52:43.050" v="1174" actId="478"/>
          <ac:spMkLst>
            <pc:docMk/>
            <pc:sldMk cId="2252806688" sldId="290"/>
            <ac:spMk id="29" creationId="{3C008C34-CAE7-F199-4A1D-2C9CDBAAB859}"/>
          </ac:spMkLst>
        </pc:spChg>
        <pc:spChg chg="del">
          <ac:chgData name="Fernando Fontove" userId="39bcb981d82c3800" providerId="LiveId" clId="{A80E170A-F32B-4AA0-B7D3-579B547EC37A}" dt="2023-03-31T02:52:43.050" v="1174" actId="478"/>
          <ac:spMkLst>
            <pc:docMk/>
            <pc:sldMk cId="2252806688" sldId="290"/>
            <ac:spMk id="31" creationId="{2793E3FA-33FB-ABD1-A73B-6128242B76BE}"/>
          </ac:spMkLst>
        </pc:spChg>
        <pc:picChg chg="mod">
          <ac:chgData name="Fernando Fontove" userId="39bcb981d82c3800" providerId="LiveId" clId="{A80E170A-F32B-4AA0-B7D3-579B547EC37A}" dt="2023-03-31T02:52:45.821" v="1175" actId="1076"/>
          <ac:picMkLst>
            <pc:docMk/>
            <pc:sldMk cId="2252806688" sldId="290"/>
            <ac:picMk id="15" creationId="{302A18E1-80E4-E4B8-D67A-0C67E33D8960}"/>
          </ac:picMkLst>
        </pc:picChg>
        <pc:cxnChg chg="del">
          <ac:chgData name="Fernando Fontove" userId="39bcb981d82c3800" providerId="LiveId" clId="{A80E170A-F32B-4AA0-B7D3-579B547EC37A}" dt="2023-03-31T02:52:43.050" v="1174" actId="478"/>
          <ac:cxnSpMkLst>
            <pc:docMk/>
            <pc:sldMk cId="2252806688" sldId="290"/>
            <ac:cxnSpMk id="17" creationId="{622B7DA2-DC33-06B9-1473-7F3A97508613}"/>
          </ac:cxnSpMkLst>
        </pc:cxnChg>
        <pc:cxnChg chg="del">
          <ac:chgData name="Fernando Fontove" userId="39bcb981d82c3800" providerId="LiveId" clId="{A80E170A-F32B-4AA0-B7D3-579B547EC37A}" dt="2023-03-31T02:52:43.050" v="1174" actId="478"/>
          <ac:cxnSpMkLst>
            <pc:docMk/>
            <pc:sldMk cId="2252806688" sldId="290"/>
            <ac:cxnSpMk id="18" creationId="{F57FB446-DFAF-64A9-7162-142EC6045702}"/>
          </ac:cxnSpMkLst>
        </pc:cxnChg>
        <pc:cxnChg chg="del">
          <ac:chgData name="Fernando Fontove" userId="39bcb981d82c3800" providerId="LiveId" clId="{A80E170A-F32B-4AA0-B7D3-579B547EC37A}" dt="2023-03-31T02:52:43.050" v="1174" actId="478"/>
          <ac:cxnSpMkLst>
            <pc:docMk/>
            <pc:sldMk cId="2252806688" sldId="290"/>
            <ac:cxnSpMk id="20" creationId="{58FCD9A4-1666-22BC-073D-0DD529144D91}"/>
          </ac:cxnSpMkLst>
        </pc:cxnChg>
        <pc:cxnChg chg="del">
          <ac:chgData name="Fernando Fontove" userId="39bcb981d82c3800" providerId="LiveId" clId="{A80E170A-F32B-4AA0-B7D3-579B547EC37A}" dt="2023-03-31T02:52:43.050" v="1174" actId="478"/>
          <ac:cxnSpMkLst>
            <pc:docMk/>
            <pc:sldMk cId="2252806688" sldId="290"/>
            <ac:cxnSpMk id="22" creationId="{23E232B8-EA72-50BD-184D-EAF5A387C85D}"/>
          </ac:cxnSpMkLst>
        </pc:cxnChg>
        <pc:cxnChg chg="del">
          <ac:chgData name="Fernando Fontove" userId="39bcb981d82c3800" providerId="LiveId" clId="{A80E170A-F32B-4AA0-B7D3-579B547EC37A}" dt="2023-03-31T02:52:43.050" v="1174" actId="478"/>
          <ac:cxnSpMkLst>
            <pc:docMk/>
            <pc:sldMk cId="2252806688" sldId="290"/>
            <ac:cxnSpMk id="24" creationId="{68341732-561E-D368-AF4F-02B85FA28D08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32D9D-B9D2-706C-F0D5-6360754495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B78AC7-EDBD-5075-676D-23DD10D18C2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0F71C-9B7B-4816-9D84-3832C03BFD09}" type="datetimeFigureOut">
              <a:rPr lang="en-US" smtClean="0"/>
              <a:t>3/30/2023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DD83E-56FD-4A3B-34CC-B697506CB3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0749BE-5CFF-BB39-6C05-AE14673955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982FD6-881B-41D5-9C91-1514E518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8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4" name="Google Shape;383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Google Shape;385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6" name="Google Shape;385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Google Shape;385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6" name="Google Shape;385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939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NúmNúmeros</a:t>
            </a:r>
            <a:endParaRPr lang="es-MX" dirty="0"/>
          </a:p>
          <a:p>
            <a:r>
              <a:rPr lang="es-MX" dirty="0"/>
              <a:t>	Enteros</a:t>
            </a:r>
          </a:p>
          <a:p>
            <a:r>
              <a:rPr lang="es-MX" dirty="0"/>
              <a:t>	Flotantes</a:t>
            </a:r>
          </a:p>
          <a:p>
            <a:r>
              <a:rPr lang="es-MX" dirty="0"/>
              <a:t>Palabras (</a:t>
            </a:r>
            <a:r>
              <a:rPr lang="es-MX" dirty="0" err="1"/>
              <a:t>Strings</a:t>
            </a:r>
            <a:r>
              <a:rPr lang="es-MX" dirty="0"/>
              <a:t>)</a:t>
            </a:r>
          </a:p>
          <a:p>
            <a:r>
              <a:rPr lang="es-MX" dirty="0"/>
              <a:t>Contenedores</a:t>
            </a:r>
          </a:p>
          <a:p>
            <a:r>
              <a:rPr lang="es-MX" dirty="0"/>
              <a:t>	Listas</a:t>
            </a:r>
          </a:p>
          <a:p>
            <a:r>
              <a:rPr lang="es-MX" dirty="0"/>
              <a:t>	Diccionarios</a:t>
            </a:r>
          </a:p>
          <a:p>
            <a:r>
              <a:rPr lang="es-MX" dirty="0"/>
              <a:t>	Tuplas</a:t>
            </a:r>
          </a:p>
          <a:p>
            <a:r>
              <a:rPr lang="es-MX" dirty="0"/>
              <a:t>Complejos</a:t>
            </a:r>
          </a:p>
        </p:txBody>
      </p:sp>
    </p:spTree>
    <p:extLst>
      <p:ext uri="{BB962C8B-B14F-4D97-AF65-F5344CB8AC3E}">
        <p14:creationId xmlns:p14="http://schemas.microsoft.com/office/powerpoint/2010/main" val="17885596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4666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06752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Google Shape;385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6" name="Google Shape;385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0595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7" name="Google Shape;386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8" name="Google Shape;386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1626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5" name="Google Shape;385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6" name="Google Shape;385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8881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Qué opinan de los nombres de variables?</a:t>
            </a:r>
          </a:p>
        </p:txBody>
      </p:sp>
    </p:spTree>
    <p:extLst>
      <p:ext uri="{BB962C8B-B14F-4D97-AF65-F5344CB8AC3E}">
        <p14:creationId xmlns:p14="http://schemas.microsoft.com/office/powerpoint/2010/main" val="3412026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5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12" name="Google Shape;12;p2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" name="Google Shape;92;p2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93" name="Google Shape;93;p2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" name="Google Shape;212;p2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213" name="Google Shape;213;p2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2" name="Google Shape;422;p2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423" name="Google Shape;423;p2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2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2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2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2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2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2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2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2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2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2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2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2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2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2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2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2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2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2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2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2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8" name="Google Shape;528;p3"/>
          <p:cNvSpPr txBox="1">
            <a:spLocks noGrp="1"/>
          </p:cNvSpPr>
          <p:nvPr>
            <p:ph type="subTitle" idx="1"/>
          </p:nvPr>
        </p:nvSpPr>
        <p:spPr>
          <a:xfrm>
            <a:off x="685800" y="3983055"/>
            <a:ext cx="52689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29" name="Google Shape;529;p3"/>
          <p:cNvGrpSpPr/>
          <p:nvPr/>
        </p:nvGrpSpPr>
        <p:grpSpPr>
          <a:xfrm rot="10800000">
            <a:off x="8705367" y="28698"/>
            <a:ext cx="410132" cy="5086302"/>
            <a:chOff x="836200" y="238125"/>
            <a:chExt cx="422425" cy="5238750"/>
          </a:xfrm>
        </p:grpSpPr>
        <p:sp>
          <p:nvSpPr>
            <p:cNvPr id="530" name="Google Shape;530;p3"/>
            <p:cNvSpPr/>
            <p:nvPr/>
          </p:nvSpPr>
          <p:spPr>
            <a:xfrm>
              <a:off x="8362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8362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8362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8362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8362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8362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8362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8362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8362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8362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8362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8362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8362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8362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8362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8362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8362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8362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8362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8362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8362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8362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8362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8362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8362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8362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8362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8362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8362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8362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8362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8362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8362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8362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8362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9867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9867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9867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9867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9867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9867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9867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9867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9867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9867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9867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9867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9867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9867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9867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9867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9867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9867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9867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9867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9867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9867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9867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11372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11372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11372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11372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11372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11372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11372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11372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11372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11372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11372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11372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11372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11372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11372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11372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11372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11372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11372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11372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11372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11372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0" name="Google Shape;610;p3"/>
          <p:cNvGrpSpPr/>
          <p:nvPr/>
        </p:nvGrpSpPr>
        <p:grpSpPr>
          <a:xfrm rot="10800000">
            <a:off x="6659535" y="28698"/>
            <a:ext cx="2309844" cy="5086302"/>
            <a:chOff x="986700" y="238125"/>
            <a:chExt cx="2379075" cy="5238750"/>
          </a:xfrm>
        </p:grpSpPr>
        <p:sp>
          <p:nvSpPr>
            <p:cNvPr id="611" name="Google Shape;611;p3"/>
            <p:cNvSpPr/>
            <p:nvPr/>
          </p:nvSpPr>
          <p:spPr>
            <a:xfrm>
              <a:off x="9867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9867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9867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9867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9867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9867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9867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9867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9867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9867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9867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9867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11372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11372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11372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11372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11372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11372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11372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11372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11372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11372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11372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11372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11372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12877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12877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12877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12877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12877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12877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12877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12877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12877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12877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12877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12877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12877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12877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12877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12877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12877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12877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12877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12877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14382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14382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14382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14382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14382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14382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14382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14382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14382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14382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14382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14382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14382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14382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14382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14382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14382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14382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14382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14382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14382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14382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14382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14382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14382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14382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14382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14382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14382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14382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14382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15887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15887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15887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15887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15887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15887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15887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15887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15887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15887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15887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15887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15887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15887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15887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15887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15887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15887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15887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17392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17392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17392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17392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17392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17392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17392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17392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17392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17392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17392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18897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188975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188975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18897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18897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20402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20402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20402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21907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23413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2642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2642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2443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"/>
          <p:cNvGrpSpPr/>
          <p:nvPr/>
        </p:nvGrpSpPr>
        <p:grpSpPr>
          <a:xfrm rot="10800000">
            <a:off x="6367294" y="28698"/>
            <a:ext cx="2017554" cy="5086302"/>
            <a:chOff x="1588750" y="238125"/>
            <a:chExt cx="2078025" cy="5238750"/>
          </a:xfrm>
        </p:grpSpPr>
        <p:sp>
          <p:nvSpPr>
            <p:cNvPr id="731" name="Google Shape;731;p3"/>
            <p:cNvSpPr/>
            <p:nvPr/>
          </p:nvSpPr>
          <p:spPr>
            <a:xfrm>
              <a:off x="15887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15887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5887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5887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15887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15887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17392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7392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17392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17392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17392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17392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17392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188975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188975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188975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188975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18897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188975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188975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188975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188975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18897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188975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188975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188975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188975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88975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88975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18897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188975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188975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0402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20402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20402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20402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0402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0402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20402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20402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20402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20402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20402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20402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20402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20402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20402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3"/>
            <p:cNvSpPr/>
            <p:nvPr/>
          </p:nvSpPr>
          <p:spPr>
            <a:xfrm>
              <a:off x="20402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3"/>
            <p:cNvSpPr/>
            <p:nvPr/>
          </p:nvSpPr>
          <p:spPr>
            <a:xfrm>
              <a:off x="20402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02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0402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190775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190775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190775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190775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1907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21907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2190775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2190775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21907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2190775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21907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2190775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21907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21907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21907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190775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1907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907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90775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1907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90775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90775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907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2190775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4130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3413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23413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23413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23413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23413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23413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23413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23413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23413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23413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23413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23413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23413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23413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234130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23413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23413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23413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23413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23413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23413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23413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23413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23413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23413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24918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24918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24918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24918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24918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249180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249180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24918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24918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249180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249180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24918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24918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249180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249180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249180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249180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49180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24918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249180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249180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24918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249180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249180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249180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2642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2642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2642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2642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2642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2642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2642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2642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2642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2642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2642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2642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2642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2642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2642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2642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2642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2642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2642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2642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2792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2792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2792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2792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792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2792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2792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2792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2792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2792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2792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2792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2792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2792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2792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2792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2792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792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294332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94332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294332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294332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294332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294332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294332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94332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294332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294332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294332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294332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294332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94332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"/>
            <p:cNvSpPr/>
            <p:nvPr/>
          </p:nvSpPr>
          <p:spPr>
            <a:xfrm>
              <a:off x="294332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"/>
            <p:cNvSpPr/>
            <p:nvPr/>
          </p:nvSpPr>
          <p:spPr>
            <a:xfrm>
              <a:off x="294332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"/>
            <p:cNvSpPr/>
            <p:nvPr/>
          </p:nvSpPr>
          <p:spPr>
            <a:xfrm>
              <a:off x="294332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"/>
            <p:cNvSpPr/>
            <p:nvPr/>
          </p:nvSpPr>
          <p:spPr>
            <a:xfrm>
              <a:off x="294332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"/>
            <p:cNvSpPr/>
            <p:nvPr/>
          </p:nvSpPr>
          <p:spPr>
            <a:xfrm>
              <a:off x="3093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"/>
            <p:cNvSpPr/>
            <p:nvPr/>
          </p:nvSpPr>
          <p:spPr>
            <a:xfrm>
              <a:off x="3093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"/>
            <p:cNvSpPr/>
            <p:nvPr/>
          </p:nvSpPr>
          <p:spPr>
            <a:xfrm>
              <a:off x="3093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"/>
            <p:cNvSpPr/>
            <p:nvPr/>
          </p:nvSpPr>
          <p:spPr>
            <a:xfrm>
              <a:off x="3093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"/>
            <p:cNvSpPr/>
            <p:nvPr/>
          </p:nvSpPr>
          <p:spPr>
            <a:xfrm>
              <a:off x="3093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"/>
            <p:cNvSpPr/>
            <p:nvPr/>
          </p:nvSpPr>
          <p:spPr>
            <a:xfrm>
              <a:off x="3093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"/>
            <p:cNvSpPr/>
            <p:nvPr/>
          </p:nvSpPr>
          <p:spPr>
            <a:xfrm>
              <a:off x="3093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"/>
            <p:cNvSpPr/>
            <p:nvPr/>
          </p:nvSpPr>
          <p:spPr>
            <a:xfrm>
              <a:off x="3093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"/>
            <p:cNvSpPr/>
            <p:nvPr/>
          </p:nvSpPr>
          <p:spPr>
            <a:xfrm>
              <a:off x="3093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"/>
            <p:cNvSpPr/>
            <p:nvPr/>
          </p:nvSpPr>
          <p:spPr>
            <a:xfrm>
              <a:off x="324435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"/>
            <p:cNvSpPr/>
            <p:nvPr/>
          </p:nvSpPr>
          <p:spPr>
            <a:xfrm>
              <a:off x="32443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"/>
            <p:cNvSpPr/>
            <p:nvPr/>
          </p:nvSpPr>
          <p:spPr>
            <a:xfrm>
              <a:off x="324435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"/>
            <p:cNvSpPr/>
            <p:nvPr/>
          </p:nvSpPr>
          <p:spPr>
            <a:xfrm>
              <a:off x="324435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"/>
            <p:cNvSpPr/>
            <p:nvPr/>
          </p:nvSpPr>
          <p:spPr>
            <a:xfrm>
              <a:off x="32443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"/>
            <p:cNvSpPr/>
            <p:nvPr/>
          </p:nvSpPr>
          <p:spPr>
            <a:xfrm>
              <a:off x="324435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"/>
            <p:cNvSpPr/>
            <p:nvPr/>
          </p:nvSpPr>
          <p:spPr>
            <a:xfrm>
              <a:off x="324435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"/>
            <p:cNvSpPr/>
            <p:nvPr/>
          </p:nvSpPr>
          <p:spPr>
            <a:xfrm>
              <a:off x="324435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"/>
            <p:cNvSpPr/>
            <p:nvPr/>
          </p:nvSpPr>
          <p:spPr>
            <a:xfrm>
              <a:off x="3394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"/>
            <p:cNvSpPr/>
            <p:nvPr/>
          </p:nvSpPr>
          <p:spPr>
            <a:xfrm>
              <a:off x="3394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"/>
            <p:cNvSpPr/>
            <p:nvPr/>
          </p:nvSpPr>
          <p:spPr>
            <a:xfrm>
              <a:off x="3394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"/>
            <p:cNvSpPr/>
            <p:nvPr/>
          </p:nvSpPr>
          <p:spPr>
            <a:xfrm>
              <a:off x="33948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"/>
            <p:cNvSpPr/>
            <p:nvPr/>
          </p:nvSpPr>
          <p:spPr>
            <a:xfrm>
              <a:off x="3394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"/>
            <p:cNvSpPr/>
            <p:nvPr/>
          </p:nvSpPr>
          <p:spPr>
            <a:xfrm>
              <a:off x="3394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"/>
            <p:cNvSpPr/>
            <p:nvPr/>
          </p:nvSpPr>
          <p:spPr>
            <a:xfrm>
              <a:off x="3545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"/>
            <p:cNvSpPr/>
            <p:nvPr/>
          </p:nvSpPr>
          <p:spPr>
            <a:xfrm>
              <a:off x="3545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"/>
            <p:cNvSpPr/>
            <p:nvPr/>
          </p:nvSpPr>
          <p:spPr>
            <a:xfrm>
              <a:off x="3545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0" name="Google Shape;940;p3"/>
          <p:cNvGrpSpPr/>
          <p:nvPr/>
        </p:nvGrpSpPr>
        <p:grpSpPr>
          <a:xfrm rot="10800000">
            <a:off x="6367294" y="28698"/>
            <a:ext cx="2309820" cy="5086302"/>
            <a:chOff x="1287725" y="238125"/>
            <a:chExt cx="2379050" cy="5238750"/>
          </a:xfrm>
        </p:grpSpPr>
        <p:sp>
          <p:nvSpPr>
            <p:cNvPr id="941" name="Google Shape;941;p3"/>
            <p:cNvSpPr/>
            <p:nvPr/>
          </p:nvSpPr>
          <p:spPr>
            <a:xfrm>
              <a:off x="12877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"/>
            <p:cNvSpPr/>
            <p:nvPr/>
          </p:nvSpPr>
          <p:spPr>
            <a:xfrm>
              <a:off x="12877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"/>
            <p:cNvSpPr/>
            <p:nvPr/>
          </p:nvSpPr>
          <p:spPr>
            <a:xfrm>
              <a:off x="12877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"/>
            <p:cNvSpPr/>
            <p:nvPr/>
          </p:nvSpPr>
          <p:spPr>
            <a:xfrm>
              <a:off x="12877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"/>
            <p:cNvSpPr/>
            <p:nvPr/>
          </p:nvSpPr>
          <p:spPr>
            <a:xfrm>
              <a:off x="12877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"/>
            <p:cNvSpPr/>
            <p:nvPr/>
          </p:nvSpPr>
          <p:spPr>
            <a:xfrm>
              <a:off x="12877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"/>
            <p:cNvSpPr/>
            <p:nvPr/>
          </p:nvSpPr>
          <p:spPr>
            <a:xfrm>
              <a:off x="12877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"/>
            <p:cNvSpPr/>
            <p:nvPr/>
          </p:nvSpPr>
          <p:spPr>
            <a:xfrm>
              <a:off x="12877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"/>
            <p:cNvSpPr/>
            <p:nvPr/>
          </p:nvSpPr>
          <p:spPr>
            <a:xfrm>
              <a:off x="12877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"/>
            <p:cNvSpPr/>
            <p:nvPr/>
          </p:nvSpPr>
          <p:spPr>
            <a:xfrm>
              <a:off x="12877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"/>
            <p:cNvSpPr/>
            <p:nvPr/>
          </p:nvSpPr>
          <p:spPr>
            <a:xfrm>
              <a:off x="12877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"/>
            <p:cNvSpPr/>
            <p:nvPr/>
          </p:nvSpPr>
          <p:spPr>
            <a:xfrm>
              <a:off x="12877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"/>
            <p:cNvSpPr/>
            <p:nvPr/>
          </p:nvSpPr>
          <p:spPr>
            <a:xfrm>
              <a:off x="12877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"/>
            <p:cNvSpPr/>
            <p:nvPr/>
          </p:nvSpPr>
          <p:spPr>
            <a:xfrm>
              <a:off x="12877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"/>
            <p:cNvSpPr/>
            <p:nvPr/>
          </p:nvSpPr>
          <p:spPr>
            <a:xfrm>
              <a:off x="12877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"/>
            <p:cNvSpPr/>
            <p:nvPr/>
          </p:nvSpPr>
          <p:spPr>
            <a:xfrm>
              <a:off x="14382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"/>
            <p:cNvSpPr/>
            <p:nvPr/>
          </p:nvSpPr>
          <p:spPr>
            <a:xfrm>
              <a:off x="14382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"/>
            <p:cNvSpPr/>
            <p:nvPr/>
          </p:nvSpPr>
          <p:spPr>
            <a:xfrm>
              <a:off x="14382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"/>
            <p:cNvSpPr/>
            <p:nvPr/>
          </p:nvSpPr>
          <p:spPr>
            <a:xfrm>
              <a:off x="14382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"/>
            <p:cNvSpPr/>
            <p:nvPr/>
          </p:nvSpPr>
          <p:spPr>
            <a:xfrm>
              <a:off x="15887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"/>
            <p:cNvSpPr/>
            <p:nvPr/>
          </p:nvSpPr>
          <p:spPr>
            <a:xfrm>
              <a:off x="15887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"/>
            <p:cNvSpPr/>
            <p:nvPr/>
          </p:nvSpPr>
          <p:spPr>
            <a:xfrm>
              <a:off x="15887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"/>
            <p:cNvSpPr/>
            <p:nvPr/>
          </p:nvSpPr>
          <p:spPr>
            <a:xfrm>
              <a:off x="15887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"/>
            <p:cNvSpPr/>
            <p:nvPr/>
          </p:nvSpPr>
          <p:spPr>
            <a:xfrm>
              <a:off x="15887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"/>
            <p:cNvSpPr/>
            <p:nvPr/>
          </p:nvSpPr>
          <p:spPr>
            <a:xfrm>
              <a:off x="15887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"/>
            <p:cNvSpPr/>
            <p:nvPr/>
          </p:nvSpPr>
          <p:spPr>
            <a:xfrm>
              <a:off x="15887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"/>
            <p:cNvSpPr/>
            <p:nvPr/>
          </p:nvSpPr>
          <p:spPr>
            <a:xfrm>
              <a:off x="15887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"/>
            <p:cNvSpPr/>
            <p:nvPr/>
          </p:nvSpPr>
          <p:spPr>
            <a:xfrm>
              <a:off x="15887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"/>
            <p:cNvSpPr/>
            <p:nvPr/>
          </p:nvSpPr>
          <p:spPr>
            <a:xfrm>
              <a:off x="15887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"/>
            <p:cNvSpPr/>
            <p:nvPr/>
          </p:nvSpPr>
          <p:spPr>
            <a:xfrm>
              <a:off x="17392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"/>
            <p:cNvSpPr/>
            <p:nvPr/>
          </p:nvSpPr>
          <p:spPr>
            <a:xfrm>
              <a:off x="17392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"/>
            <p:cNvSpPr/>
            <p:nvPr/>
          </p:nvSpPr>
          <p:spPr>
            <a:xfrm>
              <a:off x="17392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"/>
            <p:cNvSpPr/>
            <p:nvPr/>
          </p:nvSpPr>
          <p:spPr>
            <a:xfrm>
              <a:off x="17392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"/>
            <p:cNvSpPr/>
            <p:nvPr/>
          </p:nvSpPr>
          <p:spPr>
            <a:xfrm>
              <a:off x="17392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"/>
            <p:cNvSpPr/>
            <p:nvPr/>
          </p:nvSpPr>
          <p:spPr>
            <a:xfrm>
              <a:off x="17392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"/>
            <p:cNvSpPr/>
            <p:nvPr/>
          </p:nvSpPr>
          <p:spPr>
            <a:xfrm>
              <a:off x="17392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"/>
            <p:cNvSpPr/>
            <p:nvPr/>
          </p:nvSpPr>
          <p:spPr>
            <a:xfrm>
              <a:off x="17392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"/>
            <p:cNvSpPr/>
            <p:nvPr/>
          </p:nvSpPr>
          <p:spPr>
            <a:xfrm>
              <a:off x="17392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"/>
            <p:cNvSpPr/>
            <p:nvPr/>
          </p:nvSpPr>
          <p:spPr>
            <a:xfrm>
              <a:off x="17392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"/>
            <p:cNvSpPr/>
            <p:nvPr/>
          </p:nvSpPr>
          <p:spPr>
            <a:xfrm>
              <a:off x="17392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"/>
            <p:cNvSpPr/>
            <p:nvPr/>
          </p:nvSpPr>
          <p:spPr>
            <a:xfrm>
              <a:off x="17392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"/>
            <p:cNvSpPr/>
            <p:nvPr/>
          </p:nvSpPr>
          <p:spPr>
            <a:xfrm>
              <a:off x="17392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"/>
            <p:cNvSpPr/>
            <p:nvPr/>
          </p:nvSpPr>
          <p:spPr>
            <a:xfrm>
              <a:off x="17392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"/>
            <p:cNvSpPr/>
            <p:nvPr/>
          </p:nvSpPr>
          <p:spPr>
            <a:xfrm>
              <a:off x="17392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"/>
            <p:cNvSpPr/>
            <p:nvPr/>
          </p:nvSpPr>
          <p:spPr>
            <a:xfrm>
              <a:off x="17392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"/>
            <p:cNvSpPr/>
            <p:nvPr/>
          </p:nvSpPr>
          <p:spPr>
            <a:xfrm>
              <a:off x="17392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3"/>
            <p:cNvSpPr/>
            <p:nvPr/>
          </p:nvSpPr>
          <p:spPr>
            <a:xfrm>
              <a:off x="188975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"/>
            <p:cNvSpPr/>
            <p:nvPr/>
          </p:nvSpPr>
          <p:spPr>
            <a:xfrm>
              <a:off x="188975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"/>
            <p:cNvSpPr/>
            <p:nvPr/>
          </p:nvSpPr>
          <p:spPr>
            <a:xfrm>
              <a:off x="188975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"/>
            <p:cNvSpPr/>
            <p:nvPr/>
          </p:nvSpPr>
          <p:spPr>
            <a:xfrm>
              <a:off x="188975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"/>
            <p:cNvSpPr/>
            <p:nvPr/>
          </p:nvSpPr>
          <p:spPr>
            <a:xfrm>
              <a:off x="188975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"/>
            <p:cNvSpPr/>
            <p:nvPr/>
          </p:nvSpPr>
          <p:spPr>
            <a:xfrm>
              <a:off x="188975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"/>
            <p:cNvSpPr/>
            <p:nvPr/>
          </p:nvSpPr>
          <p:spPr>
            <a:xfrm>
              <a:off x="188975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"/>
            <p:cNvSpPr/>
            <p:nvPr/>
          </p:nvSpPr>
          <p:spPr>
            <a:xfrm>
              <a:off x="188975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"/>
            <p:cNvSpPr/>
            <p:nvPr/>
          </p:nvSpPr>
          <p:spPr>
            <a:xfrm>
              <a:off x="188975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"/>
            <p:cNvSpPr/>
            <p:nvPr/>
          </p:nvSpPr>
          <p:spPr>
            <a:xfrm>
              <a:off x="188975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"/>
            <p:cNvSpPr/>
            <p:nvPr/>
          </p:nvSpPr>
          <p:spPr>
            <a:xfrm>
              <a:off x="188975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"/>
            <p:cNvSpPr/>
            <p:nvPr/>
          </p:nvSpPr>
          <p:spPr>
            <a:xfrm>
              <a:off x="20402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"/>
            <p:cNvSpPr/>
            <p:nvPr/>
          </p:nvSpPr>
          <p:spPr>
            <a:xfrm>
              <a:off x="20402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"/>
            <p:cNvSpPr/>
            <p:nvPr/>
          </p:nvSpPr>
          <p:spPr>
            <a:xfrm>
              <a:off x="20402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"/>
            <p:cNvSpPr/>
            <p:nvPr/>
          </p:nvSpPr>
          <p:spPr>
            <a:xfrm>
              <a:off x="20402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"/>
            <p:cNvSpPr/>
            <p:nvPr/>
          </p:nvSpPr>
          <p:spPr>
            <a:xfrm>
              <a:off x="20402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"/>
            <p:cNvSpPr/>
            <p:nvPr/>
          </p:nvSpPr>
          <p:spPr>
            <a:xfrm>
              <a:off x="20402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"/>
            <p:cNvSpPr/>
            <p:nvPr/>
          </p:nvSpPr>
          <p:spPr>
            <a:xfrm>
              <a:off x="20402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"/>
            <p:cNvSpPr/>
            <p:nvPr/>
          </p:nvSpPr>
          <p:spPr>
            <a:xfrm>
              <a:off x="20402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"/>
            <p:cNvSpPr/>
            <p:nvPr/>
          </p:nvSpPr>
          <p:spPr>
            <a:xfrm>
              <a:off x="20402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"/>
            <p:cNvSpPr/>
            <p:nvPr/>
          </p:nvSpPr>
          <p:spPr>
            <a:xfrm>
              <a:off x="20402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"/>
            <p:cNvSpPr/>
            <p:nvPr/>
          </p:nvSpPr>
          <p:spPr>
            <a:xfrm>
              <a:off x="20402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"/>
            <p:cNvSpPr/>
            <p:nvPr/>
          </p:nvSpPr>
          <p:spPr>
            <a:xfrm>
              <a:off x="20402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"/>
            <p:cNvSpPr/>
            <p:nvPr/>
          </p:nvSpPr>
          <p:spPr>
            <a:xfrm>
              <a:off x="20402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"/>
            <p:cNvSpPr/>
            <p:nvPr/>
          </p:nvSpPr>
          <p:spPr>
            <a:xfrm>
              <a:off x="21907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"/>
            <p:cNvSpPr/>
            <p:nvPr/>
          </p:nvSpPr>
          <p:spPr>
            <a:xfrm>
              <a:off x="21907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3"/>
            <p:cNvSpPr/>
            <p:nvPr/>
          </p:nvSpPr>
          <p:spPr>
            <a:xfrm>
              <a:off x="21907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"/>
            <p:cNvSpPr/>
            <p:nvPr/>
          </p:nvSpPr>
          <p:spPr>
            <a:xfrm>
              <a:off x="21907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"/>
            <p:cNvSpPr/>
            <p:nvPr/>
          </p:nvSpPr>
          <p:spPr>
            <a:xfrm>
              <a:off x="21907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"/>
            <p:cNvSpPr/>
            <p:nvPr/>
          </p:nvSpPr>
          <p:spPr>
            <a:xfrm>
              <a:off x="2190775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"/>
            <p:cNvSpPr/>
            <p:nvPr/>
          </p:nvSpPr>
          <p:spPr>
            <a:xfrm>
              <a:off x="21907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"/>
            <p:cNvSpPr/>
            <p:nvPr/>
          </p:nvSpPr>
          <p:spPr>
            <a:xfrm>
              <a:off x="21907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"/>
            <p:cNvSpPr/>
            <p:nvPr/>
          </p:nvSpPr>
          <p:spPr>
            <a:xfrm>
              <a:off x="2190775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"/>
            <p:cNvSpPr/>
            <p:nvPr/>
          </p:nvSpPr>
          <p:spPr>
            <a:xfrm>
              <a:off x="23413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"/>
            <p:cNvSpPr/>
            <p:nvPr/>
          </p:nvSpPr>
          <p:spPr>
            <a:xfrm>
              <a:off x="23413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"/>
            <p:cNvSpPr/>
            <p:nvPr/>
          </p:nvSpPr>
          <p:spPr>
            <a:xfrm>
              <a:off x="234130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"/>
            <p:cNvSpPr/>
            <p:nvPr/>
          </p:nvSpPr>
          <p:spPr>
            <a:xfrm>
              <a:off x="234130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"/>
            <p:cNvSpPr/>
            <p:nvPr/>
          </p:nvSpPr>
          <p:spPr>
            <a:xfrm>
              <a:off x="234130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"/>
            <p:cNvSpPr/>
            <p:nvPr/>
          </p:nvSpPr>
          <p:spPr>
            <a:xfrm>
              <a:off x="23413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"/>
            <p:cNvSpPr/>
            <p:nvPr/>
          </p:nvSpPr>
          <p:spPr>
            <a:xfrm>
              <a:off x="23413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"/>
            <p:cNvSpPr/>
            <p:nvPr/>
          </p:nvSpPr>
          <p:spPr>
            <a:xfrm>
              <a:off x="234130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"/>
            <p:cNvSpPr/>
            <p:nvPr/>
          </p:nvSpPr>
          <p:spPr>
            <a:xfrm>
              <a:off x="249180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"/>
            <p:cNvSpPr/>
            <p:nvPr/>
          </p:nvSpPr>
          <p:spPr>
            <a:xfrm>
              <a:off x="24918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"/>
            <p:cNvSpPr/>
            <p:nvPr/>
          </p:nvSpPr>
          <p:spPr>
            <a:xfrm>
              <a:off x="249180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"/>
            <p:cNvSpPr/>
            <p:nvPr/>
          </p:nvSpPr>
          <p:spPr>
            <a:xfrm>
              <a:off x="24918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"/>
            <p:cNvSpPr/>
            <p:nvPr/>
          </p:nvSpPr>
          <p:spPr>
            <a:xfrm>
              <a:off x="24918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"/>
            <p:cNvSpPr/>
            <p:nvPr/>
          </p:nvSpPr>
          <p:spPr>
            <a:xfrm>
              <a:off x="2642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"/>
            <p:cNvSpPr/>
            <p:nvPr/>
          </p:nvSpPr>
          <p:spPr>
            <a:xfrm>
              <a:off x="2642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"/>
            <p:cNvSpPr/>
            <p:nvPr/>
          </p:nvSpPr>
          <p:spPr>
            <a:xfrm>
              <a:off x="2642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"/>
            <p:cNvSpPr/>
            <p:nvPr/>
          </p:nvSpPr>
          <p:spPr>
            <a:xfrm>
              <a:off x="2642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"/>
            <p:cNvSpPr/>
            <p:nvPr/>
          </p:nvSpPr>
          <p:spPr>
            <a:xfrm>
              <a:off x="2642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"/>
            <p:cNvSpPr/>
            <p:nvPr/>
          </p:nvSpPr>
          <p:spPr>
            <a:xfrm>
              <a:off x="2792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"/>
            <p:cNvSpPr/>
            <p:nvPr/>
          </p:nvSpPr>
          <p:spPr>
            <a:xfrm>
              <a:off x="294332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"/>
            <p:cNvSpPr/>
            <p:nvPr/>
          </p:nvSpPr>
          <p:spPr>
            <a:xfrm>
              <a:off x="294332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"/>
            <p:cNvSpPr/>
            <p:nvPr/>
          </p:nvSpPr>
          <p:spPr>
            <a:xfrm>
              <a:off x="3093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"/>
            <p:cNvSpPr/>
            <p:nvPr/>
          </p:nvSpPr>
          <p:spPr>
            <a:xfrm>
              <a:off x="3394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"/>
            <p:cNvSpPr/>
            <p:nvPr/>
          </p:nvSpPr>
          <p:spPr>
            <a:xfrm>
              <a:off x="3545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5" name="Google Shape;1565;p5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66" name="Google Shape;1566;p5"/>
          <p:cNvGrpSpPr/>
          <p:nvPr/>
        </p:nvGrpSpPr>
        <p:grpSpPr>
          <a:xfrm rot="10800000">
            <a:off x="8851487" y="28707"/>
            <a:ext cx="264012" cy="5086302"/>
            <a:chOff x="5307800" y="238125"/>
            <a:chExt cx="271925" cy="5238750"/>
          </a:xfrm>
        </p:grpSpPr>
        <p:sp>
          <p:nvSpPr>
            <p:cNvPr id="1567" name="Google Shape;1567;p5"/>
            <p:cNvSpPr/>
            <p:nvPr/>
          </p:nvSpPr>
          <p:spPr>
            <a:xfrm>
              <a:off x="5307800" y="2381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5307800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5307800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5307800" y="6896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5307800" y="8401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5307800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5307800" y="11411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5307800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5307800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5307800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5307800" y="17432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5307800" y="18937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5307800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5307800" y="21947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5307800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5307800" y="24957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5307800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5307800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5307800" y="29473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5307800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5307800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5307800" y="33988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5307800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5307800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5307800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5307800" y="40008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5307800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5307800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5307800" y="44524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5307800" y="46029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5307800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5307800" y="49039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5307800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5307800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5307800" y="53554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54583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4583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4583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4583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4583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54583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54583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54583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54583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4583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4583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4583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4583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4583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4583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4583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54583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54583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54583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54583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54583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4583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5"/>
          <p:cNvGrpSpPr/>
          <p:nvPr/>
        </p:nvGrpSpPr>
        <p:grpSpPr>
          <a:xfrm rot="10800000">
            <a:off x="7828571" y="28707"/>
            <a:ext cx="1140783" cy="5086302"/>
            <a:chOff x="5458325" y="238125"/>
            <a:chExt cx="1174975" cy="5238750"/>
          </a:xfrm>
        </p:grpSpPr>
        <p:sp>
          <p:nvSpPr>
            <p:cNvPr id="1625" name="Google Shape;1625;p5"/>
            <p:cNvSpPr/>
            <p:nvPr/>
          </p:nvSpPr>
          <p:spPr>
            <a:xfrm>
              <a:off x="54583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54583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54583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54583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4583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4583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4583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4583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4583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4583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4583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4583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54583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560882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60882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60882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560882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560882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560882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560882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560882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560882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560882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560882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560882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560882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560882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560882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560882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560882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560882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560882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560882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560882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560882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560882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560882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560882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560882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560882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560882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560882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560882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560882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57593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57593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57593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57593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57593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57593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57593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57593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57593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57593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57593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59098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5909850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59098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6060375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62108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62108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651190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7" name="Google Shape;1687;p5"/>
          <p:cNvGrpSpPr/>
          <p:nvPr/>
        </p:nvGrpSpPr>
        <p:grpSpPr>
          <a:xfrm rot="10800000">
            <a:off x="7682451" y="28707"/>
            <a:ext cx="994639" cy="4940182"/>
            <a:chOff x="5759350" y="388625"/>
            <a:chExt cx="1024450" cy="5088250"/>
          </a:xfrm>
        </p:grpSpPr>
        <p:sp>
          <p:nvSpPr>
            <p:cNvPr id="1688" name="Google Shape;1688;p5"/>
            <p:cNvSpPr/>
            <p:nvPr/>
          </p:nvSpPr>
          <p:spPr>
            <a:xfrm>
              <a:off x="57593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57593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575935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57593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57593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57593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57593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59098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5909850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590985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5909850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59098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59098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590985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59098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59098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59098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5909850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590985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59098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59098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5909850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59098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590985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59098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590985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60603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60603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60603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60603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6060375" y="14422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60603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6060375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60603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60603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60603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6060375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60603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6060375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60603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60603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60603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60603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6060375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60603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60603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60603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60603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60603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60603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6060375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6060375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6210875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6210875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62108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6210875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6210875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62108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62108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6210875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6210875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621087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6210875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6210875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6210875" y="35493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62108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621087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6210875" y="43019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6210875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6210875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6210875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6210875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6361375" y="3886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6361375" y="53912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6361375" y="9906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6361375" y="12917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6361375" y="159270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6361375" y="20442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6361375" y="23452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6361375" y="27968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6361375" y="30978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6361375" y="324832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6361375" y="35493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6361375" y="36998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6361375" y="38503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6361375" y="41514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6361375" y="43019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6361375" y="475345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6361375" y="5054450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6361375" y="5204975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651190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6511900" y="12917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651190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6511900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6511900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651190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651190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6511900" y="52049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666240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666240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6662400" y="26462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89" name="Google Shape;1789;p5"/>
          <p:cNvGrpSpPr/>
          <p:nvPr/>
        </p:nvGrpSpPr>
        <p:grpSpPr>
          <a:xfrm rot="10800000">
            <a:off x="7682451" y="28707"/>
            <a:ext cx="1140783" cy="5086302"/>
            <a:chOff x="5608825" y="238125"/>
            <a:chExt cx="1174975" cy="5238750"/>
          </a:xfrm>
        </p:grpSpPr>
        <p:sp>
          <p:nvSpPr>
            <p:cNvPr id="1790" name="Google Shape;1790;p5"/>
            <p:cNvSpPr/>
            <p:nvPr/>
          </p:nvSpPr>
          <p:spPr>
            <a:xfrm>
              <a:off x="560882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560882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5608825" y="27968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5608825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5759350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5759350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57593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5"/>
            <p:cNvSpPr/>
            <p:nvPr/>
          </p:nvSpPr>
          <p:spPr>
            <a:xfrm>
              <a:off x="57593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5"/>
            <p:cNvSpPr/>
            <p:nvPr/>
          </p:nvSpPr>
          <p:spPr>
            <a:xfrm>
              <a:off x="5759350" y="17432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5759350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57593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57593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5759350" y="29473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5759350" y="30978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5759350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5759350" y="38503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5759350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5759350" y="44524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57593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57593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5759350" y="505445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5909850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5909850" y="53912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5909850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5909850" y="9906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5909850" y="1592700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5909850" y="21947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5909850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5909850" y="24957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5909850" y="33988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5909850" y="415140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5909850" y="46029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5909850" y="47534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5909850" y="53554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60603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6060375" y="3886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6060375" y="8401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6060375" y="11411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060375" y="18937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060375" y="20442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0603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0" y="0"/>
                  </a:moveTo>
                  <a:lnTo>
                    <a:pt x="0" y="4855"/>
                  </a:lnTo>
                  <a:lnTo>
                    <a:pt x="4855" y="4855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6060375" y="4000875"/>
              <a:ext cx="121400" cy="121425"/>
            </a:xfrm>
            <a:custGeom>
              <a:avLst/>
              <a:gdLst/>
              <a:ahLst/>
              <a:cxnLst/>
              <a:rect l="l" t="t" r="r" b="b"/>
              <a:pathLst>
                <a:path w="4856" h="4857" extrusionOk="0">
                  <a:moveTo>
                    <a:pt x="0" y="1"/>
                  </a:moveTo>
                  <a:lnTo>
                    <a:pt x="0" y="4856"/>
                  </a:lnTo>
                  <a:lnTo>
                    <a:pt x="4855" y="4856"/>
                  </a:lnTo>
                  <a:lnTo>
                    <a:pt x="4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210875" y="2381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210875" y="6896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6210875" y="23452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6210875" y="324832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6210875" y="3699875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0"/>
                  </a:moveTo>
                  <a:lnTo>
                    <a:pt x="1" y="4855"/>
                  </a:lnTo>
                  <a:lnTo>
                    <a:pt x="4856" y="4855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6361375" y="1442200"/>
              <a:ext cx="121425" cy="121400"/>
            </a:xfrm>
            <a:custGeom>
              <a:avLst/>
              <a:gdLst/>
              <a:ahLst/>
              <a:cxnLst/>
              <a:rect l="l" t="t" r="r" b="b"/>
              <a:pathLst>
                <a:path w="4857" h="4856" extrusionOk="0">
                  <a:moveTo>
                    <a:pt x="1" y="0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6361375" y="2646275"/>
              <a:ext cx="121425" cy="121425"/>
            </a:xfrm>
            <a:custGeom>
              <a:avLst/>
              <a:gdLst/>
              <a:ahLst/>
              <a:cxnLst/>
              <a:rect l="l" t="t" r="r" b="b"/>
              <a:pathLst>
                <a:path w="4857" h="4857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6662400" y="4903950"/>
              <a:ext cx="121400" cy="121400"/>
            </a:xfrm>
            <a:custGeom>
              <a:avLst/>
              <a:gdLst/>
              <a:ahLst/>
              <a:cxnLst/>
              <a:rect l="l" t="t" r="r" b="b"/>
              <a:pathLst>
                <a:path w="4856" h="4856" extrusionOk="0">
                  <a:moveTo>
                    <a:pt x="1" y="1"/>
                  </a:moveTo>
                  <a:lnTo>
                    <a:pt x="1" y="4856"/>
                  </a:lnTo>
                  <a:lnTo>
                    <a:pt x="4856" y="4856"/>
                  </a:lnTo>
                  <a:lnTo>
                    <a:pt x="485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0" name="Google Shape;1840;p5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Dosis ExtraLight"/>
              <a:buNone/>
              <a:defRPr sz="36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1pPr>
            <a:lvl2pPr lvl="1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2pPr>
            <a:lvl3pPr lvl="2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3pPr>
            <a:lvl4pPr lvl="3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4pPr>
            <a:lvl5pPr lvl="4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5pPr>
            <a:lvl6pPr lvl="5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6pPr>
            <a:lvl7pPr lvl="6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7pPr>
            <a:lvl8pPr lvl="7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8pPr>
            <a:lvl9pPr lvl="8">
              <a:buNone/>
              <a:defRPr sz="1200">
                <a:solidFill>
                  <a:schemeClr val="dk2"/>
                </a:solidFill>
                <a:latin typeface="Dosis ExtraLight"/>
                <a:ea typeface="Dosis ExtraLight"/>
                <a:cs typeface="Dosis ExtraLight"/>
                <a:sym typeface="Dosis Extra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python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6" name="Google Shape;3836;p13"/>
          <p:cNvSpPr txBox="1">
            <a:spLocks noGrp="1"/>
          </p:cNvSpPr>
          <p:nvPr>
            <p:ph type="ctrTitle"/>
          </p:nvPr>
        </p:nvSpPr>
        <p:spPr>
          <a:xfrm>
            <a:off x="762000" y="696425"/>
            <a:ext cx="5396700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latin typeface="+mj-lt"/>
              </a:rPr>
              <a:t>Repaso de programación en Python: variables y ciclos</a:t>
            </a:r>
            <a:endParaRPr sz="44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16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1. Python</a:t>
            </a:r>
            <a:endParaRPr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05843-9DFB-42C1-7C51-B3ADC47E5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Qué es python?</a:t>
            </a:r>
            <a:endParaRPr dirty="0"/>
          </a:p>
        </p:txBody>
      </p:sp>
      <p:sp>
        <p:nvSpPr>
          <p:cNvPr id="3871" name="Google Shape;3871;p18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s-MX" dirty="0"/>
              <a:t>Es un lenguaje de programación de tipo interpretado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s-MX" dirty="0"/>
              <a:t>Permite hacer scripts y usar lenguaje elevado para programar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C77A84-5D61-3C4B-C574-9961E9C3B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53" y="3542446"/>
            <a:ext cx="4209488" cy="7356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7FF1-041B-7D42-A681-ADBD4659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 </a:t>
            </a:r>
            <a:r>
              <a:rPr lang="en-US" dirty="0" err="1"/>
              <a:t>qu</a:t>
            </a:r>
            <a:r>
              <a:rPr lang="es-MX" dirty="0"/>
              <a:t>é usar Python?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94639-8ADF-0D5B-393B-A6DB1B7B6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Tiene una sintaxis simplificada</a:t>
            </a:r>
          </a:p>
          <a:p>
            <a:r>
              <a:rPr lang="es-MX" dirty="0"/>
              <a:t>Hay ya muchas librerías implementadas con funciones útiles</a:t>
            </a:r>
          </a:p>
          <a:p>
            <a:pPr lvl="1"/>
            <a:r>
              <a:rPr lang="es-MX" dirty="0"/>
              <a:t>Pandas</a:t>
            </a:r>
          </a:p>
          <a:p>
            <a:pPr lvl="1"/>
            <a:r>
              <a:rPr lang="es-MX" dirty="0" err="1"/>
              <a:t>Numpy</a:t>
            </a:r>
            <a:endParaRPr lang="es-MX" dirty="0"/>
          </a:p>
          <a:p>
            <a:pPr lvl="1"/>
            <a:r>
              <a:rPr lang="es-MX" dirty="0" err="1"/>
              <a:t>Bioconda</a:t>
            </a:r>
            <a:endParaRPr lang="es-MX" dirty="0"/>
          </a:p>
          <a:p>
            <a:r>
              <a:rPr lang="es-MX" dirty="0"/>
              <a:t>Es fácil encontrar ejemplos</a:t>
            </a:r>
          </a:p>
          <a:p>
            <a:pPr lvl="1"/>
            <a:r>
              <a:rPr lang="es-MX" dirty="0">
                <a:hlinkClick r:id="rId2"/>
              </a:rPr>
              <a:t>https://www.w3schools.com/python/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C626-8D3D-2DB6-AA46-9329701413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0006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16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2. Variables</a:t>
            </a:r>
            <a:endParaRPr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05843-9DFB-42C1-7C51-B3ADC47E5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4943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7FF1-041B-7D42-A681-ADBD4659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Qué es una variable?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94639-8ADF-0D5B-393B-A6DB1B7B6C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Es un lugar en memoria para guardar información</a:t>
            </a:r>
          </a:p>
          <a:p>
            <a:r>
              <a:rPr lang="es-MX" dirty="0"/>
              <a:t>Hay varios tipos</a:t>
            </a:r>
          </a:p>
          <a:p>
            <a:pPr lvl="1"/>
            <a:r>
              <a:rPr lang="es-MX" dirty="0"/>
              <a:t>Números</a:t>
            </a:r>
          </a:p>
          <a:p>
            <a:pPr lvl="1"/>
            <a:r>
              <a:rPr lang="es-MX" dirty="0"/>
              <a:t>Palabras (</a:t>
            </a:r>
            <a:r>
              <a:rPr lang="es-MX" dirty="0" err="1"/>
              <a:t>Strings</a:t>
            </a:r>
            <a:r>
              <a:rPr lang="es-MX" dirty="0"/>
              <a:t>)</a:t>
            </a:r>
          </a:p>
          <a:p>
            <a:pPr lvl="1"/>
            <a:r>
              <a:rPr lang="es-MX" dirty="0"/>
              <a:t>Complejos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C626-8D3D-2DB6-AA46-9329701413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49078-6514-AA28-5297-E46B3D47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147" y="3102888"/>
            <a:ext cx="3453158" cy="1038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80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7FF1-041B-7D42-A681-ADBD4659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94639-8ADF-0D5B-393B-A6DB1B7B6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1817273" cy="1038362"/>
          </a:xfrm>
        </p:spPr>
        <p:txBody>
          <a:bodyPr/>
          <a:lstStyle/>
          <a:p>
            <a:pPr marL="76200" indent="0">
              <a:buNone/>
            </a:pPr>
            <a:r>
              <a:rPr lang="en-US" dirty="0"/>
              <a:t>N</a:t>
            </a:r>
            <a:r>
              <a:rPr lang="es-MX" dirty="0" err="1"/>
              <a:t>ombre</a:t>
            </a:r>
            <a:r>
              <a:rPr lang="es-MX" dirty="0"/>
              <a:t> de la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C626-8D3D-2DB6-AA46-9329701413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449078-6514-AA28-5297-E46B3D476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271" y="2908687"/>
            <a:ext cx="3453158" cy="103836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4738C77-55F2-D9FB-9EC6-29E0DF0CB967}"/>
              </a:ext>
            </a:extLst>
          </p:cNvPr>
          <p:cNvCxnSpPr>
            <a:cxnSpLocks/>
          </p:cNvCxnSpPr>
          <p:nvPr/>
        </p:nvCxnSpPr>
        <p:spPr>
          <a:xfrm>
            <a:off x="2183980" y="2320007"/>
            <a:ext cx="770817" cy="5886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C3479C4-CF3B-16D4-4423-738D0C9D265A}"/>
              </a:ext>
            </a:extLst>
          </p:cNvPr>
          <p:cNvSpPr txBox="1">
            <a:spLocks/>
          </p:cNvSpPr>
          <p:nvPr/>
        </p:nvSpPr>
        <p:spPr>
          <a:xfrm>
            <a:off x="2535573" y="4201020"/>
            <a:ext cx="2754344" cy="103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 err="1"/>
              <a:t>Indicar</a:t>
            </a:r>
            <a:r>
              <a:rPr lang="en-US" dirty="0"/>
              <a:t> que se </a:t>
            </a:r>
            <a:r>
              <a:rPr lang="en-US" dirty="0" err="1"/>
              <a:t>quiere</a:t>
            </a:r>
            <a:r>
              <a:rPr lang="en-US" dirty="0"/>
              <a:t> </a:t>
            </a:r>
            <a:r>
              <a:rPr lang="en-US" dirty="0" err="1"/>
              <a:t>asignar</a:t>
            </a:r>
            <a:endParaRPr lang="es-MX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440F6F-84D1-13D4-61B1-10828D8D3185}"/>
              </a:ext>
            </a:extLst>
          </p:cNvPr>
          <p:cNvCxnSpPr>
            <a:cxnSpLocks/>
          </p:cNvCxnSpPr>
          <p:nvPr/>
        </p:nvCxnSpPr>
        <p:spPr>
          <a:xfrm flipV="1">
            <a:off x="3377990" y="3947049"/>
            <a:ext cx="0" cy="457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6B8EE4-657F-4AF1-3317-20076645E7DA}"/>
              </a:ext>
            </a:extLst>
          </p:cNvPr>
          <p:cNvCxnSpPr>
            <a:cxnSpLocks/>
          </p:cNvCxnSpPr>
          <p:nvPr/>
        </p:nvCxnSpPr>
        <p:spPr>
          <a:xfrm flipH="1">
            <a:off x="3713643" y="2252731"/>
            <a:ext cx="1157050" cy="655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A8991DD-B5A8-C7B0-4D35-88604EA29CBC}"/>
              </a:ext>
            </a:extLst>
          </p:cNvPr>
          <p:cNvSpPr txBox="1">
            <a:spLocks/>
          </p:cNvSpPr>
          <p:nvPr/>
        </p:nvSpPr>
        <p:spPr>
          <a:xfrm>
            <a:off x="4720902" y="1715632"/>
            <a:ext cx="1817273" cy="1038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n-US" dirty="0"/>
              <a:t>Valor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4621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97FF1-041B-7D42-A681-ADBD4659E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Es importante ponerles nombres intuitivos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BC626-8D3D-2DB6-AA46-9329701413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0C0915D-5C4D-211A-F8D8-C150AA12D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Procurar poner nombres cortos, pero es preferible que sean claros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E2B69F-0D20-1CC1-DB0C-807FEB4C7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729" y="2818931"/>
            <a:ext cx="3162741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0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EBC6-8C3B-9293-0C0E-D8175692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 puede hacer operaciones con las 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D772C-6724-63BF-F14B-00F12D771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267106"/>
            <a:ext cx="3914156" cy="2446943"/>
          </a:xfrm>
        </p:spPr>
        <p:txBody>
          <a:bodyPr/>
          <a:lstStyle/>
          <a:p>
            <a:r>
              <a:rPr lang="es-MX" dirty="0"/>
              <a:t>Aritmética simple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7AEDB-7A4B-D558-3BFF-A1355C4972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BD64AB-491D-DA51-715B-DA59243CD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706" y="1918693"/>
            <a:ext cx="1314633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101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EBC6-8C3B-9293-0C0E-D8175692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Operaciones con </a:t>
            </a:r>
            <a:r>
              <a:rPr lang="es-MX" dirty="0" err="1"/>
              <a:t>strings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D772C-6724-63BF-F14B-00F12D771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2206650"/>
            <a:ext cx="3914156" cy="2507399"/>
          </a:xfrm>
        </p:spPr>
        <p:txBody>
          <a:bodyPr/>
          <a:lstStyle/>
          <a:p>
            <a:r>
              <a:rPr lang="es-MX" dirty="0"/>
              <a:t>Concatenación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7AEDB-7A4B-D558-3BFF-A1355C4972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AC6B54-8B32-E06C-6BE1-C0078A8FB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216" y="2206650"/>
            <a:ext cx="1895740" cy="1038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72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EBC6-8C3B-9293-0C0E-D8175692B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No todas las operaciones son válidas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D772C-6724-63BF-F14B-00F12D771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299" y="1733550"/>
            <a:ext cx="6884067" cy="2785551"/>
          </a:xfrm>
        </p:spPr>
        <p:txBody>
          <a:bodyPr/>
          <a:lstStyle/>
          <a:p>
            <a:r>
              <a:rPr lang="es-MX" dirty="0"/>
              <a:t>No tiene sentido “dividir una palabra por otra”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7AEDB-7A4B-D558-3BFF-A1355C4972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58513B-52FA-E002-A0A8-6020823DB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24" y="2834960"/>
            <a:ext cx="7640116" cy="109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88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7E59-A23B-D251-DDF9-214C7988E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 </a:t>
            </a:r>
            <a:r>
              <a:rPr lang="en-US" dirty="0" err="1"/>
              <a:t>concatenar</a:t>
            </a:r>
            <a:r>
              <a:rPr lang="en-US" dirty="0"/>
              <a:t> un string con un </a:t>
            </a:r>
            <a:r>
              <a:rPr lang="en-US" dirty="0" err="1"/>
              <a:t>número</a:t>
            </a:r>
            <a:r>
              <a:rPr lang="en-US" dirty="0"/>
              <a:t> hay que </a:t>
            </a:r>
            <a:r>
              <a:rPr lang="en-US" dirty="0" err="1"/>
              <a:t>convertirlo</a:t>
            </a:r>
            <a:r>
              <a:rPr lang="en-US" dirty="0"/>
              <a:t> 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04050-C70E-BC83-9FDC-185A4FA9A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9EC48-D103-7682-5D76-EB502DF410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6DD709-D8B2-FD87-2052-D6015DFDC5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32"/>
          <a:stretch/>
        </p:blipFill>
        <p:spPr>
          <a:xfrm>
            <a:off x="718300" y="2308333"/>
            <a:ext cx="6818994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16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3. Ciclos</a:t>
            </a:r>
            <a:endParaRPr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05843-9DFB-42C1-7C51-B3ADC47E5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5527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" name="Google Shape;3870;p18"/>
          <p:cNvSpPr txBox="1">
            <a:spLocks noGrp="1"/>
          </p:cNvSpPr>
          <p:nvPr>
            <p:ph type="title"/>
          </p:nvPr>
        </p:nvSpPr>
        <p:spPr>
          <a:xfrm>
            <a:off x="718300" y="739375"/>
            <a:ext cx="67611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Qué son?</a:t>
            </a:r>
            <a:endParaRPr dirty="0"/>
          </a:p>
        </p:txBody>
      </p:sp>
      <p:sp>
        <p:nvSpPr>
          <p:cNvPr id="3871" name="Google Shape;3871;p18"/>
          <p:cNvSpPr txBox="1">
            <a:spLocks noGrp="1"/>
          </p:cNvSpPr>
          <p:nvPr>
            <p:ph type="body" idx="1"/>
          </p:nvPr>
        </p:nvSpPr>
        <p:spPr>
          <a:xfrm>
            <a:off x="718300" y="1733550"/>
            <a:ext cx="6761100" cy="29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s-MX" dirty="0"/>
              <a:t>También llamados </a:t>
            </a:r>
            <a:r>
              <a:rPr lang="es-MX" dirty="0" err="1"/>
              <a:t>loops</a:t>
            </a:r>
            <a:endParaRPr lang="es-MX" dirty="0"/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▪"/>
            </a:pPr>
            <a:r>
              <a:rPr lang="es-MX" dirty="0"/>
              <a:t>Manera de repetir muchas veces una tarea</a:t>
            </a:r>
            <a:endParaRPr dirty="0"/>
          </a:p>
        </p:txBody>
      </p:sp>
      <p:sp>
        <p:nvSpPr>
          <p:cNvPr id="3872" name="Google Shape;3872;p18"/>
          <p:cNvSpPr txBox="1">
            <a:spLocks noGrp="1"/>
          </p:cNvSpPr>
          <p:nvPr>
            <p:ph type="sldNum" idx="12"/>
          </p:nvPr>
        </p:nvSpPr>
        <p:spPr>
          <a:xfrm>
            <a:off x="91531" y="4720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936FFE-59BD-726B-8F4F-7966E0D15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6204" y="2783612"/>
            <a:ext cx="278168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958D-0880-48E3-4E07-8056076C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 </a:t>
            </a:r>
            <a:r>
              <a:rPr lang="en-US" dirty="0" err="1"/>
              <a:t>qu</a:t>
            </a:r>
            <a:r>
              <a:rPr lang="es-MX" dirty="0"/>
              <a:t>é usarlos?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1BCA0-95B3-FA68-2428-836C5E8D1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Frecuentemente se requiere realizar una misma operación con diferentes datos</a:t>
            </a:r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4FB10-8229-F133-C8FD-7F16D8984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43265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958D-0880-48E3-4E07-8056076C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Tipos de ciclos: </a:t>
            </a:r>
            <a:r>
              <a:rPr lang="es-MX" dirty="0" err="1"/>
              <a:t>for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1BCA0-95B3-FA68-2428-836C5E8D1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6699846" cy="1191319"/>
          </a:xfrm>
        </p:spPr>
        <p:txBody>
          <a:bodyPr/>
          <a:lstStyle/>
          <a:p>
            <a:r>
              <a:rPr lang="es-MX" dirty="0"/>
              <a:t>Realiza una tarea las veces que se le indican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4FB10-8229-F133-C8FD-7F16D8984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2A18E1-80E4-E4B8-D67A-0C67E33D8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905" y="2622743"/>
            <a:ext cx="3119484" cy="190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06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958D-0880-48E3-4E07-8056076C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</a:t>
            </a:r>
            <a:r>
              <a:rPr lang="es-MX" dirty="0" err="1"/>
              <a:t>for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4FB10-8229-F133-C8FD-7F16D8984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D046A91-312F-CED4-9E3D-6A43E7EF86BE}"/>
              </a:ext>
            </a:extLst>
          </p:cNvPr>
          <p:cNvSpPr txBox="1">
            <a:spLocks/>
          </p:cNvSpPr>
          <p:nvPr/>
        </p:nvSpPr>
        <p:spPr>
          <a:xfrm>
            <a:off x="2297232" y="1649274"/>
            <a:ext cx="2781688" cy="1191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Sintaxis requerida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0B7A2FEE-5F3D-BFF9-7EBD-FE8E226524A6}"/>
              </a:ext>
            </a:extLst>
          </p:cNvPr>
          <p:cNvSpPr txBox="1">
            <a:spLocks/>
          </p:cNvSpPr>
          <p:nvPr/>
        </p:nvSpPr>
        <p:spPr>
          <a:xfrm>
            <a:off x="5271079" y="2105031"/>
            <a:ext cx="2208321" cy="1191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Lista sobre la que se va a iterar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F75844-94D5-5C98-7784-C81459CB1EEB}"/>
              </a:ext>
            </a:extLst>
          </p:cNvPr>
          <p:cNvSpPr txBox="1">
            <a:spLocks/>
          </p:cNvSpPr>
          <p:nvPr/>
        </p:nvSpPr>
        <p:spPr>
          <a:xfrm>
            <a:off x="397230" y="2244933"/>
            <a:ext cx="1622752" cy="1191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/>
              <a:t>Variable sobre la que se va a iterar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2A18E1-80E4-E4B8-D67A-0C67E33D89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427"/>
          <a:stretch/>
        </p:blipFill>
        <p:spPr>
          <a:xfrm>
            <a:off x="2019982" y="2315670"/>
            <a:ext cx="3119484" cy="1191318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2B7DA2-DC33-06B9-1473-7F3A97508613}"/>
              </a:ext>
            </a:extLst>
          </p:cNvPr>
          <p:cNvCxnSpPr/>
          <p:nvPr/>
        </p:nvCxnSpPr>
        <p:spPr>
          <a:xfrm flipV="1">
            <a:off x="1652184" y="2538484"/>
            <a:ext cx="1269242" cy="435036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7FB446-DFAF-64A9-7162-142EC6045702}"/>
              </a:ext>
            </a:extLst>
          </p:cNvPr>
          <p:cNvCxnSpPr>
            <a:cxnSpLocks/>
            <a:endCxn id="31" idx="5"/>
          </p:cNvCxnSpPr>
          <p:nvPr/>
        </p:nvCxnSpPr>
        <p:spPr>
          <a:xfrm flipH="1" flipV="1">
            <a:off x="4374686" y="2571364"/>
            <a:ext cx="1024266" cy="87724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8FCD9A4-1666-22BC-073D-0DD529144D91}"/>
              </a:ext>
            </a:extLst>
          </p:cNvPr>
          <p:cNvCxnSpPr>
            <a:cxnSpLocks/>
          </p:cNvCxnSpPr>
          <p:nvPr/>
        </p:nvCxnSpPr>
        <p:spPr>
          <a:xfrm flipH="1">
            <a:off x="2778124" y="2089472"/>
            <a:ext cx="119864" cy="2621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3E232B8-EA72-50BD-184D-EAF5A387C85D}"/>
              </a:ext>
            </a:extLst>
          </p:cNvPr>
          <p:cNvCxnSpPr>
            <a:cxnSpLocks/>
          </p:cNvCxnSpPr>
          <p:nvPr/>
        </p:nvCxnSpPr>
        <p:spPr>
          <a:xfrm>
            <a:off x="3349633" y="2089472"/>
            <a:ext cx="0" cy="2621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8341732-561E-D368-AF4F-02B85FA28D08}"/>
              </a:ext>
            </a:extLst>
          </p:cNvPr>
          <p:cNvCxnSpPr>
            <a:cxnSpLocks/>
          </p:cNvCxnSpPr>
          <p:nvPr/>
        </p:nvCxnSpPr>
        <p:spPr>
          <a:xfrm>
            <a:off x="4244083" y="2113837"/>
            <a:ext cx="280955" cy="26219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D45958C6-BA6D-4E5D-4B35-C99051BEE077}"/>
              </a:ext>
            </a:extLst>
          </p:cNvPr>
          <p:cNvSpPr/>
          <p:nvPr/>
        </p:nvSpPr>
        <p:spPr>
          <a:xfrm>
            <a:off x="2497236" y="2308846"/>
            <a:ext cx="358692" cy="262191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7433A0A-831C-1515-7D33-99A580D5D275}"/>
              </a:ext>
            </a:extLst>
          </p:cNvPr>
          <p:cNvSpPr/>
          <p:nvPr/>
        </p:nvSpPr>
        <p:spPr>
          <a:xfrm>
            <a:off x="3157474" y="2315669"/>
            <a:ext cx="358692" cy="262191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D9CC0E1-65F6-5377-CD2A-044DE54CBAFC}"/>
              </a:ext>
            </a:extLst>
          </p:cNvPr>
          <p:cNvSpPr/>
          <p:nvPr/>
        </p:nvSpPr>
        <p:spPr>
          <a:xfrm>
            <a:off x="4478680" y="2326161"/>
            <a:ext cx="210450" cy="262191"/>
          </a:xfrm>
          <a:prstGeom prst="ellipse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C008C34-CAE7-F199-4A1D-2C9CDBAAB859}"/>
              </a:ext>
            </a:extLst>
          </p:cNvPr>
          <p:cNvSpPr/>
          <p:nvPr/>
        </p:nvSpPr>
        <p:spPr>
          <a:xfrm>
            <a:off x="2895958" y="2320654"/>
            <a:ext cx="257909" cy="244876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793E3FA-33FB-ABD1-A73B-6128242B76BE}"/>
              </a:ext>
            </a:extLst>
          </p:cNvPr>
          <p:cNvSpPr/>
          <p:nvPr/>
        </p:nvSpPr>
        <p:spPr>
          <a:xfrm>
            <a:off x="3523419" y="2311946"/>
            <a:ext cx="997321" cy="303927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05307F0A-DC98-76AD-4136-7EA73EC8B818}"/>
              </a:ext>
            </a:extLst>
          </p:cNvPr>
          <p:cNvSpPr txBox="1">
            <a:spLocks/>
          </p:cNvSpPr>
          <p:nvPr/>
        </p:nvSpPr>
        <p:spPr>
          <a:xfrm>
            <a:off x="2151685" y="3885917"/>
            <a:ext cx="4738109" cy="1191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None/>
            </a:pPr>
            <a:r>
              <a:rPr lang="es-MX" dirty="0" err="1"/>
              <a:t>range</a:t>
            </a:r>
            <a:r>
              <a:rPr lang="es-MX" dirty="0"/>
              <a:t>(N) indica que se debe hacer N veces</a:t>
            </a:r>
          </a:p>
          <a:p>
            <a:pPr marL="7620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96136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958D-0880-48E3-4E07-8056076C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</a:t>
            </a:r>
            <a:r>
              <a:rPr lang="es-MX" dirty="0" err="1"/>
              <a:t>for</a:t>
            </a:r>
            <a:r>
              <a:rPr lang="es-MX" dirty="0"/>
              <a:t> (2)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1BCA0-95B3-FA68-2428-836C5E8D1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3634546" cy="2980500"/>
          </a:xfrm>
        </p:spPr>
        <p:txBody>
          <a:bodyPr/>
          <a:lstStyle/>
          <a:p>
            <a:r>
              <a:rPr lang="es-MX" dirty="0"/>
              <a:t>Todo lo que esté </a:t>
            </a:r>
            <a:r>
              <a:rPr lang="es-MX" b="1" i="1" dirty="0" err="1"/>
              <a:t>indentado</a:t>
            </a:r>
            <a:r>
              <a:rPr lang="es-MX" b="1" i="1" dirty="0"/>
              <a:t> </a:t>
            </a:r>
            <a:r>
              <a:rPr lang="es-MX" dirty="0"/>
              <a:t>forma parte del ciclo</a:t>
            </a:r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4FB10-8229-F133-C8FD-7F16D8984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0A36AF1-8F77-7E44-470E-C072DF289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432850"/>
            <a:ext cx="2838846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480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958D-0880-48E3-4E07-8056076C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Sintaxis </a:t>
            </a:r>
            <a:r>
              <a:rPr lang="es-MX" dirty="0" err="1"/>
              <a:t>for</a:t>
            </a:r>
            <a:r>
              <a:rPr lang="es-MX" dirty="0"/>
              <a:t> (3)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1BCA0-95B3-FA68-2428-836C5E8D1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299" y="1733550"/>
            <a:ext cx="6695141" cy="2980500"/>
          </a:xfrm>
        </p:spPr>
        <p:txBody>
          <a:bodyPr/>
          <a:lstStyle/>
          <a:p>
            <a:r>
              <a:rPr lang="es-MX" dirty="0"/>
              <a:t>No importa el número de espacios pero tiene que ser el mismo  para todas las instrucciones</a:t>
            </a:r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4FB10-8229-F133-C8FD-7F16D8984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58C934D-E706-2954-82FD-905025821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485" y="2807455"/>
            <a:ext cx="4363059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6653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958D-0880-48E3-4E07-8056076C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Podemos iterar sobre cualquier lista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1BCA0-95B3-FA68-2428-836C5E8D1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299" y="1733550"/>
            <a:ext cx="2910606" cy="2980500"/>
          </a:xfrm>
        </p:spPr>
        <p:txBody>
          <a:bodyPr/>
          <a:lstStyle/>
          <a:p>
            <a:r>
              <a:rPr lang="es-MX" dirty="0"/>
              <a:t>Los </a:t>
            </a:r>
            <a:r>
              <a:rPr lang="es-MX" dirty="0" err="1"/>
              <a:t>strings</a:t>
            </a:r>
            <a:r>
              <a:rPr lang="es-MX" dirty="0"/>
              <a:t> son un tipo de lista</a:t>
            </a:r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4FB10-8229-F133-C8FD-7F16D89847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3313E5-F8C4-D405-2F32-4F5953B01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974" y="1596775"/>
            <a:ext cx="3772426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50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51D5-183B-6234-7F5E-5A63666D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Tipos de ciclos: </a:t>
            </a:r>
            <a:r>
              <a:rPr lang="es-MX" dirty="0" err="1"/>
              <a:t>while</a:t>
            </a:r>
            <a:endParaRPr lang="es-MX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CBDB1-C0D4-9ED0-6AB2-72ECA3A40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Realiza una tarea mientras que se cumpla una condición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B68AB-4424-A8C0-360D-9A3ADE3C08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A37DDE-190B-0AE8-0B72-AFAB2F9B5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0268" y="2649735"/>
            <a:ext cx="3677163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365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51D5-183B-6234-7F5E-5A63666D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 puede utilizar ambos ciclos para lo mismo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CBDB1-C0D4-9ED0-6AB2-72ECA3A40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Realiza una tarea hasta que se cumpla una condición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B68AB-4424-A8C0-360D-9A3ADE3C08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859316-C750-EE7C-4806-39FE3FCD4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083" y="2675415"/>
            <a:ext cx="2238687" cy="20386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188306-D476-F32A-BB39-F0BE13119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646837"/>
            <a:ext cx="2781688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89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16"/>
          <p:cNvSpPr txBox="1">
            <a:spLocks noGrp="1"/>
          </p:cNvSpPr>
          <p:nvPr>
            <p:ph type="ctrTitle"/>
          </p:nvPr>
        </p:nvSpPr>
        <p:spPr>
          <a:xfrm>
            <a:off x="685800" y="2878750"/>
            <a:ext cx="52689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+mj-lt"/>
              </a:rPr>
              <a:t>3. Ejemplo</a:t>
            </a:r>
            <a:r>
              <a:rPr lang="es-MX" dirty="0">
                <a:latin typeface="+mj-lt"/>
              </a:rPr>
              <a:t>: Cálculo de contenido GC</a:t>
            </a:r>
            <a:endParaRPr dirty="0">
              <a:latin typeface="+mj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505843-9DFB-42C1-7C51-B3ADC47E58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435560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51D5-183B-6234-7F5E-5A63666D6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Archivos fasta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CBDB1-C0D4-9ED0-6AB2-72ECA3A409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5625" y="1942095"/>
            <a:ext cx="1869091" cy="740709"/>
          </a:xfrm>
        </p:spPr>
        <p:txBody>
          <a:bodyPr/>
          <a:lstStyle/>
          <a:p>
            <a:pPr marL="76200" indent="0">
              <a:buNone/>
            </a:pPr>
            <a:r>
              <a:rPr lang="es-MX" dirty="0"/>
              <a:t>Encabezado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B68AB-4424-A8C0-360D-9A3ADE3C08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44B2A9C-B3D9-6616-24B5-8853238D0F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496"/>
          <a:stretch/>
        </p:blipFill>
        <p:spPr>
          <a:xfrm>
            <a:off x="2612619" y="2176665"/>
            <a:ext cx="5176064" cy="2086266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1BC4D9-A343-C242-DD7C-F191965268BE}"/>
              </a:ext>
            </a:extLst>
          </p:cNvPr>
          <p:cNvCxnSpPr>
            <a:cxnSpLocks/>
          </p:cNvCxnSpPr>
          <p:nvPr/>
        </p:nvCxnSpPr>
        <p:spPr>
          <a:xfrm>
            <a:off x="2108410" y="2312450"/>
            <a:ext cx="504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A2170189-6C60-AD86-B97A-A9444E0484EB}"/>
              </a:ext>
            </a:extLst>
          </p:cNvPr>
          <p:cNvSpPr txBox="1">
            <a:spLocks/>
          </p:cNvSpPr>
          <p:nvPr/>
        </p:nvSpPr>
        <p:spPr>
          <a:xfrm>
            <a:off x="514311" y="2657769"/>
            <a:ext cx="1869091" cy="740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 ea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▪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1pPr>
            <a:lvl2pPr marL="914400" marR="0" lvl="1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2pPr>
            <a:lvl3pPr marL="1371600" marR="0" lvl="2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3pPr>
            <a:lvl4pPr marL="1828800" marR="0" lvl="3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4pPr>
            <a:lvl5pPr marL="2286000" marR="0" lvl="4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5pPr>
            <a:lvl6pPr marL="2743200" marR="0" lvl="5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▫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6pPr>
            <a:lvl7pPr marL="3200400" marR="0" lvl="6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●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7pPr>
            <a:lvl8pPr marL="3657600" marR="0" lvl="7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○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8pPr>
            <a:lvl9pPr marL="4114800" marR="0" lvl="8" indent="-38100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tillium Web Light"/>
              <a:buChar char="■"/>
              <a:defRPr sz="2400" b="0" i="0" u="none" strike="noStrike" cap="none">
                <a:solidFill>
                  <a:schemeClr val="dk1"/>
                </a:solidFill>
                <a:latin typeface="Titillium Web Light"/>
                <a:ea typeface="Titillium Web Light"/>
                <a:cs typeface="Titillium Web Light"/>
                <a:sym typeface="Titillium Web Light"/>
              </a:defRPr>
            </a:lvl9pPr>
          </a:lstStyle>
          <a:p>
            <a:pPr marL="76200" indent="0">
              <a:buFont typeface="Titillium Web Light"/>
              <a:buNone/>
            </a:pPr>
            <a:r>
              <a:rPr lang="es-MX"/>
              <a:t>Secuencia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60E77E-133F-017C-2A0E-BD393BD8123B}"/>
              </a:ext>
            </a:extLst>
          </p:cNvPr>
          <p:cNvCxnSpPr>
            <a:cxnSpLocks/>
          </p:cNvCxnSpPr>
          <p:nvPr/>
        </p:nvCxnSpPr>
        <p:spPr>
          <a:xfrm>
            <a:off x="2055511" y="3028124"/>
            <a:ext cx="5042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1327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61BE-70EF-2B27-D4A7-9E30B9664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Primero abrimos el archivo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57E200-B162-6495-0688-FFD2F4B2C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4941912" cy="2980500"/>
          </a:xfrm>
        </p:spPr>
        <p:txBody>
          <a:bodyPr/>
          <a:lstStyle/>
          <a:p>
            <a:r>
              <a:rPr lang="es-MX" dirty="0"/>
              <a:t>open( nombre del archivo, modo)</a:t>
            </a:r>
          </a:p>
          <a:p>
            <a:r>
              <a:rPr lang="es-MX" dirty="0"/>
              <a:t>Modos:</a:t>
            </a:r>
          </a:p>
          <a:p>
            <a:pPr lvl="1"/>
            <a:r>
              <a:rPr lang="es-MX" dirty="0"/>
              <a:t>‘r’ lectura</a:t>
            </a:r>
          </a:p>
          <a:p>
            <a:pPr lvl="1"/>
            <a:r>
              <a:rPr lang="es-MX" dirty="0"/>
              <a:t>‘w’ escritura’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C9BC4-4EE3-ACFD-DD98-9E510F63D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4543E4-6A35-88A5-5487-C0DF1FFB67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681"/>
          <a:stretch/>
        </p:blipFill>
        <p:spPr>
          <a:xfrm>
            <a:off x="640231" y="3546726"/>
            <a:ext cx="7268589" cy="129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5218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61BE-70EF-2B27-D4A7-9E30B966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300" y="467323"/>
            <a:ext cx="6761100" cy="857400"/>
          </a:xfrm>
        </p:spPr>
        <p:txBody>
          <a:bodyPr/>
          <a:lstStyle/>
          <a:p>
            <a:r>
              <a:rPr lang="es-MX" dirty="0"/>
              <a:t>Iteramos sobre las líneas del archivo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C9BC4-4EE3-ACFD-DD98-9E510F63DB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31F916-3703-C176-08B7-F38D16EF8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17" y="1454236"/>
            <a:ext cx="6902783" cy="368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9247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DD66-10EE-FA30-1C3F-AB1654F60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Iteramos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letra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l</a:t>
            </a:r>
            <a:r>
              <a:rPr lang="es-MX" dirty="0" err="1"/>
              <a:t>ínea</a:t>
            </a:r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59A7B-09E9-38FE-F90E-D8401934BB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6FD67F-31FE-ADBD-7BE9-DB9E9B0B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531" y="1733550"/>
            <a:ext cx="4210638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548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F5B1E-9943-E73B-4FE4-71AFFDCB9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Guardamos el número de G y C en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CBE23-BC06-7190-525A-DE612345A6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8D41BD-878C-14D3-DBAD-E8F0209B3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959" y="1007953"/>
            <a:ext cx="5172797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407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A674B-A095-6C5B-9769-D136B2946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Ejercicio: Completar el código para Calcular el porcentaje de GC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80B4E8-E170-C6F8-C5A2-6BEE18EB7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Qué necesitamos para convertir los conteos en porcentajes?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ACFB7-F40D-2DA5-C8ED-3B65F34EC2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708420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1BAF-9ADF-4B59-3322-55426B996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Ayuda mucho usar un ambiente de desarrollo: 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30E46-0106-1C85-49BA-C0A355950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300" y="1733550"/>
            <a:ext cx="3143340" cy="2980500"/>
          </a:xfrm>
        </p:spPr>
        <p:txBody>
          <a:bodyPr/>
          <a:lstStyle/>
          <a:p>
            <a:r>
              <a:rPr lang="es-MX" dirty="0" err="1"/>
              <a:t>Integrated</a:t>
            </a:r>
            <a:r>
              <a:rPr lang="es-MX" dirty="0"/>
              <a:t> </a:t>
            </a:r>
            <a:r>
              <a:rPr lang="es-MX" dirty="0" err="1"/>
              <a:t>Development</a:t>
            </a:r>
            <a:r>
              <a:rPr lang="es-MX" dirty="0"/>
              <a:t> </a:t>
            </a:r>
            <a:r>
              <a:rPr lang="es-MX" dirty="0" err="1"/>
              <a:t>Environment</a:t>
            </a:r>
            <a:endParaRPr lang="es-MX" dirty="0"/>
          </a:p>
          <a:p>
            <a:r>
              <a:rPr lang="es-MX" dirty="0"/>
              <a:t>IDLE es el de Python por defecto</a:t>
            </a:r>
          </a:p>
          <a:p>
            <a:r>
              <a:rPr lang="es-MX" dirty="0"/>
              <a:t>Visual Studio </a:t>
            </a:r>
            <a:r>
              <a:rPr lang="es-MX" dirty="0" err="1"/>
              <a:t>Code</a:t>
            </a:r>
            <a:r>
              <a:rPr lang="es-MX" dirty="0"/>
              <a:t> es recomendable</a:t>
            </a:r>
          </a:p>
          <a:p>
            <a:endParaRPr lang="es-MX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86282-F04D-B5DD-C9B1-2242807FAE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8CB61-1943-7397-039D-ED307EF50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640" y="1498534"/>
            <a:ext cx="3982006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620496"/>
      </p:ext>
    </p:extLst>
  </p:cSld>
  <p:clrMapOvr>
    <a:masterClrMapping/>
  </p:clrMapOvr>
</p:sld>
</file>

<file path=ppt/theme/theme1.xml><?xml version="1.0" encoding="utf-8"?>
<a:theme xmlns:a="http://schemas.openxmlformats.org/drawingml/2006/main" name="Mowbray template">
  <a:themeElements>
    <a:clrScheme name="C3 Idea 1">
      <a:dk1>
        <a:srgbClr val="0F6082"/>
      </a:dk1>
      <a:lt1>
        <a:srgbClr val="F6EAD1"/>
      </a:lt1>
      <a:dk2>
        <a:srgbClr val="093C51"/>
      </a:dk2>
      <a:lt2>
        <a:srgbClr val="E9F4FB"/>
      </a:lt2>
      <a:accent1>
        <a:srgbClr val="5386A4"/>
      </a:accent1>
      <a:accent2>
        <a:srgbClr val="E9CB8D"/>
      </a:accent2>
      <a:accent3>
        <a:srgbClr val="C9E3F6"/>
      </a:accent3>
      <a:accent4>
        <a:srgbClr val="71A9BF"/>
      </a:accent4>
      <a:accent5>
        <a:srgbClr val="0F6082"/>
      </a:accent5>
      <a:accent6>
        <a:srgbClr val="6FAEC8"/>
      </a:accent6>
      <a:hlink>
        <a:srgbClr val="E9CB8D"/>
      </a:hlink>
      <a:folHlink>
        <a:srgbClr val="E9CB8D"/>
      </a:folHlink>
    </a:clrScheme>
    <a:fontScheme name="Custom 1">
      <a:majorFont>
        <a:latin typeface="Exo"/>
        <a:ea typeface=""/>
        <a:cs typeface=""/>
      </a:majorFont>
      <a:minorFont>
        <a:latin typeface="Alegrey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wbray · SlidesCarnival colores c3 template" id="{BDF81AEB-CF00-443C-8459-389E8714FB5F}" vid="{B4CCEA33-2A96-4F2F-B516-DD39C0EBEA65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c3</Template>
  <TotalTime>262</TotalTime>
  <Words>467</Words>
  <Application>Microsoft Office PowerPoint</Application>
  <PresentationFormat>On-screen Show (16:9)</PresentationFormat>
  <Paragraphs>109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Dosis ExtraLight</vt:lpstr>
      <vt:lpstr>Titillium Web Light</vt:lpstr>
      <vt:lpstr>Exo</vt:lpstr>
      <vt:lpstr>Alegreya Sans</vt:lpstr>
      <vt:lpstr>Mowbray template</vt:lpstr>
      <vt:lpstr>Repaso de programación en Python: variables y ciclos</vt:lpstr>
      <vt:lpstr>1. Python</vt:lpstr>
      <vt:lpstr>Qué es python?</vt:lpstr>
      <vt:lpstr>Por qué usar Python?</vt:lpstr>
      <vt:lpstr>2. Variables</vt:lpstr>
      <vt:lpstr>Qué es una variable?</vt:lpstr>
      <vt:lpstr>Sintaxis variables</vt:lpstr>
      <vt:lpstr>Es importante ponerles nombres intuitivos</vt:lpstr>
      <vt:lpstr>Se puede hacer operaciones con las variables</vt:lpstr>
      <vt:lpstr>Operaciones con strings</vt:lpstr>
      <vt:lpstr>No todas las operaciones son válidas</vt:lpstr>
      <vt:lpstr>Para concatenar un string con un número hay que convertirlo </vt:lpstr>
      <vt:lpstr>3. Ciclos</vt:lpstr>
      <vt:lpstr>Qué son?</vt:lpstr>
      <vt:lpstr>Por qué usarlos?</vt:lpstr>
      <vt:lpstr>Tipos de ciclos: for</vt:lpstr>
      <vt:lpstr>Sintaxis for</vt:lpstr>
      <vt:lpstr>Sintaxis for (2)</vt:lpstr>
      <vt:lpstr>Sintaxis for (3)</vt:lpstr>
      <vt:lpstr>Podemos iterar sobre cualquier lista</vt:lpstr>
      <vt:lpstr>Tipos de ciclos: while</vt:lpstr>
      <vt:lpstr>Se puede utilizar ambos ciclos para lo mismo</vt:lpstr>
      <vt:lpstr>3. Ejemplo: Cálculo de contenido GC</vt:lpstr>
      <vt:lpstr>Archivos fasta</vt:lpstr>
      <vt:lpstr>Primero abrimos el archivo</vt:lpstr>
      <vt:lpstr>Iteramos sobre las líneas del archivo</vt:lpstr>
      <vt:lpstr>Iteramos sobre cada letra de cada línea</vt:lpstr>
      <vt:lpstr>Guardamos el número de G y C en variables</vt:lpstr>
      <vt:lpstr>Ejercicio: Completar el código para Calcular el porcentaje de GC</vt:lpstr>
      <vt:lpstr>Ayuda mucho usar un ambiente de desarrollo: 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Repaso de programación en Python: variables y ciclos</dc:title>
  <dc:creator>Fernando Fontove</dc:creator>
  <cp:lastModifiedBy>Fernando Fontove</cp:lastModifiedBy>
  <cp:revision>1</cp:revision>
  <dcterms:created xsi:type="dcterms:W3CDTF">2023-03-29T02:40:39Z</dcterms:created>
  <dcterms:modified xsi:type="dcterms:W3CDTF">2023-03-31T02:54:50Z</dcterms:modified>
</cp:coreProperties>
</file>