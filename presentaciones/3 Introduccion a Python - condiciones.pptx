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7"/>
  </p:notesMasterIdLst>
  <p:handoutMasterIdLst>
    <p:handoutMasterId r:id="rId28"/>
  </p:handoutMasterIdLst>
  <p:sldIdLst>
    <p:sldId id="256" r:id="rId2"/>
    <p:sldId id="262" r:id="rId3"/>
    <p:sldId id="263" r:id="rId4"/>
    <p:sldId id="264" r:id="rId5"/>
    <p:sldId id="267" r:id="rId6"/>
    <p:sldId id="265" r:id="rId7"/>
    <p:sldId id="266" r:id="rId8"/>
    <p:sldId id="282" r:id="rId9"/>
    <p:sldId id="283" r:id="rId10"/>
    <p:sldId id="284" r:id="rId11"/>
    <p:sldId id="285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6" r:id="rId20"/>
    <p:sldId id="275" r:id="rId21"/>
    <p:sldId id="277" r:id="rId22"/>
    <p:sldId id="279" r:id="rId23"/>
    <p:sldId id="278" r:id="rId24"/>
    <p:sldId id="280" r:id="rId25"/>
    <p:sldId id="281" r:id="rId26"/>
  </p:sldIdLst>
  <p:sldSz cx="9144000" cy="5143500" type="screen16x9"/>
  <p:notesSz cx="6858000" cy="9144000"/>
  <p:embeddedFontLst>
    <p:embeddedFont>
      <p:font typeface="Dosis ExtraLight" pitchFamily="2" charset="0"/>
      <p:regular r:id="rId29"/>
      <p:bold r:id="rId30"/>
    </p:embeddedFont>
    <p:embeddedFont>
      <p:font typeface="Titillium Web Light" panose="000004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24753E-8A85-4BEE-97E2-441CDA198357}">
  <a:tblStyle styleId="{0F24753E-8A85-4BEE-97E2-441CDA198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787F38-7B79-44E3-ACA7-109338EB0D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652" autoAdjust="0"/>
  </p:normalViewPr>
  <p:slideViewPr>
    <p:cSldViewPr snapToGrid="0">
      <p:cViewPr>
        <p:scale>
          <a:sx n="110" d="100"/>
          <a:sy n="110" d="100"/>
        </p:scale>
        <p:origin x="1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Fontove" userId="39bcb981d82c3800" providerId="LiveId" clId="{890136B3-6666-43AE-AFDE-2A4B74567522}"/>
    <pc:docChg chg="custSel modSld">
      <pc:chgData name="Fernando Fontove" userId="39bcb981d82c3800" providerId="LiveId" clId="{890136B3-6666-43AE-AFDE-2A4B74567522}" dt="2025-09-03T21:49:43.832" v="21" actId="1076"/>
      <pc:docMkLst>
        <pc:docMk/>
      </pc:docMkLst>
      <pc:sldChg chg="modSp mod">
        <pc:chgData name="Fernando Fontove" userId="39bcb981d82c3800" providerId="LiveId" clId="{890136B3-6666-43AE-AFDE-2A4B74567522}" dt="2025-08-28T20:45:59.730" v="18" actId="20577"/>
        <pc:sldMkLst>
          <pc:docMk/>
          <pc:sldMk cId="2425842636" sldId="263"/>
        </pc:sldMkLst>
        <pc:spChg chg="mod">
          <ac:chgData name="Fernando Fontove" userId="39bcb981d82c3800" providerId="LiveId" clId="{890136B3-6666-43AE-AFDE-2A4B74567522}" dt="2025-08-28T20:45:59.730" v="18" actId="20577"/>
          <ac:spMkLst>
            <pc:docMk/>
            <pc:sldMk cId="2425842636" sldId="263"/>
            <ac:spMk id="14" creationId="{189F4E00-2CCD-4DFF-01E4-AC9804FA9CD5}"/>
          </ac:spMkLst>
        </pc:spChg>
      </pc:sldChg>
      <pc:sldChg chg="modSp mod">
        <pc:chgData name="Fernando Fontove" userId="39bcb981d82c3800" providerId="LiveId" clId="{890136B3-6666-43AE-AFDE-2A4B74567522}" dt="2025-09-03T21:49:43.832" v="21" actId="1076"/>
        <pc:sldMkLst>
          <pc:docMk/>
          <pc:sldMk cId="237153273" sldId="280"/>
        </pc:sldMkLst>
        <pc:picChg chg="mod">
          <ac:chgData name="Fernando Fontove" userId="39bcb981d82c3800" providerId="LiveId" clId="{890136B3-6666-43AE-AFDE-2A4B74567522}" dt="2025-09-03T21:49:37.850" v="20" actId="1076"/>
          <ac:picMkLst>
            <pc:docMk/>
            <pc:sldMk cId="237153273" sldId="280"/>
            <ac:picMk id="3" creationId="{7D95BAA4-7F23-85D4-7883-C00A08904F45}"/>
          </ac:picMkLst>
        </pc:picChg>
        <pc:picChg chg="mod">
          <ac:chgData name="Fernando Fontove" userId="39bcb981d82c3800" providerId="LiveId" clId="{890136B3-6666-43AE-AFDE-2A4B74567522}" dt="2025-09-03T21:49:43.832" v="21" actId="1076"/>
          <ac:picMkLst>
            <pc:docMk/>
            <pc:sldMk cId="237153273" sldId="280"/>
            <ac:picMk id="7" creationId="{156FC70A-A5D5-DF18-8395-49D94712BF23}"/>
          </ac:picMkLst>
        </pc:picChg>
      </pc:sldChg>
    </pc:docChg>
  </pc:docChgLst>
  <pc:docChgLst>
    <pc:chgData name="Fernando Fontove" userId="39bcb981d82c3800" providerId="LiveId" clId="{773A2956-375E-4F3D-8FF9-44222280ABD9}"/>
    <pc:docChg chg="undo redo custSel addSld delSld modSld sldOrd">
      <pc:chgData name="Fernando Fontove" userId="39bcb981d82c3800" providerId="LiveId" clId="{773A2956-375E-4F3D-8FF9-44222280ABD9}" dt="2023-08-27T05:22:21.126" v="3394" actId="20577"/>
      <pc:docMkLst>
        <pc:docMk/>
      </pc:docMkLst>
      <pc:sldChg chg="modSp mod">
        <pc:chgData name="Fernando Fontove" userId="39bcb981d82c3800" providerId="LiveId" clId="{773A2956-375E-4F3D-8FF9-44222280ABD9}" dt="2023-08-27T03:29:48.478" v="12" actId="20577"/>
        <pc:sldMkLst>
          <pc:docMk/>
          <pc:sldMk cId="0" sldId="256"/>
        </pc:sldMkLst>
      </pc:sldChg>
      <pc:sldChg chg="del">
        <pc:chgData name="Fernando Fontove" userId="39bcb981d82c3800" providerId="LiveId" clId="{773A2956-375E-4F3D-8FF9-44222280ABD9}" dt="2023-08-27T03:30:13.375" v="13" actId="47"/>
        <pc:sldMkLst>
          <pc:docMk/>
          <pc:sldMk cId="0" sldId="261"/>
        </pc:sldMkLst>
      </pc:sldChg>
      <pc:sldChg chg="addSp delSp modSp mod">
        <pc:chgData name="Fernando Fontove" userId="39bcb981d82c3800" providerId="LiveId" clId="{773A2956-375E-4F3D-8FF9-44222280ABD9}" dt="2023-08-27T03:59:59.679" v="184" actId="1076"/>
        <pc:sldMkLst>
          <pc:docMk/>
          <pc:sldMk cId="1905306405" sldId="262"/>
        </pc:sldMkLst>
      </pc:sldChg>
      <pc:sldChg chg="addSp delSp modSp add mod">
        <pc:chgData name="Fernando Fontove" userId="39bcb981d82c3800" providerId="LiveId" clId="{773A2956-375E-4F3D-8FF9-44222280ABD9}" dt="2023-08-27T04:04:53.077" v="283" actId="1076"/>
        <pc:sldMkLst>
          <pc:docMk/>
          <pc:sldMk cId="2425842636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11320243" sldId="26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8836241" sldId="264"/>
        </pc:sldMkLst>
      </pc:sldChg>
      <pc:sldChg chg="addSp delSp modSp add mod">
        <pc:chgData name="Fernando Fontove" userId="39bcb981d82c3800" providerId="LiveId" clId="{773A2956-375E-4F3D-8FF9-44222280ABD9}" dt="2023-08-27T04:06:22.393" v="310" actId="20577"/>
        <pc:sldMkLst>
          <pc:docMk/>
          <pc:sldMk cId="3211320243" sldId="264"/>
        </pc:sldMkLst>
      </pc:sldChg>
      <pc:sldChg chg="modSp add mod">
        <pc:chgData name="Fernando Fontove" userId="39bcb981d82c3800" providerId="LiveId" clId="{773A2956-375E-4F3D-8FF9-44222280ABD9}" dt="2023-08-27T04:08:09.209" v="469" actId="20577"/>
        <pc:sldMkLst>
          <pc:docMk/>
          <pc:sldMk cId="2475177088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38344461" sldId="26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64792882" sldId="266"/>
        </pc:sldMkLst>
      </pc:sldChg>
      <pc:sldChg chg="addSp delSp modSp add mod">
        <pc:chgData name="Fernando Fontove" userId="39bcb981d82c3800" providerId="LiveId" clId="{773A2956-375E-4F3D-8FF9-44222280ABD9}" dt="2023-08-27T04:11:08.993" v="677" actId="20577"/>
        <pc:sldMkLst>
          <pc:docMk/>
          <pc:sldMk cId="4181118197" sldId="266"/>
        </pc:sldMkLst>
      </pc:sldChg>
      <pc:sldChg chg="addSp delSp modSp add mod ord">
        <pc:chgData name="Fernando Fontove" userId="39bcb981d82c3800" providerId="LiveId" clId="{773A2956-375E-4F3D-8FF9-44222280ABD9}" dt="2023-08-27T04:15:03.882" v="800"/>
        <pc:sldMkLst>
          <pc:docMk/>
          <pc:sldMk cId="1181575153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409955188" sldId="26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773A2956-375E-4F3D-8FF9-44222280ABD9}" dt="2023-08-27T04:32:20.827" v="1449" actId="20577"/>
        <pc:sldMkLst>
          <pc:docMk/>
          <pc:sldMk cId="4251482419" sldId="26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773A2956-375E-4F3D-8FF9-44222280ABD9}" dt="2023-08-27T04:32:28.506" v="1461" actId="20577"/>
        <pc:sldMkLst>
          <pc:docMk/>
          <pc:sldMk cId="1770984478" sldId="26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773A2956-375E-4F3D-8FF9-44222280ABD9}" dt="2023-08-27T04:32:35.354" v="1473" actId="20577"/>
        <pc:sldMkLst>
          <pc:docMk/>
          <pc:sldMk cId="1619404823" sldId="270"/>
        </pc:sldMkLst>
      </pc:sldChg>
      <pc:sldChg chg="addSp delSp modSp add mod">
        <pc:chgData name="Fernando Fontove" userId="39bcb981d82c3800" providerId="LiveId" clId="{773A2956-375E-4F3D-8FF9-44222280ABD9}" dt="2023-08-27T04:34:25.299" v="1592" actId="20577"/>
        <pc:sldMkLst>
          <pc:docMk/>
          <pc:sldMk cId="397979297" sldId="271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773A2956-375E-4F3D-8FF9-44222280ABD9}" dt="2023-08-27T04:38:29.578" v="1784" actId="1076"/>
        <pc:sldMkLst>
          <pc:docMk/>
          <pc:sldMk cId="2116488560" sldId="27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54023657" sldId="272"/>
        </pc:sldMkLst>
      </pc:sldChg>
      <pc:sldChg chg="addSp modSp add mod">
        <pc:chgData name="Fernando Fontove" userId="39bcb981d82c3800" providerId="LiveId" clId="{773A2956-375E-4F3D-8FF9-44222280ABD9}" dt="2023-08-27T04:35:54.882" v="1615" actId="1036"/>
        <pc:sldMkLst>
          <pc:docMk/>
          <pc:sldMk cId="115295469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260095051" sldId="273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773A2956-375E-4F3D-8FF9-44222280ABD9}" dt="2023-08-27T04:41:34.148" v="1969" actId="1076"/>
        <pc:sldMkLst>
          <pc:docMk/>
          <pc:sldMk cId="1908251498" sldId="274"/>
        </pc:sldMkLst>
      </pc:sldChg>
      <pc:sldChg chg="addSp delSp modSp add mod ord">
        <pc:chgData name="Fernando Fontove" userId="39bcb981d82c3800" providerId="LiveId" clId="{773A2956-375E-4F3D-8FF9-44222280ABD9}" dt="2023-08-27T04:48:53.576" v="2317" actId="1076"/>
        <pc:sldMkLst>
          <pc:docMk/>
          <pc:sldMk cId="2101120470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509672677" sldId="27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773A2956-375E-4F3D-8FF9-44222280ABD9}" dt="2023-08-27T04:49:34.981" v="2341" actId="20577"/>
        <pc:sldMkLst>
          <pc:docMk/>
          <pc:sldMk cId="3396250151" sldId="276"/>
        </pc:sldMkLst>
      </pc:sldChg>
      <pc:sldChg chg="add del">
        <pc:chgData name="Fernando Fontove" userId="39bcb981d82c3800" providerId="LiveId" clId="{773A2956-375E-4F3D-8FF9-44222280ABD9}" dt="2023-08-27T04:47:50.910" v="2239"/>
        <pc:sldMkLst>
          <pc:docMk/>
          <pc:sldMk cId="340643032" sldId="277"/>
        </pc:sldMkLst>
      </pc:sldChg>
      <pc:sldChg chg="add del">
        <pc:chgData name="Fernando Fontove" userId="39bcb981d82c3800" providerId="LiveId" clId="{773A2956-375E-4F3D-8FF9-44222280ABD9}" dt="2023-08-27T04:49:46.982" v="2343"/>
        <pc:sldMkLst>
          <pc:docMk/>
          <pc:sldMk cId="1564057248" sldId="277"/>
        </pc:sldMkLst>
      </pc:sldChg>
      <pc:sldChg chg="addSp delSp modSp add mod ord">
        <pc:chgData name="Fernando Fontove" userId="39bcb981d82c3800" providerId="LiveId" clId="{773A2956-375E-4F3D-8FF9-44222280ABD9}" dt="2023-08-27T04:56:30.095" v="2836" actId="21"/>
        <pc:sldMkLst>
          <pc:docMk/>
          <pc:sldMk cId="2116581737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897022490" sldId="27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773A2956-375E-4F3D-8FF9-44222280ABD9}" dt="2023-08-27T04:56:08.527" v="2828" actId="1076"/>
        <pc:sldMkLst>
          <pc:docMk/>
          <pc:sldMk cId="1248256059" sldId="278"/>
        </pc:sldMkLst>
      </pc:sldChg>
      <pc:sldChg chg="addSp delSp modSp add mod">
        <pc:chgData name="Fernando Fontove" userId="39bcb981d82c3800" providerId="LiveId" clId="{773A2956-375E-4F3D-8FF9-44222280ABD9}" dt="2023-08-27T04:58:32.187" v="2877" actId="1076"/>
        <pc:sldMkLst>
          <pc:docMk/>
          <pc:sldMk cId="779110085" sldId="27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69834345" sldId="279"/>
        </pc:sldMkLst>
      </pc:sldChg>
      <pc:sldChg chg="addSp modSp add mod">
        <pc:chgData name="Fernando Fontove" userId="39bcb981d82c3800" providerId="LiveId" clId="{773A2956-375E-4F3D-8FF9-44222280ABD9}" dt="2023-08-27T05:01:37.197" v="2889" actId="114"/>
        <pc:sldMkLst>
          <pc:docMk/>
          <pc:sldMk cId="237153273" sldId="280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52870153" sldId="280"/>
        </pc:sldMkLst>
      </pc:sldChg>
      <pc:sldChg chg="modSp new mod">
        <pc:chgData name="Fernando Fontove" userId="39bcb981d82c3800" providerId="LiveId" clId="{773A2956-375E-4F3D-8FF9-44222280ABD9}" dt="2023-08-27T05:22:21.126" v="3394" actId="20577"/>
        <pc:sldMkLst>
          <pc:docMk/>
          <pc:sldMk cId="1406954335" sldId="281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773A2956-375E-4F3D-8FF9-44222280ABD9}" dt="2023-08-27T05:17:01.109" v="3207" actId="20577"/>
        <pc:sldMkLst>
          <pc:docMk/>
          <pc:sldMk cId="2623804289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911022418" sldId="282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879351787" sldId="283"/>
        </pc:sldMkLst>
      </pc:sldChg>
      <pc:sldChg chg="add del">
        <pc:chgData name="Fernando Fontove" userId="39bcb981d82c3800" providerId="LiveId" clId="{773A2956-375E-4F3D-8FF9-44222280ABD9}" dt="2023-08-27T05:12:10.577" v="3065"/>
        <pc:sldMkLst>
          <pc:docMk/>
          <pc:sldMk cId="1127660294" sldId="283"/>
        </pc:sldMkLst>
      </pc:sldChg>
      <pc:sldChg chg="addSp delSp modSp add mod">
        <pc:chgData name="Fernando Fontove" userId="39bcb981d82c3800" providerId="LiveId" clId="{773A2956-375E-4F3D-8FF9-44222280ABD9}" dt="2023-08-27T05:16:21.869" v="3170" actId="20577"/>
        <pc:sldMkLst>
          <pc:docMk/>
          <pc:sldMk cId="3597499166" sldId="283"/>
        </pc:sldMkLst>
      </pc:sldChg>
      <pc:sldChg chg="addSp delSp modSp add mod">
        <pc:chgData name="Fernando Fontove" userId="39bcb981d82c3800" providerId="LiveId" clId="{773A2956-375E-4F3D-8FF9-44222280ABD9}" dt="2023-08-27T05:18:12.448" v="3259" actId="14100"/>
        <pc:sldMkLst>
          <pc:docMk/>
          <pc:sldMk cId="2061830983" sldId="284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773A2956-375E-4F3D-8FF9-44222280ABD9}" dt="2023-08-27T05:21:15.111" v="3321" actId="1076"/>
        <pc:sldMkLst>
          <pc:docMk/>
          <pc:sldMk cId="920556278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962578790" sldId="285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1501306380" sldId="286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054216919" sldId="287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2171580333" sldId="288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550021727" sldId="289"/>
        </pc:sldMkLst>
      </pc:sldChg>
      <pc:sldChg chg="del">
        <pc:chgData name="Fernando Fontove" userId="39bcb981d82c3800" providerId="LiveId" clId="{773A2956-375E-4F3D-8FF9-44222280ABD9}" dt="2023-08-27T03:30:22.373" v="14" actId="47"/>
        <pc:sldMkLst>
          <pc:docMk/>
          <pc:sldMk cId="3792986629" sldId="290"/>
        </pc:sldMkLst>
      </pc:sldChg>
    </pc:docChg>
  </pc:docChgLst>
  <pc:docChgLst>
    <pc:chgData name="Fernando Fontove" userId="39bcb981d82c3800" providerId="LiveId" clId="{9FF6258F-8260-451D-925F-7EE58614B07F}"/>
    <pc:docChg chg="undo redo custSel addSld delSld modSld sldOrd">
      <pc:chgData name="Fernando Fontove" userId="39bcb981d82c3800" providerId="LiveId" clId="{9FF6258F-8260-451D-925F-7EE58614B07F}" dt="2023-08-20T07:43:22.317" v="3541" actId="20577"/>
      <pc:docMkLst>
        <pc:docMk/>
      </pc:docMkLst>
      <pc:sldChg chg="addSp delSp modSp mod">
        <pc:chgData name="Fernando Fontove" userId="39bcb981d82c3800" providerId="LiveId" clId="{9FF6258F-8260-451D-925F-7EE58614B07F}" dt="2023-08-20T07:41:27.701" v="3374" actId="113"/>
        <pc:sldMkLst>
          <pc:docMk/>
          <pc:sldMk cId="1905306405" sldId="262"/>
        </pc:sldMkLst>
      </pc:sldChg>
      <pc:sldChg chg="addSp modSp mod">
        <pc:chgData name="Fernando Fontove" userId="39bcb981d82c3800" providerId="LiveId" clId="{9FF6258F-8260-451D-925F-7EE58614B07F}" dt="2023-08-20T06:33:02.271" v="330" actId="113"/>
        <pc:sldMkLst>
          <pc:docMk/>
          <pc:sldMk cId="3211320243" sldId="263"/>
        </pc:sldMkLst>
      </pc:sldChg>
      <pc:sldChg chg="modSp add del mod">
        <pc:chgData name="Fernando Fontove" userId="39bcb981d82c3800" providerId="LiveId" clId="{9FF6258F-8260-451D-925F-7EE58614B07F}" dt="2023-08-20T07:41:34.606" v="3376" actId="113"/>
        <pc:sldMkLst>
          <pc:docMk/>
          <pc:sldMk cId="2748836241" sldId="264"/>
        </pc:sldMkLst>
      </pc:sldChg>
      <pc:sldChg chg="modSp add mod">
        <pc:chgData name="Fernando Fontove" userId="39bcb981d82c3800" providerId="LiveId" clId="{9FF6258F-8260-451D-925F-7EE58614B07F}" dt="2023-08-20T06:39:20.112" v="1007" actId="20577"/>
        <pc:sldMkLst>
          <pc:docMk/>
          <pc:sldMk cId="3538344461" sldId="265"/>
        </pc:sldMkLst>
      </pc:sldChg>
      <pc:sldChg chg="modSp add mod">
        <pc:chgData name="Fernando Fontove" userId="39bcb981d82c3800" providerId="LiveId" clId="{9FF6258F-8260-451D-925F-7EE58614B07F}" dt="2023-08-20T06:35:44.511" v="592" actId="113"/>
        <pc:sldMkLst>
          <pc:docMk/>
          <pc:sldMk cId="164792882" sldId="266"/>
        </pc:sldMkLst>
      </pc:sldChg>
      <pc:sldChg chg="modSp add mod">
        <pc:chgData name="Fernando Fontove" userId="39bcb981d82c3800" providerId="LiveId" clId="{9FF6258F-8260-451D-925F-7EE58614B07F}" dt="2023-08-20T06:39:24.792" v="1009" actId="20577"/>
        <pc:sldMkLst>
          <pc:docMk/>
          <pc:sldMk cId="3409955188" sldId="267"/>
        </pc:sldMkLst>
      </pc:sldChg>
      <pc:sldChg chg="addSp modSp add mod">
        <pc:chgData name="Fernando Fontove" userId="39bcb981d82c3800" providerId="LiveId" clId="{9FF6258F-8260-451D-925F-7EE58614B07F}" dt="2023-08-20T06:46:30.040" v="1305" actId="6549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9FF6258F-8260-451D-925F-7EE58614B07F}" dt="2023-08-20T06:51:57.095" v="1512" actId="478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9FF6258F-8260-451D-925F-7EE58614B07F}" dt="2023-08-20T06:52:14.039" v="1520" actId="478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9FF6258F-8260-451D-925F-7EE58614B07F}" dt="2023-08-20T06:53:02.482" v="1587" actId="1076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9FF6258F-8260-451D-925F-7EE58614B07F}" dt="2023-08-20T06:59:30.462" v="1779" actId="20577"/>
        <pc:sldMkLst>
          <pc:docMk/>
          <pc:sldMk cId="2854023657" sldId="272"/>
        </pc:sldMkLst>
      </pc:sldChg>
      <pc:sldChg chg="addSp delSp modSp add mod">
        <pc:chgData name="Fernando Fontove" userId="39bcb981d82c3800" providerId="LiveId" clId="{9FF6258F-8260-451D-925F-7EE58614B07F}" dt="2023-08-20T07:01:49.701" v="1888" actId="1076"/>
        <pc:sldMkLst>
          <pc:docMk/>
          <pc:sldMk cId="3260095051" sldId="273"/>
        </pc:sldMkLst>
      </pc:sldChg>
      <pc:sldChg chg="addSp delSp modSp add mod">
        <pc:chgData name="Fernando Fontove" userId="39bcb981d82c3800" providerId="LiveId" clId="{9FF6258F-8260-451D-925F-7EE58614B07F}" dt="2023-08-20T07:03:49.541" v="2051" actId="1035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9FF6258F-8260-451D-925F-7EE58614B07F}" dt="2023-08-20T07:04:41.846" v="2059" actId="478"/>
        <pc:sldMkLst>
          <pc:docMk/>
          <pc:sldMk cId="2509672677" sldId="275"/>
        </pc:sldMkLst>
      </pc:sldChg>
      <pc:sldChg chg="add">
        <pc:chgData name="Fernando Fontove" userId="39bcb981d82c3800" providerId="LiveId" clId="{9FF6258F-8260-451D-925F-7EE58614B07F}" dt="2023-08-20T07:04:36.107" v="2056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9FF6258F-8260-451D-925F-7EE58614B07F}" dt="2023-08-20T07:14:31.633" v="2216" actId="1076"/>
        <pc:sldMkLst>
          <pc:docMk/>
          <pc:sldMk cId="2897022490" sldId="277"/>
        </pc:sldMkLst>
      </pc:sldChg>
      <pc:sldChg chg="addSp delSp modSp add mod">
        <pc:chgData name="Fernando Fontove" userId="39bcb981d82c3800" providerId="LiveId" clId="{9FF6258F-8260-451D-925F-7EE58614B07F}" dt="2023-08-20T07:18:27.483" v="2467" actId="14100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9FF6258F-8260-451D-925F-7EE58614B07F}" dt="2023-08-20T07:20:33.831" v="2589" actId="1076"/>
        <pc:sldMkLst>
          <pc:docMk/>
          <pc:sldMk cId="3569834345" sldId="279"/>
        </pc:sldMkLst>
      </pc:sldChg>
      <pc:sldChg chg="addSp delSp modSp add mod">
        <pc:chgData name="Fernando Fontove" userId="39bcb981d82c3800" providerId="LiveId" clId="{9FF6258F-8260-451D-925F-7EE58614B07F}" dt="2023-08-20T07:21:18.168" v="2641" actId="14100"/>
        <pc:sldMkLst>
          <pc:docMk/>
          <pc:sldMk cId="2952870153" sldId="280"/>
        </pc:sldMkLst>
      </pc:sldChg>
      <pc:sldChg chg="addSp delSp modSp add mod">
        <pc:chgData name="Fernando Fontove" userId="39bcb981d82c3800" providerId="LiveId" clId="{9FF6258F-8260-451D-925F-7EE58614B07F}" dt="2023-08-20T07:25:46.828" v="2753" actId="732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9FF6258F-8260-451D-925F-7EE58614B07F}" dt="2023-08-20T07:28:26.009" v="2906" actId="1076"/>
        <pc:sldMkLst>
          <pc:docMk/>
          <pc:sldMk cId="3911022418" sldId="282"/>
        </pc:sldMkLst>
      </pc:sldChg>
      <pc:sldChg chg="addSp delSp modSp add mod ord">
        <pc:chgData name="Fernando Fontove" userId="39bcb981d82c3800" providerId="LiveId" clId="{9FF6258F-8260-451D-925F-7EE58614B07F}" dt="2023-08-20T07:30:12.334" v="2991" actId="1076"/>
        <pc:sldMkLst>
          <pc:docMk/>
          <pc:sldMk cId="879351787" sldId="283"/>
        </pc:sldMkLst>
      </pc:sldChg>
      <pc:sldChg chg="modSp add del mod">
        <pc:chgData name="Fernando Fontove" userId="39bcb981d82c3800" providerId="LiveId" clId="{9FF6258F-8260-451D-925F-7EE58614B07F}" dt="2023-08-20T07:29:01.032" v="2912"/>
        <pc:sldMkLst>
          <pc:docMk/>
          <pc:sldMk cId="2049057121" sldId="283"/>
        </pc:sldMkLst>
      </pc:sldChg>
      <pc:sldChg chg="addSp delSp modSp add mod">
        <pc:chgData name="Fernando Fontove" userId="39bcb981d82c3800" providerId="LiveId" clId="{9FF6258F-8260-451D-925F-7EE58614B07F}" dt="2023-08-20T07:33:52.229" v="3146" actId="478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9FF6258F-8260-451D-925F-7EE58614B07F}" dt="2023-08-20T07:35:24.005" v="3157" actId="14100"/>
        <pc:sldMkLst>
          <pc:docMk/>
          <pc:sldMk cId="2962578790" sldId="285"/>
        </pc:sldMkLst>
      </pc:sldChg>
      <pc:sldChg chg="addSp modSp add mod">
        <pc:chgData name="Fernando Fontove" userId="39bcb981d82c3800" providerId="LiveId" clId="{9FF6258F-8260-451D-925F-7EE58614B07F}" dt="2023-08-20T07:34:29.268" v="3150" actId="14100"/>
        <pc:sldMkLst>
          <pc:docMk/>
          <pc:sldMk cId="1501306380" sldId="286"/>
        </pc:sldMkLst>
      </pc:sldChg>
      <pc:sldChg chg="addSp delSp modSp add mod modNotesTx">
        <pc:chgData name="Fernando Fontove" userId="39bcb981d82c3800" providerId="LiveId" clId="{9FF6258F-8260-451D-925F-7EE58614B07F}" dt="2023-08-20T07:38:34.685" v="3287" actId="20577"/>
        <pc:sldMkLst>
          <pc:docMk/>
          <pc:sldMk cId="3054216919" sldId="287"/>
        </pc:sldMkLst>
      </pc:sldChg>
      <pc:sldChg chg="addSp delSp modSp add mod">
        <pc:chgData name="Fernando Fontove" userId="39bcb981d82c3800" providerId="LiveId" clId="{9FF6258F-8260-451D-925F-7EE58614B07F}" dt="2023-08-20T07:39:51.566" v="3322" actId="14100"/>
        <pc:sldMkLst>
          <pc:docMk/>
          <pc:sldMk cId="2171580333" sldId="288"/>
        </pc:sldMkLst>
      </pc:sldChg>
      <pc:sldChg chg="modSp new mod">
        <pc:chgData name="Fernando Fontove" userId="39bcb981d82c3800" providerId="LiveId" clId="{9FF6258F-8260-451D-925F-7EE58614B07F}" dt="2023-08-20T07:43:00.109" v="3522" actId="20577"/>
        <pc:sldMkLst>
          <pc:docMk/>
          <pc:sldMk cId="3550021727" sldId="289"/>
        </pc:sldMkLst>
      </pc:sldChg>
      <pc:sldChg chg="modSp add mod">
        <pc:chgData name="Fernando Fontove" userId="39bcb981d82c3800" providerId="LiveId" clId="{9FF6258F-8260-451D-925F-7EE58614B07F}" dt="2023-08-20T07:43:22.317" v="3541" actId="20577"/>
        <pc:sldMkLst>
          <pc:docMk/>
          <pc:sldMk cId="3792986629" sldId="2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32D9D-B9D2-706C-F0D5-636075449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8AC7-EDBD-5075-676D-23DD10D18C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0F71C-9B7B-4816-9D84-3832C03BFD09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DD83E-56FD-4A3B-34CC-B697506CB3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49BE-5CFF-BB39-6C05-AE14673955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82FD6-881B-41D5-9C91-1514E518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8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913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414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Introducción a Python: Condiciones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Las condiciones son formas de </a:t>
            </a:r>
            <a:r>
              <a:rPr lang="es-MX" i="1" dirty="0"/>
              <a:t>controlar el flujo de un proceso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3522FA-CE16-7465-E048-005DE3D27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596776"/>
            <a:ext cx="6761100" cy="3117274"/>
          </a:xfrm>
        </p:spPr>
        <p:txBody>
          <a:bodyPr/>
          <a:lstStyle/>
          <a:p>
            <a:r>
              <a:rPr lang="es-MX" dirty="0"/>
              <a:t>Se utiliza la palabra clave </a:t>
            </a:r>
            <a:r>
              <a:rPr lang="es-MX" b="1" i="1" dirty="0" err="1"/>
              <a:t>if</a:t>
            </a:r>
            <a:r>
              <a:rPr lang="es-MX" b="1" i="1" dirty="0"/>
              <a:t> </a:t>
            </a:r>
            <a:r>
              <a:rPr lang="es-MX" dirty="0"/>
              <a:t> </a:t>
            </a:r>
            <a:endParaRPr lang="es-MX" b="1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494729-0C6C-9DCF-8949-8E58D0E026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56"/>
          <a:stretch/>
        </p:blipFill>
        <p:spPr>
          <a:xfrm>
            <a:off x="2423350" y="2646947"/>
            <a:ext cx="3314903" cy="1100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F7B653-3960-3037-F6BF-AEF72A52F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204" y="3747837"/>
            <a:ext cx="605461" cy="34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0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Sintaxis </a:t>
            </a:r>
            <a:r>
              <a:rPr lang="es-MX" b="1" i="1" dirty="0" err="1"/>
              <a:t>if</a:t>
            </a:r>
            <a:endParaRPr b="1" i="1"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494729-0C6C-9DCF-8949-8E58D0E026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56"/>
          <a:stretch/>
        </p:blipFill>
        <p:spPr>
          <a:xfrm>
            <a:off x="2423350" y="2646947"/>
            <a:ext cx="3314903" cy="1100890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0B775A6-84AF-DC9A-8750-7B517508C00D}"/>
              </a:ext>
            </a:extLst>
          </p:cNvPr>
          <p:cNvSpPr txBox="1">
            <a:spLocks/>
          </p:cNvSpPr>
          <p:nvPr/>
        </p:nvSpPr>
        <p:spPr>
          <a:xfrm>
            <a:off x="1488317" y="1853866"/>
            <a:ext cx="210753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/>
              <a:t>Palabra clave</a:t>
            </a:r>
            <a:endParaRPr lang="es-MX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B97FF8-7F57-F4DD-339E-B188FBC49BB3}"/>
              </a:ext>
            </a:extLst>
          </p:cNvPr>
          <p:cNvCxnSpPr>
            <a:cxnSpLocks/>
          </p:cNvCxnSpPr>
          <p:nvPr/>
        </p:nvCxnSpPr>
        <p:spPr>
          <a:xfrm>
            <a:off x="2492953" y="2341396"/>
            <a:ext cx="685800" cy="7236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DAAD31E-43B5-EE2B-2D74-4A50B8C29789}"/>
              </a:ext>
            </a:extLst>
          </p:cNvPr>
          <p:cNvSpPr/>
          <p:nvPr/>
        </p:nvSpPr>
        <p:spPr>
          <a:xfrm>
            <a:off x="3511151" y="2935704"/>
            <a:ext cx="1524065" cy="415091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04F9EB-440B-02AB-F613-5DA6CCC3E063}"/>
              </a:ext>
            </a:extLst>
          </p:cNvPr>
          <p:cNvCxnSpPr>
            <a:cxnSpLocks/>
          </p:cNvCxnSpPr>
          <p:nvPr/>
        </p:nvCxnSpPr>
        <p:spPr>
          <a:xfrm flipH="1">
            <a:off x="4801403" y="2341396"/>
            <a:ext cx="65371" cy="6673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268F3DC-E465-E23F-9EE6-EE277637EDE0}"/>
              </a:ext>
            </a:extLst>
          </p:cNvPr>
          <p:cNvSpPr txBox="1">
            <a:spLocks/>
          </p:cNvSpPr>
          <p:nvPr/>
        </p:nvSpPr>
        <p:spPr>
          <a:xfrm>
            <a:off x="3780322" y="1864977"/>
            <a:ext cx="210753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Prueba lógica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F855D2-186F-5A2B-83CA-AF5BE1E8B4D1}"/>
              </a:ext>
            </a:extLst>
          </p:cNvPr>
          <p:cNvCxnSpPr>
            <a:cxnSpLocks/>
          </p:cNvCxnSpPr>
          <p:nvPr/>
        </p:nvCxnSpPr>
        <p:spPr>
          <a:xfrm flipH="1">
            <a:off x="5098783" y="2635837"/>
            <a:ext cx="919601" cy="5228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89F4E00-2CCD-4DFF-01E4-AC9804FA9CD5}"/>
              </a:ext>
            </a:extLst>
          </p:cNvPr>
          <p:cNvSpPr txBox="1">
            <a:spLocks/>
          </p:cNvSpPr>
          <p:nvPr/>
        </p:nvSpPr>
        <p:spPr>
          <a:xfrm>
            <a:off x="5887854" y="2287083"/>
            <a:ext cx="210753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Sintaxis forzosa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8D229E8F-2805-9724-99F9-6D8B2C18BE33}"/>
              </a:ext>
            </a:extLst>
          </p:cNvPr>
          <p:cNvSpPr/>
          <p:nvPr/>
        </p:nvSpPr>
        <p:spPr>
          <a:xfrm rot="5400000">
            <a:off x="3349992" y="3605364"/>
            <a:ext cx="221506" cy="530600"/>
          </a:xfrm>
          <a:prstGeom prst="rightBrace">
            <a:avLst>
              <a:gd name="adj1" fmla="val 21912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06C9ABC-5AA4-D3C5-2E5C-C775A248392D}"/>
              </a:ext>
            </a:extLst>
          </p:cNvPr>
          <p:cNvSpPr txBox="1">
            <a:spLocks/>
          </p:cNvSpPr>
          <p:nvPr/>
        </p:nvSpPr>
        <p:spPr>
          <a:xfrm>
            <a:off x="2492953" y="3747837"/>
            <a:ext cx="2235075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Indentación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D45123-96C4-7766-D602-F3693B0CAE88}"/>
              </a:ext>
            </a:extLst>
          </p:cNvPr>
          <p:cNvCxnSpPr>
            <a:cxnSpLocks/>
          </p:cNvCxnSpPr>
          <p:nvPr/>
        </p:nvCxnSpPr>
        <p:spPr>
          <a:xfrm flipH="1" flipV="1">
            <a:off x="4504324" y="3591756"/>
            <a:ext cx="223704" cy="6192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A90804D-53BD-C271-9B02-028F8ED85400}"/>
              </a:ext>
            </a:extLst>
          </p:cNvPr>
          <p:cNvSpPr txBox="1">
            <a:spLocks/>
          </p:cNvSpPr>
          <p:nvPr/>
        </p:nvSpPr>
        <p:spPr>
          <a:xfrm>
            <a:off x="4213883" y="4055468"/>
            <a:ext cx="2235075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Acción que va a realizar</a:t>
            </a:r>
          </a:p>
        </p:txBody>
      </p:sp>
    </p:spTree>
    <p:extLst>
      <p:ext uri="{BB962C8B-B14F-4D97-AF65-F5344CB8AC3E}">
        <p14:creationId xmlns:p14="http://schemas.microsoft.com/office/powerpoint/2010/main" val="2425842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8BEDD2-DB4A-A7A0-F0E9-99F6121ACA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56"/>
          <a:stretch/>
        </p:blipFill>
        <p:spPr>
          <a:xfrm>
            <a:off x="1329288" y="1558088"/>
            <a:ext cx="3314903" cy="11008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 err="1"/>
              <a:t>if</a:t>
            </a:r>
            <a:endParaRPr lang="es-MX" b="1" i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3C7A4-66A5-6DDD-31C0-B37A956A4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Es la palabra clave para decirle a Python que queremos hacer una condición 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899C62-D75C-ED77-21BB-77EA24EF3E7C}"/>
              </a:ext>
            </a:extLst>
          </p:cNvPr>
          <p:cNvSpPr/>
          <p:nvPr/>
        </p:nvSpPr>
        <p:spPr>
          <a:xfrm>
            <a:off x="2003258" y="1846846"/>
            <a:ext cx="475247" cy="37297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1320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8BEDD2-DB4A-A7A0-F0E9-99F6121ACA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56"/>
          <a:stretch/>
        </p:blipFill>
        <p:spPr>
          <a:xfrm>
            <a:off x="1329288" y="1558088"/>
            <a:ext cx="3314903" cy="11008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/>
              <a:t>sintaxis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3C7A4-66A5-6DDD-31C0-B37A956A4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Al igual que con </a:t>
            </a:r>
            <a:r>
              <a:rPr lang="es-MX" b="1" i="1" dirty="0"/>
              <a:t>for</a:t>
            </a:r>
            <a:r>
              <a:rPr lang="es-MX" i="1" dirty="0"/>
              <a:t>, </a:t>
            </a:r>
            <a:r>
              <a:rPr lang="es-MX" dirty="0"/>
              <a:t>es necesario terminar la línea con “:” y esté </a:t>
            </a:r>
            <a:r>
              <a:rPr lang="es-MX" b="1" i="1" dirty="0" err="1"/>
              <a:t>indentada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E09FDF-CB98-DBAB-514F-4060FCED4246}"/>
              </a:ext>
            </a:extLst>
          </p:cNvPr>
          <p:cNvSpPr/>
          <p:nvPr/>
        </p:nvSpPr>
        <p:spPr>
          <a:xfrm>
            <a:off x="3904247" y="1937084"/>
            <a:ext cx="150395" cy="236118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F1F994-EC6D-CE3A-F889-782FA97AAF02}"/>
              </a:ext>
            </a:extLst>
          </p:cNvPr>
          <p:cNvSpPr/>
          <p:nvPr/>
        </p:nvSpPr>
        <p:spPr>
          <a:xfrm>
            <a:off x="1997243" y="2249905"/>
            <a:ext cx="631658" cy="409072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157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8BEDD2-DB4A-A7A0-F0E9-99F6121ACA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56"/>
          <a:stretch/>
        </p:blipFill>
        <p:spPr>
          <a:xfrm>
            <a:off x="1329288" y="1558088"/>
            <a:ext cx="3314903" cy="11008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/>
              <a:t>prueba lógica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3C7A4-66A5-6DDD-31C0-B37A956A4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Espera un </a:t>
            </a:r>
            <a:r>
              <a:rPr lang="es-MX" b="1" i="1" dirty="0"/>
              <a:t>booleano: True </a:t>
            </a:r>
            <a:r>
              <a:rPr lang="es-MX" dirty="0"/>
              <a:t>o </a:t>
            </a:r>
            <a:r>
              <a:rPr lang="es-MX" b="1" i="1" dirty="0"/>
              <a:t>False</a:t>
            </a:r>
          </a:p>
          <a:p>
            <a:r>
              <a:rPr lang="es-MX" dirty="0"/>
              <a:t>Esto se puede obtener mediante una comparación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899C62-D75C-ED77-21BB-77EA24EF3E7C}"/>
              </a:ext>
            </a:extLst>
          </p:cNvPr>
          <p:cNvSpPr/>
          <p:nvPr/>
        </p:nvSpPr>
        <p:spPr>
          <a:xfrm>
            <a:off x="2436395" y="1864894"/>
            <a:ext cx="1528010" cy="37297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177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/>
              <a:t>prueba lógica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3C7A4-66A5-6DDD-31C0-B37A956A4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465095"/>
            <a:ext cx="6761100" cy="1248954"/>
          </a:xfrm>
        </p:spPr>
        <p:txBody>
          <a:bodyPr/>
          <a:lstStyle/>
          <a:p>
            <a:r>
              <a:rPr lang="es-MX" dirty="0"/>
              <a:t>Cuando el </a:t>
            </a:r>
            <a:r>
              <a:rPr lang="es-MX" b="1" i="1" dirty="0"/>
              <a:t>booleano </a:t>
            </a:r>
            <a:r>
              <a:rPr lang="es-MX" dirty="0"/>
              <a:t>es verdadero, ejecuta la acción a realizar</a:t>
            </a:r>
          </a:p>
          <a:p>
            <a:r>
              <a:rPr lang="es-MX" dirty="0"/>
              <a:t>Si es falso, ignora la acción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669DA5-05EF-C800-2690-A6B21C9DD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19" y="1988240"/>
            <a:ext cx="3506012" cy="685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8B05C1-A988-0A2A-CC17-02DFFB44D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920" y="1988240"/>
            <a:ext cx="3398549" cy="6985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23A0D8-A44C-A9C1-AF7A-C3CABAF22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00" y="2697681"/>
            <a:ext cx="1694338" cy="36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1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i="1" dirty="0" err="1"/>
              <a:t>else</a:t>
            </a:r>
            <a:r>
              <a:rPr lang="es-MX" dirty="0"/>
              <a:t> permite ejecutar una acción si falla la prueba lógica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13220F-E6A1-FB19-1B9E-C2B4FA081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601" y="2173430"/>
            <a:ext cx="4148497" cy="137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04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Además se pueden anidar condiciones y hacer más pruebas lógicas con </a:t>
            </a:r>
            <a:r>
              <a:rPr lang="es-MX" b="1" i="1" dirty="0" err="1"/>
              <a:t>elif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69A452-2E1C-9A6B-421D-A4613BC9E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157" y="2197626"/>
            <a:ext cx="5161141" cy="124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99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 pueden anidar tantas pruebas como quieran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E5A109-3260-EF5B-0827-58E4981D6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082" y="2098395"/>
            <a:ext cx="4947395" cy="177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830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 final de todos los </a:t>
            </a:r>
            <a:r>
              <a:rPr lang="es-MX" b="1" i="1" dirty="0" err="1"/>
              <a:t>elif</a:t>
            </a:r>
            <a:r>
              <a:rPr lang="es-MX" b="1" i="1" dirty="0"/>
              <a:t> </a:t>
            </a:r>
            <a:r>
              <a:rPr lang="es-MX" dirty="0"/>
              <a:t>se puede poner un </a:t>
            </a:r>
            <a:r>
              <a:rPr lang="es-MX" b="1" i="1" dirty="0" err="1"/>
              <a:t>else</a:t>
            </a:r>
            <a:r>
              <a:rPr lang="es-MX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461DDA-FAFA-A1AD-1788-B168C3F90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473" y="1813435"/>
            <a:ext cx="4825828" cy="231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56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Pruebas lógicas: comparación mismo valor</a:t>
            </a:r>
            <a:r>
              <a:rPr lang="es-MX" b="1" i="1" dirty="0"/>
              <a:t>“==“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3846E9-CAD6-F4CC-02E9-B9A7E379E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Compara si dos </a:t>
            </a:r>
            <a:r>
              <a:rPr lang="en-US" dirty="0"/>
              <a:t>variables </a:t>
            </a:r>
            <a:r>
              <a:rPr lang="es-MX" dirty="0"/>
              <a:t>tienen el mismo valor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D387C6-0098-A26B-B53E-EAD80A499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078" y="2511265"/>
            <a:ext cx="2938492" cy="149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82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Pruebas lógicas: comparación misma variable</a:t>
            </a:r>
            <a:r>
              <a:rPr lang="en-US" dirty="0"/>
              <a:t> </a:t>
            </a:r>
            <a:r>
              <a:rPr lang="en-US" b="1" i="1" dirty="0"/>
              <a:t>“is”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3846E9-CAD6-F4CC-02E9-B9A7E379E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Compara si dos variables son referencias al mismo valor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EBCA31-B77D-D19C-B728-A36774832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1" y="2886780"/>
            <a:ext cx="3745930" cy="975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1704E6-D46E-D913-D102-6E7B060BA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21" y="3862136"/>
            <a:ext cx="849264" cy="391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72CC27-EE6E-2A92-C80D-437853890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850" y="3133427"/>
            <a:ext cx="3114873" cy="7287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F381F86-D2AB-0600-B9E4-200B589A9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8849" y="3862135"/>
            <a:ext cx="4443453" cy="776039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998DFB0-DA51-E83B-5596-553AA2F82D44}"/>
              </a:ext>
            </a:extLst>
          </p:cNvPr>
          <p:cNvSpPr txBox="1">
            <a:spLocks/>
          </p:cNvSpPr>
          <p:nvPr/>
        </p:nvSpPr>
        <p:spPr>
          <a:xfrm>
            <a:off x="4098848" y="4500813"/>
            <a:ext cx="2807141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sz="1800" dirty="0"/>
              <a:t>(en Python 3.11)</a:t>
            </a:r>
          </a:p>
        </p:txBody>
      </p:sp>
    </p:spTree>
    <p:extLst>
      <p:ext uri="{BB962C8B-B14F-4D97-AF65-F5344CB8AC3E}">
        <p14:creationId xmlns:p14="http://schemas.microsoft.com/office/powerpoint/2010/main" val="1770984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Pruebas lógicas: comparación misma variable</a:t>
            </a:r>
            <a:r>
              <a:rPr lang="en-US" dirty="0"/>
              <a:t> </a:t>
            </a:r>
            <a:r>
              <a:rPr lang="en-US" b="1" i="1" dirty="0"/>
              <a:t>“is”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3846E9-CAD6-F4CC-02E9-B9A7E379E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896904"/>
            <a:ext cx="6761100" cy="1077031"/>
          </a:xfrm>
        </p:spPr>
        <p:txBody>
          <a:bodyPr/>
          <a:lstStyle/>
          <a:p>
            <a:r>
              <a:rPr lang="es-MX" dirty="0"/>
              <a:t>Tiene un comportamiento raro que es mejor evitar por ahora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47A886-4752-4B16-A7DE-5D92533D8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67" y="1733550"/>
            <a:ext cx="2874117" cy="9181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73F652-B354-292E-25A0-607CE1393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225" y="1733550"/>
            <a:ext cx="2794280" cy="9048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E2AA2D-45F5-8CE2-B6D2-6D914DE0F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405" y="2690349"/>
            <a:ext cx="851590" cy="3459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6007EF-4948-F0B0-7BC8-0963C3509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658" y="2690349"/>
            <a:ext cx="638693" cy="292734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2D13869-3F98-11C7-699E-961EC7060ABC}"/>
              </a:ext>
            </a:extLst>
          </p:cNvPr>
          <p:cNvSpPr txBox="1">
            <a:spLocks/>
          </p:cNvSpPr>
          <p:nvPr/>
        </p:nvSpPr>
        <p:spPr>
          <a:xfrm>
            <a:off x="864168" y="2947193"/>
            <a:ext cx="3080814" cy="69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sz="2000" b="1" i="1" dirty="0"/>
              <a:t>Falso</a:t>
            </a:r>
            <a:r>
              <a:rPr lang="es-MX" sz="2000" dirty="0"/>
              <a:t> porque son dos </a:t>
            </a:r>
            <a:r>
              <a:rPr lang="es-MX" sz="2000" b="1" i="1" dirty="0"/>
              <a:t>objetos </a:t>
            </a:r>
            <a:r>
              <a:rPr lang="es-MX" sz="2000" dirty="0"/>
              <a:t>diferentes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5CFFF2A-0BA6-F4A3-792B-F126C75206D4}"/>
              </a:ext>
            </a:extLst>
          </p:cNvPr>
          <p:cNvSpPr txBox="1">
            <a:spLocks/>
          </p:cNvSpPr>
          <p:nvPr/>
        </p:nvSpPr>
        <p:spPr>
          <a:xfrm>
            <a:off x="4257957" y="2941290"/>
            <a:ext cx="3514441" cy="69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sz="2000" b="1" i="1" dirty="0"/>
              <a:t>Verdadero </a:t>
            </a:r>
            <a:r>
              <a:rPr lang="es-MX" sz="2000" dirty="0"/>
              <a:t>porque su </a:t>
            </a:r>
            <a:r>
              <a:rPr lang="es-MX" sz="2000" b="1" i="1" dirty="0"/>
              <a:t>“valor”, </a:t>
            </a:r>
            <a:r>
              <a:rPr lang="es-MX" sz="2000" dirty="0"/>
              <a:t>el contenido, es el mismo</a:t>
            </a:r>
            <a:endParaRPr lang="es-MX" sz="2000" b="1" i="1" dirty="0"/>
          </a:p>
        </p:txBody>
      </p:sp>
    </p:spTree>
    <p:extLst>
      <p:ext uri="{BB962C8B-B14F-4D97-AF65-F5344CB8AC3E}">
        <p14:creationId xmlns:p14="http://schemas.microsoft.com/office/powerpoint/2010/main" val="1619404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Pruebas lógicas: comparación enteros </a:t>
            </a:r>
            <a:r>
              <a:rPr lang="en-US" b="1" i="1" dirty="0"/>
              <a:t>“&gt;” </a:t>
            </a:r>
            <a:r>
              <a:rPr lang="en-US" dirty="0"/>
              <a:t>y </a:t>
            </a:r>
            <a:r>
              <a:rPr lang="en-US" b="1" i="1" dirty="0"/>
              <a:t>“&lt;“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5BA20-F1DB-9CB8-4488-8704FEC16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Podemos hacer las comparaciones usuales de números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BC6726-00C0-1A86-8BCD-BDEC0E977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302" y="2452007"/>
            <a:ext cx="1959095" cy="120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79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Pruebas lógicas: comparación enteros </a:t>
            </a:r>
            <a:r>
              <a:rPr lang="en-US" b="1" i="1" dirty="0"/>
              <a:t>“&gt;” </a:t>
            </a:r>
            <a:r>
              <a:rPr lang="en-US" dirty="0"/>
              <a:t>y </a:t>
            </a:r>
            <a:r>
              <a:rPr lang="en-US" b="1" i="1" dirty="0"/>
              <a:t>“&lt;“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5BA20-F1DB-9CB8-4488-8704FEC16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Podemos hacer las comparaciones usuales de números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BC6726-00C0-1A86-8BCD-BDEC0E977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302" y="2452007"/>
            <a:ext cx="1959095" cy="12001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D7F179-39F6-1643-9CB5-957598AE1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867" y="3288694"/>
            <a:ext cx="901426" cy="363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74A43E-5A49-251D-63C6-B09BB5E7B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867" y="2899092"/>
            <a:ext cx="901426" cy="3634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022EE8-083E-B889-B237-E0C7B1569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867" y="2452007"/>
            <a:ext cx="752516" cy="42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54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Pruebas lógicas: comparación enteros </a:t>
            </a:r>
            <a:r>
              <a:rPr lang="en-US" b="1" i="1" dirty="0"/>
              <a:t>“&gt;=” </a:t>
            </a:r>
            <a:r>
              <a:rPr lang="en-US" dirty="0"/>
              <a:t>y </a:t>
            </a:r>
            <a:r>
              <a:rPr lang="en-US" b="1" i="1" dirty="0"/>
              <a:t>“&lt;=“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5BA20-F1DB-9CB8-4488-8704FEC16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Las comparaciones mayor o igual ≥ y menor o igual se representan con los símbolos </a:t>
            </a:r>
            <a:r>
              <a:rPr lang="en-US" dirty="0"/>
              <a:t>“&gt;=“ y “&lt;=“</a:t>
            </a:r>
            <a:r>
              <a:rPr lang="es-MX" dirty="0"/>
              <a:t> respectivamente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07FC47-68B1-D3E5-647F-D896DAEF9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101" y="3122669"/>
            <a:ext cx="2015497" cy="80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88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Las </a:t>
            </a:r>
            <a:r>
              <a:rPr lang="es-MX" b="1" i="1" dirty="0"/>
              <a:t>listas</a:t>
            </a:r>
            <a:r>
              <a:rPr lang="es-MX" dirty="0"/>
              <a:t> tienen un operador lógico incluido: </a:t>
            </a:r>
            <a:r>
              <a:rPr lang="es-MX" b="1" i="1" dirty="0"/>
              <a:t>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5BA20-F1DB-9CB8-4488-8704FEC16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Verifica si un </a:t>
            </a:r>
            <a:r>
              <a:rPr lang="es-MX" b="1" i="1" dirty="0"/>
              <a:t>objeto </a:t>
            </a:r>
            <a:r>
              <a:rPr lang="es-MX" dirty="0"/>
              <a:t>está dentro de una lista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D97F4F-0197-91FA-90CE-BEB7805FD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112" y="2480309"/>
            <a:ext cx="3987439" cy="102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51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operador </a:t>
            </a:r>
            <a:r>
              <a:rPr lang="es-MX" b="1" i="1" dirty="0" err="1"/>
              <a:t>not</a:t>
            </a:r>
            <a:r>
              <a:rPr lang="es-MX" b="1" i="1" dirty="0"/>
              <a:t> </a:t>
            </a:r>
            <a:r>
              <a:rPr lang="es-MX" dirty="0"/>
              <a:t>puede negar cualquier comparación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4AA2C2-59A1-EB18-4096-01A167D10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562" y="1761534"/>
            <a:ext cx="4695292" cy="1099232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2A0107F-D8D0-6BCF-05FE-5C892F920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252650"/>
            <a:ext cx="6761100" cy="1461399"/>
          </a:xfrm>
        </p:spPr>
        <p:txBody>
          <a:bodyPr/>
          <a:lstStyle/>
          <a:p>
            <a:r>
              <a:rPr lang="es-MX" dirty="0"/>
              <a:t>En otros lenguajes en lugar de </a:t>
            </a:r>
            <a:r>
              <a:rPr lang="es-MX" b="1" i="1" dirty="0"/>
              <a:t>“</a:t>
            </a:r>
            <a:r>
              <a:rPr lang="es-MX" b="1" i="1" dirty="0" err="1"/>
              <a:t>not</a:t>
            </a:r>
            <a:r>
              <a:rPr lang="es-MX" b="1" i="1" dirty="0"/>
              <a:t>” </a:t>
            </a:r>
            <a:r>
              <a:rPr lang="es-MX" dirty="0"/>
              <a:t>se escribe un símbolo de admiración al final de la comparación </a:t>
            </a:r>
            <a:r>
              <a:rPr lang="es-MX" b="1" i="1" dirty="0"/>
              <a:t>“!”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6250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Para hacer el código más fácil de leer Python permite escribir </a:t>
            </a:r>
            <a:r>
              <a:rPr lang="en-US" b="1" i="1" dirty="0"/>
              <a:t>not in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EF0371-C58E-8D7D-BEC0-BA3D8EB7E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774" y="2164316"/>
            <a:ext cx="4858598" cy="8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20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Las comparaciones se pueden componer con los operadores </a:t>
            </a:r>
            <a:r>
              <a:rPr lang="es-MX" b="1" i="1" dirty="0"/>
              <a:t>and </a:t>
            </a:r>
            <a:r>
              <a:rPr lang="es-MX" dirty="0"/>
              <a:t>y </a:t>
            </a:r>
            <a:r>
              <a:rPr lang="es-MX" b="1" i="1" dirty="0" err="1"/>
              <a:t>or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572A4C-AAF5-3F09-A32D-FBB46084C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50"/>
            <a:ext cx="3487940" cy="2980500"/>
          </a:xfrm>
        </p:spPr>
        <p:txBody>
          <a:bodyPr/>
          <a:lstStyle/>
          <a:p>
            <a:r>
              <a:rPr lang="es-MX" b="1" i="1" dirty="0"/>
              <a:t>and </a:t>
            </a:r>
            <a:r>
              <a:rPr lang="es-MX" dirty="0"/>
              <a:t>requiere que los dos </a:t>
            </a:r>
            <a:r>
              <a:rPr lang="es-MX" b="1" i="1" dirty="0"/>
              <a:t>booleanos</a:t>
            </a:r>
            <a:r>
              <a:rPr lang="es-MX" dirty="0"/>
              <a:t> sean verdaderos</a:t>
            </a:r>
          </a:p>
          <a:p>
            <a:r>
              <a:rPr lang="es-MX" b="1" i="1" dirty="0" err="1"/>
              <a:t>or</a:t>
            </a:r>
            <a:r>
              <a:rPr lang="es-MX" b="1" i="1" dirty="0"/>
              <a:t> </a:t>
            </a:r>
            <a:r>
              <a:rPr lang="es-MX" dirty="0"/>
              <a:t>requiere que al menos un </a:t>
            </a:r>
            <a:r>
              <a:rPr lang="es-MX" b="1" i="1" dirty="0"/>
              <a:t>booleano</a:t>
            </a:r>
            <a:r>
              <a:rPr lang="es-MX" dirty="0"/>
              <a:t> sea verdadero</a:t>
            </a:r>
            <a:endParaRPr lang="es-MX" b="1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DD7E42-FC21-10D8-A3B5-C7A90F596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880547"/>
            <a:ext cx="3095321" cy="191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581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Las comparaciones se pueden componer con los operadores </a:t>
            </a:r>
            <a:r>
              <a:rPr lang="es-MX" b="1" i="1" dirty="0"/>
              <a:t>and </a:t>
            </a:r>
            <a:r>
              <a:rPr lang="es-MX" dirty="0"/>
              <a:t>y </a:t>
            </a:r>
            <a:r>
              <a:rPr lang="es-MX" b="1" i="1" dirty="0" err="1"/>
              <a:t>or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572A4C-AAF5-3F09-A32D-FBB46084C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50"/>
            <a:ext cx="3487940" cy="2980500"/>
          </a:xfrm>
        </p:spPr>
        <p:txBody>
          <a:bodyPr/>
          <a:lstStyle/>
          <a:p>
            <a:r>
              <a:rPr lang="es-MX" b="1" i="1" dirty="0"/>
              <a:t>and </a:t>
            </a:r>
            <a:r>
              <a:rPr lang="es-MX" dirty="0"/>
              <a:t>requiere que los dos </a:t>
            </a:r>
            <a:r>
              <a:rPr lang="es-MX" b="1" i="1" dirty="0"/>
              <a:t>booleanos</a:t>
            </a:r>
            <a:r>
              <a:rPr lang="es-MX" dirty="0"/>
              <a:t> sean verdaderos</a:t>
            </a:r>
          </a:p>
          <a:p>
            <a:r>
              <a:rPr lang="es-MX" b="1" i="1" dirty="0" err="1"/>
              <a:t>or</a:t>
            </a:r>
            <a:r>
              <a:rPr lang="es-MX" b="1" i="1" dirty="0"/>
              <a:t> </a:t>
            </a:r>
            <a:r>
              <a:rPr lang="es-MX" dirty="0"/>
              <a:t>requiere que al menos un </a:t>
            </a:r>
            <a:r>
              <a:rPr lang="es-MX" b="1" i="1" dirty="0"/>
              <a:t>booleano</a:t>
            </a:r>
            <a:r>
              <a:rPr lang="es-MX" dirty="0"/>
              <a:t> sea verdadero</a:t>
            </a:r>
            <a:endParaRPr lang="es-MX" b="1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DD7E42-FC21-10D8-A3B5-C7A90F596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880547"/>
            <a:ext cx="3095321" cy="1914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66AFA5-13B4-431C-8C57-BBE632F31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258" y="1880547"/>
            <a:ext cx="567539" cy="318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ACB83F-C5DD-AB9D-94B4-3839D9D84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258" y="2801397"/>
            <a:ext cx="567539" cy="318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D399E6-FA77-585B-8672-48BEE3FED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257" y="3120640"/>
            <a:ext cx="567539" cy="318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ECE1B6-E5F9-CA35-070E-186D54AAE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257" y="2192080"/>
            <a:ext cx="679845" cy="2741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086970-B1D6-E9EA-DFE9-C7185C8E7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257" y="2450267"/>
            <a:ext cx="679845" cy="2741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E62358-F902-098C-35BB-D1D6DABD2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257" y="3429912"/>
            <a:ext cx="679845" cy="27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10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También está el operador </a:t>
            </a:r>
            <a:r>
              <a:rPr lang="es-MX" b="1" i="1" dirty="0"/>
              <a:t>exclusive </a:t>
            </a:r>
            <a:r>
              <a:rPr lang="es-MX" b="1" i="1" dirty="0" err="1"/>
              <a:t>or</a:t>
            </a:r>
            <a:r>
              <a:rPr lang="es-MX" dirty="0"/>
              <a:t> </a:t>
            </a:r>
            <a:r>
              <a:rPr lang="es-MX" b="1" i="1" dirty="0"/>
              <a:t>(XOR) “</a:t>
            </a:r>
            <a:r>
              <a:rPr lang="en-US" b="1" i="1" dirty="0"/>
              <a:t>^”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572A4C-AAF5-3F09-A32D-FBB46084C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50"/>
            <a:ext cx="6825500" cy="2980500"/>
          </a:xfrm>
        </p:spPr>
        <p:txBody>
          <a:bodyPr/>
          <a:lstStyle/>
          <a:p>
            <a:r>
              <a:rPr lang="en-US" b="1" i="1" dirty="0"/>
              <a:t>^ </a:t>
            </a:r>
            <a:r>
              <a:rPr lang="es-MX" dirty="0"/>
              <a:t>requiere que uno y sólo uno de los booleanos sea verdadero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FF9273-78C0-3762-97EB-A1E7A1455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644" y="2899905"/>
            <a:ext cx="2974524" cy="112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56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También está el operador </a:t>
            </a:r>
            <a:r>
              <a:rPr lang="es-MX" b="1" i="1" dirty="0"/>
              <a:t>exclusive </a:t>
            </a:r>
            <a:r>
              <a:rPr lang="es-MX" b="1" i="1" dirty="0" err="1"/>
              <a:t>or</a:t>
            </a:r>
            <a:r>
              <a:rPr lang="es-MX" dirty="0"/>
              <a:t> </a:t>
            </a:r>
            <a:r>
              <a:rPr lang="es-MX" b="1" i="1" dirty="0"/>
              <a:t>(XOR) </a:t>
            </a:r>
            <a:r>
              <a:rPr lang="en-US" dirty="0"/>
              <a:t>:</a:t>
            </a:r>
            <a:r>
              <a:rPr lang="en-US" b="1" i="1" dirty="0"/>
              <a:t>^</a:t>
            </a:r>
            <a:endParaRPr lang="es-MX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572A4C-AAF5-3F09-A32D-FBB46084C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50"/>
            <a:ext cx="6825500" cy="2980500"/>
          </a:xfrm>
        </p:spPr>
        <p:txBody>
          <a:bodyPr/>
          <a:lstStyle/>
          <a:p>
            <a:r>
              <a:rPr lang="en-US" b="1" i="1" dirty="0"/>
              <a:t>^ </a:t>
            </a:r>
            <a:r>
              <a:rPr lang="es-MX" dirty="0"/>
              <a:t>requiere que uno y sólo uno de los booleanos sea verdadero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FF9273-78C0-3762-97EB-A1E7A1455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644" y="2899905"/>
            <a:ext cx="2974524" cy="11299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95BAA4-7F23-85D4-7883-C00A08904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436" y="3246367"/>
            <a:ext cx="778514" cy="437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6FC70A-A5D5-DF18-8395-49D94712B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237" y="2934543"/>
            <a:ext cx="868243" cy="3500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6C7AB5-A48D-601D-C4DF-E39E2C89F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976" y="3667644"/>
            <a:ext cx="868243" cy="35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53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2F63-A86F-36D9-847B-F82A8B05C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Juntando todo lo que sabemos hasta ahora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7BED0-2A00-9A7A-4714-18C4C3C3B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Imprimir todos </a:t>
            </a:r>
            <a:r>
              <a:rPr lang="es-MX"/>
              <a:t>los números pares del 1 al 100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4A978-F6EC-0A33-7A49-2F85912FEA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06954335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3 Idea 1">
      <a:dk1>
        <a:srgbClr val="0F6082"/>
      </a:dk1>
      <a:lt1>
        <a:srgbClr val="F6EAD1"/>
      </a:lt1>
      <a:dk2>
        <a:srgbClr val="093C51"/>
      </a:dk2>
      <a:lt2>
        <a:srgbClr val="E9F4FB"/>
      </a:lt2>
      <a:accent1>
        <a:srgbClr val="5386A4"/>
      </a:accent1>
      <a:accent2>
        <a:srgbClr val="E9CB8D"/>
      </a:accent2>
      <a:accent3>
        <a:srgbClr val="C9E3F6"/>
      </a:accent3>
      <a:accent4>
        <a:srgbClr val="71A9BF"/>
      </a:accent4>
      <a:accent5>
        <a:srgbClr val="0F6082"/>
      </a:accent5>
      <a:accent6>
        <a:srgbClr val="6FAEC8"/>
      </a:accent6>
      <a:hlink>
        <a:srgbClr val="E9CB8D"/>
      </a:hlink>
      <a:folHlink>
        <a:srgbClr val="E9CB8D"/>
      </a:folHlink>
    </a:clrScheme>
    <a:fontScheme name="Custom 1">
      <a:majorFont>
        <a:latin typeface="Exo"/>
        <a:ea typeface=""/>
        <a:cs typeface=""/>
      </a:majorFont>
      <a:minorFont>
        <a:latin typeface="Alegrey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· SlidesCarnival colores c3 template" id="{BDF81AEB-CF00-443C-8459-389E8714FB5F}" vid="{B4CCEA33-2A96-4F2F-B516-DD39C0EBEA6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c3</Template>
  <TotalTime>340</TotalTime>
  <Words>487</Words>
  <Application>Microsoft Office PowerPoint</Application>
  <PresentationFormat>On-screen Show (16:9)</PresentationFormat>
  <Paragraphs>79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Titillium Web Light</vt:lpstr>
      <vt:lpstr>Dosis ExtraLight</vt:lpstr>
      <vt:lpstr>Mowbray template</vt:lpstr>
      <vt:lpstr>Introducción a Python: Condiciones</vt:lpstr>
      <vt:lpstr>Las condiciones son formas de controlar el flujo de un proceso</vt:lpstr>
      <vt:lpstr>Sintaxis if</vt:lpstr>
      <vt:lpstr>Sintaxis desglosada: if</vt:lpstr>
      <vt:lpstr>Sintaxis desglosada: sintaxis</vt:lpstr>
      <vt:lpstr>Sintaxis desglosada: prueba lógica</vt:lpstr>
      <vt:lpstr>Sintaxis desglosada: prueba lógica</vt:lpstr>
      <vt:lpstr>else permite ejecutar una acción si falla la prueba lógica</vt:lpstr>
      <vt:lpstr>Además se pueden anidar condiciones y hacer más pruebas lógicas con elif</vt:lpstr>
      <vt:lpstr>Se pueden anidar tantas pruebas como quieran</vt:lpstr>
      <vt:lpstr>Al final de todos los elif se puede poner un else </vt:lpstr>
      <vt:lpstr>Pruebas lógicas: comparación mismo valor“==“</vt:lpstr>
      <vt:lpstr>Pruebas lógicas: comparación misma variable “is”</vt:lpstr>
      <vt:lpstr>Pruebas lógicas: comparación misma variable “is”</vt:lpstr>
      <vt:lpstr>Pruebas lógicas: comparación enteros “&gt;” y “&lt;“</vt:lpstr>
      <vt:lpstr>Pruebas lógicas: comparación enteros “&gt;” y “&lt;“</vt:lpstr>
      <vt:lpstr>Pruebas lógicas: comparación enteros “&gt;=” y “&lt;=“</vt:lpstr>
      <vt:lpstr>Las listas tienen un operador lógico incluido: in</vt:lpstr>
      <vt:lpstr>El operador not puede negar cualquier comparación</vt:lpstr>
      <vt:lpstr>Para hacer el código más fácil de leer Python permite escribir not in</vt:lpstr>
      <vt:lpstr>Las comparaciones se pueden componer con los operadores and y or</vt:lpstr>
      <vt:lpstr>Las comparaciones se pueden componer con los operadores and y or</vt:lpstr>
      <vt:lpstr>También está el operador exclusive or (XOR) “^”</vt:lpstr>
      <vt:lpstr>También está el operador exclusive or (XOR) :^</vt:lpstr>
      <vt:lpstr>Juntando todo lo que sabemos hasta ahora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Python: Variables</dc:title>
  <dc:creator>Fernando Fontove</dc:creator>
  <cp:lastModifiedBy>Fernando Fontove</cp:lastModifiedBy>
  <cp:revision>2</cp:revision>
  <dcterms:created xsi:type="dcterms:W3CDTF">2023-08-17T04:46:33Z</dcterms:created>
  <dcterms:modified xsi:type="dcterms:W3CDTF">2025-09-03T21:49:44Z</dcterms:modified>
</cp:coreProperties>
</file>