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59" r:id="rId1"/>
  </p:sldMasterIdLst>
  <p:notesMasterIdLst>
    <p:notesMasterId r:id="rId33"/>
  </p:notesMasterIdLst>
  <p:handoutMasterIdLst>
    <p:handoutMasterId r:id="rId34"/>
  </p:handoutMasterIdLst>
  <p:sldIdLst>
    <p:sldId id="256" r:id="rId2"/>
    <p:sldId id="261" r:id="rId3"/>
    <p:sldId id="262" r:id="rId4"/>
    <p:sldId id="264" r:id="rId5"/>
    <p:sldId id="263" r:id="rId6"/>
    <p:sldId id="265" r:id="rId7"/>
    <p:sldId id="266" r:id="rId8"/>
    <p:sldId id="267" r:id="rId9"/>
    <p:sldId id="268" r:id="rId10"/>
    <p:sldId id="269" r:id="rId11"/>
    <p:sldId id="270" r:id="rId12"/>
    <p:sldId id="271" r:id="rId13"/>
    <p:sldId id="272" r:id="rId14"/>
    <p:sldId id="273" r:id="rId15"/>
    <p:sldId id="274" r:id="rId16"/>
    <p:sldId id="275" r:id="rId17"/>
    <p:sldId id="276" r:id="rId18"/>
    <p:sldId id="277" r:id="rId19"/>
    <p:sldId id="278" r:id="rId20"/>
    <p:sldId id="279" r:id="rId21"/>
    <p:sldId id="280" r:id="rId22"/>
    <p:sldId id="281" r:id="rId23"/>
    <p:sldId id="282" r:id="rId24"/>
    <p:sldId id="283" r:id="rId25"/>
    <p:sldId id="284" r:id="rId26"/>
    <p:sldId id="286" r:id="rId27"/>
    <p:sldId id="285" r:id="rId28"/>
    <p:sldId id="287" r:id="rId29"/>
    <p:sldId id="288" r:id="rId30"/>
    <p:sldId id="289" r:id="rId31"/>
    <p:sldId id="290" r:id="rId32"/>
  </p:sldIdLst>
  <p:sldSz cx="9144000" cy="5143500" type="screen16x9"/>
  <p:notesSz cx="6858000" cy="9144000"/>
  <p:embeddedFontLst>
    <p:embeddedFont>
      <p:font typeface="Dosis ExtraLight" pitchFamily="2" charset="0"/>
      <p:regular r:id="rId35"/>
      <p:bold r:id="rId36"/>
    </p:embeddedFont>
    <p:embeddedFont>
      <p:font typeface="Titillium Web Light" panose="00000400000000000000" pitchFamily="2" charset="0"/>
      <p:regular r:id="rId37"/>
      <p:bold r:id="rId38"/>
      <p:italic r:id="rId39"/>
      <p:boldItalic r:id="rId4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F24753E-8A85-4BEE-97E2-441CDA198357}">
  <a:tblStyle styleId="{0F24753E-8A85-4BEE-97E2-441CDA198357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6A787F38-7B79-44E3-ACA7-109338EB0D08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90389" autoAdjust="0"/>
  </p:normalViewPr>
  <p:slideViewPr>
    <p:cSldViewPr snapToGrid="0">
      <p:cViewPr varScale="1">
        <p:scale>
          <a:sx n="87" d="100"/>
          <a:sy n="87" d="100"/>
        </p:scale>
        <p:origin x="846" y="300"/>
      </p:cViewPr>
      <p:guideLst/>
    </p:cSldViewPr>
  </p:slideViewPr>
  <p:notesTextViewPr>
    <p:cViewPr>
      <p:scale>
        <a:sx n="3" d="2"/>
        <a:sy n="3" d="2"/>
      </p:scale>
      <p:origin x="-6" y="-18"/>
    </p:cViewPr>
  </p:notesTextViewPr>
  <p:notesViewPr>
    <p:cSldViewPr snapToGrid="0">
      <p:cViewPr varScale="1">
        <p:scale>
          <a:sx n="84" d="100"/>
          <a:sy n="84" d="100"/>
        </p:scale>
        <p:origin x="3054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5.fntdata"/><Relationship Id="rId21" Type="http://schemas.openxmlformats.org/officeDocument/2006/relationships/slide" Target="slides/slide20.xml"/><Relationship Id="rId34" Type="http://schemas.openxmlformats.org/officeDocument/2006/relationships/handoutMaster" Target="handoutMasters/handoutMaster1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font" Target="fonts/font3.fntdata"/><Relationship Id="rId40" Type="http://schemas.openxmlformats.org/officeDocument/2006/relationships/font" Target="fonts/font6.fntdata"/><Relationship Id="rId45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1.fntdata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openxmlformats.org/officeDocument/2006/relationships/font" Target="fonts/font4.fntdata"/><Relationship Id="rId20" Type="http://schemas.openxmlformats.org/officeDocument/2006/relationships/slide" Target="slides/slide19.xml"/><Relationship Id="rId41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ernando Fontove" userId="39bcb981d82c3800" providerId="LiveId" clId="{541B021B-6500-4237-9640-7580E4691DC8}"/>
    <pc:docChg chg="modSld">
      <pc:chgData name="Fernando Fontove" userId="39bcb981d82c3800" providerId="LiveId" clId="{541B021B-6500-4237-9640-7580E4691DC8}" dt="2025-08-28T19:31:33.837" v="1" actId="20577"/>
      <pc:docMkLst>
        <pc:docMk/>
      </pc:docMkLst>
      <pc:sldChg chg="modNotesTx">
        <pc:chgData name="Fernando Fontove" userId="39bcb981d82c3800" providerId="LiveId" clId="{541B021B-6500-4237-9640-7580E4691DC8}" dt="2025-08-28T19:31:33.837" v="1" actId="20577"/>
        <pc:sldMkLst>
          <pc:docMk/>
          <pc:sldMk cId="0" sldId="261"/>
        </pc:sldMkLst>
      </pc:sldChg>
    </pc:docChg>
  </pc:docChgLst>
  <pc:docChgLst>
    <pc:chgData name="Fernando Fontove" userId="39bcb981d82c3800" providerId="LiveId" clId="{9FF6258F-8260-451D-925F-7EE58614B07F}"/>
    <pc:docChg chg="undo redo custSel addSld delSld modSld sldOrd">
      <pc:chgData name="Fernando Fontove" userId="39bcb981d82c3800" providerId="LiveId" clId="{9FF6258F-8260-451D-925F-7EE58614B07F}" dt="2023-08-20T07:43:22.317" v="3541" actId="20577"/>
      <pc:docMkLst>
        <pc:docMk/>
      </pc:docMkLst>
      <pc:sldChg chg="addSp delSp modSp mod">
        <pc:chgData name="Fernando Fontove" userId="39bcb981d82c3800" providerId="LiveId" clId="{9FF6258F-8260-451D-925F-7EE58614B07F}" dt="2023-08-20T07:41:27.701" v="3374" actId="113"/>
        <pc:sldMkLst>
          <pc:docMk/>
          <pc:sldMk cId="1905306405" sldId="262"/>
        </pc:sldMkLst>
      </pc:sldChg>
      <pc:sldChg chg="addSp modSp mod">
        <pc:chgData name="Fernando Fontove" userId="39bcb981d82c3800" providerId="LiveId" clId="{9FF6258F-8260-451D-925F-7EE58614B07F}" dt="2023-08-20T06:33:02.271" v="330" actId="113"/>
        <pc:sldMkLst>
          <pc:docMk/>
          <pc:sldMk cId="3211320243" sldId="263"/>
        </pc:sldMkLst>
      </pc:sldChg>
      <pc:sldChg chg="modSp add del mod">
        <pc:chgData name="Fernando Fontove" userId="39bcb981d82c3800" providerId="LiveId" clId="{9FF6258F-8260-451D-925F-7EE58614B07F}" dt="2023-08-20T07:41:34.606" v="3376" actId="113"/>
        <pc:sldMkLst>
          <pc:docMk/>
          <pc:sldMk cId="2748836241" sldId="264"/>
        </pc:sldMkLst>
      </pc:sldChg>
      <pc:sldChg chg="modSp add mod">
        <pc:chgData name="Fernando Fontove" userId="39bcb981d82c3800" providerId="LiveId" clId="{9FF6258F-8260-451D-925F-7EE58614B07F}" dt="2023-08-20T06:39:20.112" v="1007" actId="20577"/>
        <pc:sldMkLst>
          <pc:docMk/>
          <pc:sldMk cId="3538344461" sldId="265"/>
        </pc:sldMkLst>
      </pc:sldChg>
      <pc:sldChg chg="modSp add mod">
        <pc:chgData name="Fernando Fontove" userId="39bcb981d82c3800" providerId="LiveId" clId="{9FF6258F-8260-451D-925F-7EE58614B07F}" dt="2023-08-20T06:35:44.511" v="592" actId="113"/>
        <pc:sldMkLst>
          <pc:docMk/>
          <pc:sldMk cId="164792882" sldId="266"/>
        </pc:sldMkLst>
      </pc:sldChg>
      <pc:sldChg chg="modSp add mod">
        <pc:chgData name="Fernando Fontove" userId="39bcb981d82c3800" providerId="LiveId" clId="{9FF6258F-8260-451D-925F-7EE58614B07F}" dt="2023-08-20T06:39:24.792" v="1009" actId="20577"/>
        <pc:sldMkLst>
          <pc:docMk/>
          <pc:sldMk cId="3409955188" sldId="267"/>
        </pc:sldMkLst>
      </pc:sldChg>
      <pc:sldChg chg="addSp modSp add mod">
        <pc:chgData name="Fernando Fontove" userId="39bcb981d82c3800" providerId="LiveId" clId="{9FF6258F-8260-451D-925F-7EE58614B07F}" dt="2023-08-20T06:46:30.040" v="1305" actId="6549"/>
        <pc:sldMkLst>
          <pc:docMk/>
          <pc:sldMk cId="438447706" sldId="268"/>
        </pc:sldMkLst>
      </pc:sldChg>
      <pc:sldChg chg="addSp delSp modSp add mod">
        <pc:chgData name="Fernando Fontove" userId="39bcb981d82c3800" providerId="LiveId" clId="{9FF6258F-8260-451D-925F-7EE58614B07F}" dt="2023-08-20T06:51:57.095" v="1512" actId="478"/>
        <pc:sldMkLst>
          <pc:docMk/>
          <pc:sldMk cId="310379265" sldId="269"/>
        </pc:sldMkLst>
      </pc:sldChg>
      <pc:sldChg chg="addSp delSp modSp add mod">
        <pc:chgData name="Fernando Fontove" userId="39bcb981d82c3800" providerId="LiveId" clId="{9FF6258F-8260-451D-925F-7EE58614B07F}" dt="2023-08-20T06:52:14.039" v="1520" actId="478"/>
        <pc:sldMkLst>
          <pc:docMk/>
          <pc:sldMk cId="362036153" sldId="270"/>
        </pc:sldMkLst>
      </pc:sldChg>
      <pc:sldChg chg="addSp delSp modSp add mod">
        <pc:chgData name="Fernando Fontove" userId="39bcb981d82c3800" providerId="LiveId" clId="{9FF6258F-8260-451D-925F-7EE58614B07F}" dt="2023-08-20T06:53:02.482" v="1587" actId="1076"/>
        <pc:sldMkLst>
          <pc:docMk/>
          <pc:sldMk cId="535864890" sldId="271"/>
        </pc:sldMkLst>
      </pc:sldChg>
      <pc:sldChg chg="addSp delSp modSp add mod">
        <pc:chgData name="Fernando Fontove" userId="39bcb981d82c3800" providerId="LiveId" clId="{9FF6258F-8260-451D-925F-7EE58614B07F}" dt="2023-08-20T06:59:30.462" v="1779" actId="20577"/>
        <pc:sldMkLst>
          <pc:docMk/>
          <pc:sldMk cId="2854023657" sldId="272"/>
        </pc:sldMkLst>
      </pc:sldChg>
      <pc:sldChg chg="addSp delSp modSp add mod">
        <pc:chgData name="Fernando Fontove" userId="39bcb981d82c3800" providerId="LiveId" clId="{9FF6258F-8260-451D-925F-7EE58614B07F}" dt="2023-08-20T07:01:49.701" v="1888" actId="1076"/>
        <pc:sldMkLst>
          <pc:docMk/>
          <pc:sldMk cId="3260095051" sldId="273"/>
        </pc:sldMkLst>
      </pc:sldChg>
      <pc:sldChg chg="addSp delSp modSp add mod">
        <pc:chgData name="Fernando Fontove" userId="39bcb981d82c3800" providerId="LiveId" clId="{9FF6258F-8260-451D-925F-7EE58614B07F}" dt="2023-08-20T07:03:49.541" v="2051" actId="1035"/>
        <pc:sldMkLst>
          <pc:docMk/>
          <pc:sldMk cId="419206261" sldId="274"/>
        </pc:sldMkLst>
      </pc:sldChg>
      <pc:sldChg chg="addSp delSp modSp add mod">
        <pc:chgData name="Fernando Fontove" userId="39bcb981d82c3800" providerId="LiveId" clId="{9FF6258F-8260-451D-925F-7EE58614B07F}" dt="2023-08-20T07:04:41.846" v="2059" actId="478"/>
        <pc:sldMkLst>
          <pc:docMk/>
          <pc:sldMk cId="2509672677" sldId="275"/>
        </pc:sldMkLst>
      </pc:sldChg>
      <pc:sldChg chg="add">
        <pc:chgData name="Fernando Fontove" userId="39bcb981d82c3800" providerId="LiveId" clId="{9FF6258F-8260-451D-925F-7EE58614B07F}" dt="2023-08-20T07:04:36.107" v="2056"/>
        <pc:sldMkLst>
          <pc:docMk/>
          <pc:sldMk cId="1563144729" sldId="276"/>
        </pc:sldMkLst>
      </pc:sldChg>
      <pc:sldChg chg="addSp delSp modSp add mod">
        <pc:chgData name="Fernando Fontove" userId="39bcb981d82c3800" providerId="LiveId" clId="{9FF6258F-8260-451D-925F-7EE58614B07F}" dt="2023-08-20T07:14:31.633" v="2216" actId="1076"/>
        <pc:sldMkLst>
          <pc:docMk/>
          <pc:sldMk cId="2897022490" sldId="277"/>
        </pc:sldMkLst>
      </pc:sldChg>
      <pc:sldChg chg="addSp delSp modSp add mod">
        <pc:chgData name="Fernando Fontove" userId="39bcb981d82c3800" providerId="LiveId" clId="{9FF6258F-8260-451D-925F-7EE58614B07F}" dt="2023-08-20T07:18:27.483" v="2467" actId="14100"/>
        <pc:sldMkLst>
          <pc:docMk/>
          <pc:sldMk cId="545065206" sldId="278"/>
        </pc:sldMkLst>
      </pc:sldChg>
      <pc:sldChg chg="addSp delSp modSp add mod">
        <pc:chgData name="Fernando Fontove" userId="39bcb981d82c3800" providerId="LiveId" clId="{9FF6258F-8260-451D-925F-7EE58614B07F}" dt="2023-08-20T07:20:33.831" v="2589" actId="1076"/>
        <pc:sldMkLst>
          <pc:docMk/>
          <pc:sldMk cId="3569834345" sldId="279"/>
        </pc:sldMkLst>
      </pc:sldChg>
      <pc:sldChg chg="addSp delSp modSp add mod">
        <pc:chgData name="Fernando Fontove" userId="39bcb981d82c3800" providerId="LiveId" clId="{9FF6258F-8260-451D-925F-7EE58614B07F}" dt="2023-08-20T07:21:18.168" v="2641" actId="14100"/>
        <pc:sldMkLst>
          <pc:docMk/>
          <pc:sldMk cId="2952870153" sldId="280"/>
        </pc:sldMkLst>
      </pc:sldChg>
      <pc:sldChg chg="addSp delSp modSp add mod">
        <pc:chgData name="Fernando Fontove" userId="39bcb981d82c3800" providerId="LiveId" clId="{9FF6258F-8260-451D-925F-7EE58614B07F}" dt="2023-08-20T07:25:46.828" v="2753" actId="732"/>
        <pc:sldMkLst>
          <pc:docMk/>
          <pc:sldMk cId="4030915842" sldId="281"/>
        </pc:sldMkLst>
      </pc:sldChg>
      <pc:sldChg chg="addSp delSp modSp add mod">
        <pc:chgData name="Fernando Fontove" userId="39bcb981d82c3800" providerId="LiveId" clId="{9FF6258F-8260-451D-925F-7EE58614B07F}" dt="2023-08-20T07:28:26.009" v="2906" actId="1076"/>
        <pc:sldMkLst>
          <pc:docMk/>
          <pc:sldMk cId="3911022418" sldId="282"/>
        </pc:sldMkLst>
      </pc:sldChg>
      <pc:sldChg chg="addSp delSp modSp add mod ord">
        <pc:chgData name="Fernando Fontove" userId="39bcb981d82c3800" providerId="LiveId" clId="{9FF6258F-8260-451D-925F-7EE58614B07F}" dt="2023-08-20T07:30:12.334" v="2991" actId="1076"/>
        <pc:sldMkLst>
          <pc:docMk/>
          <pc:sldMk cId="879351787" sldId="283"/>
        </pc:sldMkLst>
      </pc:sldChg>
      <pc:sldChg chg="modSp add del mod">
        <pc:chgData name="Fernando Fontove" userId="39bcb981d82c3800" providerId="LiveId" clId="{9FF6258F-8260-451D-925F-7EE58614B07F}" dt="2023-08-20T07:29:01.032" v="2912"/>
        <pc:sldMkLst>
          <pc:docMk/>
          <pc:sldMk cId="2049057121" sldId="283"/>
        </pc:sldMkLst>
      </pc:sldChg>
      <pc:sldChg chg="addSp delSp modSp add mod">
        <pc:chgData name="Fernando Fontove" userId="39bcb981d82c3800" providerId="LiveId" clId="{9FF6258F-8260-451D-925F-7EE58614B07F}" dt="2023-08-20T07:33:52.229" v="3146" actId="478"/>
        <pc:sldMkLst>
          <pc:docMk/>
          <pc:sldMk cId="2743201900" sldId="284"/>
        </pc:sldMkLst>
      </pc:sldChg>
      <pc:sldChg chg="addSp delSp modSp add mod">
        <pc:chgData name="Fernando Fontove" userId="39bcb981d82c3800" providerId="LiveId" clId="{9FF6258F-8260-451D-925F-7EE58614B07F}" dt="2023-08-20T07:35:24.005" v="3157" actId="14100"/>
        <pc:sldMkLst>
          <pc:docMk/>
          <pc:sldMk cId="2962578790" sldId="285"/>
        </pc:sldMkLst>
      </pc:sldChg>
      <pc:sldChg chg="addSp modSp add mod">
        <pc:chgData name="Fernando Fontove" userId="39bcb981d82c3800" providerId="LiveId" clId="{9FF6258F-8260-451D-925F-7EE58614B07F}" dt="2023-08-20T07:34:29.268" v="3150" actId="14100"/>
        <pc:sldMkLst>
          <pc:docMk/>
          <pc:sldMk cId="1501306380" sldId="286"/>
        </pc:sldMkLst>
      </pc:sldChg>
      <pc:sldChg chg="addSp delSp modSp add mod modNotesTx">
        <pc:chgData name="Fernando Fontove" userId="39bcb981d82c3800" providerId="LiveId" clId="{9FF6258F-8260-451D-925F-7EE58614B07F}" dt="2023-08-20T07:38:34.685" v="3287" actId="20577"/>
        <pc:sldMkLst>
          <pc:docMk/>
          <pc:sldMk cId="3054216919" sldId="287"/>
        </pc:sldMkLst>
      </pc:sldChg>
      <pc:sldChg chg="addSp delSp modSp add mod">
        <pc:chgData name="Fernando Fontove" userId="39bcb981d82c3800" providerId="LiveId" clId="{9FF6258F-8260-451D-925F-7EE58614B07F}" dt="2023-08-20T07:39:51.566" v="3322" actId="14100"/>
        <pc:sldMkLst>
          <pc:docMk/>
          <pc:sldMk cId="2171580333" sldId="288"/>
        </pc:sldMkLst>
      </pc:sldChg>
      <pc:sldChg chg="modSp new mod">
        <pc:chgData name="Fernando Fontove" userId="39bcb981d82c3800" providerId="LiveId" clId="{9FF6258F-8260-451D-925F-7EE58614B07F}" dt="2023-08-20T07:43:00.109" v="3522" actId="20577"/>
        <pc:sldMkLst>
          <pc:docMk/>
          <pc:sldMk cId="3550021727" sldId="289"/>
        </pc:sldMkLst>
      </pc:sldChg>
      <pc:sldChg chg="modSp add mod">
        <pc:chgData name="Fernando Fontove" userId="39bcb981d82c3800" providerId="LiveId" clId="{9FF6258F-8260-451D-925F-7EE58614B07F}" dt="2023-08-20T07:43:22.317" v="3541" actId="20577"/>
        <pc:sldMkLst>
          <pc:docMk/>
          <pc:sldMk cId="3792986629" sldId="290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DC32D9D-B9D2-706C-F0D5-63607544956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9B78AC7-EDBD-5075-676D-23DD10D18C2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CF0F71C-9B7B-4816-9D84-3832C03BFD09}" type="datetimeFigureOut">
              <a:rPr lang="en-US" smtClean="0"/>
              <a:t>8/28/2025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FCDD83E-56FD-4A3B-34CC-B697506CB3A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B0749BE-5CFF-BB39-6C05-AE14673955A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F982FD6-881B-41D5-9C91-1514E51828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72896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175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3" name="Google Shape;3833;g35f391192_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34" name="Google Shape;3834;g35f391192_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7" name="Google Shape;3867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68" name="Google Shape;3868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7" name="Google Shape;3867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68" name="Google Shape;3868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4491302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7" name="Google Shape;3867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68" name="Google Shape;3868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8018841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</a:t>
            </a:r>
            <a:r>
              <a:rPr lang="es-MX" dirty="0"/>
              <a:t>é pasa si el </a:t>
            </a:r>
            <a:r>
              <a:rPr lang="es-MX" dirty="0" err="1"/>
              <a:t>print</a:t>
            </a:r>
            <a:r>
              <a:rPr lang="es-MX" dirty="0"/>
              <a:t> tiene la misma indentación?</a:t>
            </a:r>
          </a:p>
        </p:txBody>
      </p:sp>
    </p:spTree>
    <p:extLst>
      <p:ext uri="{BB962C8B-B14F-4D97-AF65-F5344CB8AC3E}">
        <p14:creationId xmlns:p14="http://schemas.microsoft.com/office/powerpoint/2010/main" val="153634047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</a:t>
            </a:r>
            <a:r>
              <a:rPr lang="es-MX" dirty="0"/>
              <a:t>é pasa si el </a:t>
            </a:r>
            <a:r>
              <a:rPr lang="es-MX" dirty="0" err="1"/>
              <a:t>print</a:t>
            </a:r>
            <a:r>
              <a:rPr lang="es-MX" dirty="0"/>
              <a:t> tiene la misma indentación?</a:t>
            </a:r>
          </a:p>
        </p:txBody>
      </p:sp>
    </p:spTree>
    <p:extLst>
      <p:ext uri="{BB962C8B-B14F-4D97-AF65-F5344CB8AC3E}">
        <p14:creationId xmlns:p14="http://schemas.microsoft.com/office/powerpoint/2010/main" val="258065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bg>
      <p:bgPr>
        <a:solidFill>
          <a:schemeClr val="accent5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762000" y="696425"/>
            <a:ext cx="5396700" cy="115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 sz="60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 sz="6000"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 sz="6000"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 sz="6000"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 sz="6000"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 sz="6000"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 sz="6000"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 sz="6000"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 sz="6000">
                <a:solidFill>
                  <a:schemeClr val="accent2"/>
                </a:solidFill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 rot="10800000">
            <a:off x="8705367" y="28698"/>
            <a:ext cx="410132" cy="5086302"/>
            <a:chOff x="836200" y="238125"/>
            <a:chExt cx="422425" cy="5238750"/>
          </a:xfrm>
        </p:grpSpPr>
        <p:sp>
          <p:nvSpPr>
            <p:cNvPr id="12" name="Google Shape;12;p2"/>
            <p:cNvSpPr/>
            <p:nvPr/>
          </p:nvSpPr>
          <p:spPr>
            <a:xfrm>
              <a:off x="836200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836200" y="3886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>
              <a:off x="836200" y="53912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836200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836200" y="8401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836200" y="9906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836200" y="11411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9;p2"/>
            <p:cNvSpPr/>
            <p:nvPr/>
          </p:nvSpPr>
          <p:spPr>
            <a:xfrm>
              <a:off x="836200" y="12917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836200" y="14422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836200" y="15927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2;p2"/>
            <p:cNvSpPr/>
            <p:nvPr/>
          </p:nvSpPr>
          <p:spPr>
            <a:xfrm>
              <a:off x="836200" y="17432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3;p2"/>
            <p:cNvSpPr/>
            <p:nvPr/>
          </p:nvSpPr>
          <p:spPr>
            <a:xfrm>
              <a:off x="836200" y="18937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836200" y="20442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836200" y="21947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26;p2"/>
            <p:cNvSpPr/>
            <p:nvPr/>
          </p:nvSpPr>
          <p:spPr>
            <a:xfrm>
              <a:off x="836200" y="23452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7;p2"/>
            <p:cNvSpPr/>
            <p:nvPr/>
          </p:nvSpPr>
          <p:spPr>
            <a:xfrm>
              <a:off x="836200" y="24957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836200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836200" y="27968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30;p2"/>
            <p:cNvSpPr/>
            <p:nvPr/>
          </p:nvSpPr>
          <p:spPr>
            <a:xfrm>
              <a:off x="836200" y="29473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31;p2"/>
            <p:cNvSpPr/>
            <p:nvPr/>
          </p:nvSpPr>
          <p:spPr>
            <a:xfrm>
              <a:off x="836200" y="30978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836200" y="32483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836200" y="33988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34;p2"/>
            <p:cNvSpPr/>
            <p:nvPr/>
          </p:nvSpPr>
          <p:spPr>
            <a:xfrm>
              <a:off x="836200" y="35493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5;p2"/>
            <p:cNvSpPr/>
            <p:nvPr/>
          </p:nvSpPr>
          <p:spPr>
            <a:xfrm>
              <a:off x="836200" y="36998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36;p2"/>
            <p:cNvSpPr/>
            <p:nvPr/>
          </p:nvSpPr>
          <p:spPr>
            <a:xfrm>
              <a:off x="836200" y="38503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37;p2"/>
            <p:cNvSpPr/>
            <p:nvPr/>
          </p:nvSpPr>
          <p:spPr>
            <a:xfrm>
              <a:off x="836200" y="40008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38;p2"/>
            <p:cNvSpPr/>
            <p:nvPr/>
          </p:nvSpPr>
          <p:spPr>
            <a:xfrm>
              <a:off x="836200" y="41514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39;p2"/>
            <p:cNvSpPr/>
            <p:nvPr/>
          </p:nvSpPr>
          <p:spPr>
            <a:xfrm>
              <a:off x="836200" y="43019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40;p2"/>
            <p:cNvSpPr/>
            <p:nvPr/>
          </p:nvSpPr>
          <p:spPr>
            <a:xfrm>
              <a:off x="836200" y="44524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41;p2"/>
            <p:cNvSpPr/>
            <p:nvPr/>
          </p:nvSpPr>
          <p:spPr>
            <a:xfrm>
              <a:off x="836200" y="46029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836200" y="47534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43;p2"/>
            <p:cNvSpPr/>
            <p:nvPr/>
          </p:nvSpPr>
          <p:spPr>
            <a:xfrm>
              <a:off x="836200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44;p2"/>
            <p:cNvSpPr/>
            <p:nvPr/>
          </p:nvSpPr>
          <p:spPr>
            <a:xfrm>
              <a:off x="836200" y="505445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45;p2"/>
            <p:cNvSpPr/>
            <p:nvPr/>
          </p:nvSpPr>
          <p:spPr>
            <a:xfrm>
              <a:off x="836200" y="52049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46;p2"/>
            <p:cNvSpPr/>
            <p:nvPr/>
          </p:nvSpPr>
          <p:spPr>
            <a:xfrm>
              <a:off x="836200" y="53554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47;p2"/>
            <p:cNvSpPr/>
            <p:nvPr/>
          </p:nvSpPr>
          <p:spPr>
            <a:xfrm>
              <a:off x="986700" y="3886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48;p2"/>
            <p:cNvSpPr/>
            <p:nvPr/>
          </p:nvSpPr>
          <p:spPr>
            <a:xfrm>
              <a:off x="986700" y="53912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49;p2"/>
            <p:cNvSpPr/>
            <p:nvPr/>
          </p:nvSpPr>
          <p:spPr>
            <a:xfrm>
              <a:off x="986700" y="8401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50;p2"/>
            <p:cNvSpPr/>
            <p:nvPr/>
          </p:nvSpPr>
          <p:spPr>
            <a:xfrm>
              <a:off x="986700" y="11411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51;p2"/>
            <p:cNvSpPr/>
            <p:nvPr/>
          </p:nvSpPr>
          <p:spPr>
            <a:xfrm>
              <a:off x="986700" y="12917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52;p2"/>
            <p:cNvSpPr/>
            <p:nvPr/>
          </p:nvSpPr>
          <p:spPr>
            <a:xfrm>
              <a:off x="986700" y="17432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53;p2"/>
            <p:cNvSpPr/>
            <p:nvPr/>
          </p:nvSpPr>
          <p:spPr>
            <a:xfrm>
              <a:off x="986700" y="18937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54;p2"/>
            <p:cNvSpPr/>
            <p:nvPr/>
          </p:nvSpPr>
          <p:spPr>
            <a:xfrm>
              <a:off x="986700" y="21947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55;p2"/>
            <p:cNvSpPr/>
            <p:nvPr/>
          </p:nvSpPr>
          <p:spPr>
            <a:xfrm>
              <a:off x="986700" y="23452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56;p2"/>
            <p:cNvSpPr/>
            <p:nvPr/>
          </p:nvSpPr>
          <p:spPr>
            <a:xfrm>
              <a:off x="986700" y="24957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57;p2"/>
            <p:cNvSpPr/>
            <p:nvPr/>
          </p:nvSpPr>
          <p:spPr>
            <a:xfrm>
              <a:off x="986700" y="27968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58;p2"/>
            <p:cNvSpPr/>
            <p:nvPr/>
          </p:nvSpPr>
          <p:spPr>
            <a:xfrm>
              <a:off x="986700" y="29473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59;p2"/>
            <p:cNvSpPr/>
            <p:nvPr/>
          </p:nvSpPr>
          <p:spPr>
            <a:xfrm>
              <a:off x="986700" y="30978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60;p2"/>
            <p:cNvSpPr/>
            <p:nvPr/>
          </p:nvSpPr>
          <p:spPr>
            <a:xfrm>
              <a:off x="986700" y="35493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61;p2"/>
            <p:cNvSpPr/>
            <p:nvPr/>
          </p:nvSpPr>
          <p:spPr>
            <a:xfrm>
              <a:off x="986700" y="36998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62;p2"/>
            <p:cNvSpPr/>
            <p:nvPr/>
          </p:nvSpPr>
          <p:spPr>
            <a:xfrm>
              <a:off x="986700" y="38503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63;p2"/>
            <p:cNvSpPr/>
            <p:nvPr/>
          </p:nvSpPr>
          <p:spPr>
            <a:xfrm>
              <a:off x="986700" y="41514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" name="Google Shape;64;p2"/>
            <p:cNvSpPr/>
            <p:nvPr/>
          </p:nvSpPr>
          <p:spPr>
            <a:xfrm>
              <a:off x="986700" y="43019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65;p2"/>
            <p:cNvSpPr/>
            <p:nvPr/>
          </p:nvSpPr>
          <p:spPr>
            <a:xfrm>
              <a:off x="986700" y="44524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" name="Google Shape;66;p2"/>
            <p:cNvSpPr/>
            <p:nvPr/>
          </p:nvSpPr>
          <p:spPr>
            <a:xfrm>
              <a:off x="986700" y="46029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" name="Google Shape;67;p2"/>
            <p:cNvSpPr/>
            <p:nvPr/>
          </p:nvSpPr>
          <p:spPr>
            <a:xfrm>
              <a:off x="986700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" name="Google Shape;68;p2"/>
            <p:cNvSpPr/>
            <p:nvPr/>
          </p:nvSpPr>
          <p:spPr>
            <a:xfrm>
              <a:off x="986700" y="505445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" name="Google Shape;69;p2"/>
            <p:cNvSpPr/>
            <p:nvPr/>
          </p:nvSpPr>
          <p:spPr>
            <a:xfrm>
              <a:off x="986700" y="53554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" name="Google Shape;70;p2"/>
            <p:cNvSpPr/>
            <p:nvPr/>
          </p:nvSpPr>
          <p:spPr>
            <a:xfrm>
              <a:off x="1137200" y="2381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" name="Google Shape;71;p2"/>
            <p:cNvSpPr/>
            <p:nvPr/>
          </p:nvSpPr>
          <p:spPr>
            <a:xfrm>
              <a:off x="1137200" y="539125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72;p2"/>
            <p:cNvSpPr/>
            <p:nvPr/>
          </p:nvSpPr>
          <p:spPr>
            <a:xfrm>
              <a:off x="1137200" y="9906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73;p2"/>
            <p:cNvSpPr/>
            <p:nvPr/>
          </p:nvSpPr>
          <p:spPr>
            <a:xfrm>
              <a:off x="1137200" y="11411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74;p2"/>
            <p:cNvSpPr/>
            <p:nvPr/>
          </p:nvSpPr>
          <p:spPr>
            <a:xfrm>
              <a:off x="1137200" y="14422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75;p2"/>
            <p:cNvSpPr/>
            <p:nvPr/>
          </p:nvSpPr>
          <p:spPr>
            <a:xfrm>
              <a:off x="1137200" y="1592700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76;p2"/>
            <p:cNvSpPr/>
            <p:nvPr/>
          </p:nvSpPr>
          <p:spPr>
            <a:xfrm>
              <a:off x="1137200" y="21947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77;p2"/>
            <p:cNvSpPr/>
            <p:nvPr/>
          </p:nvSpPr>
          <p:spPr>
            <a:xfrm>
              <a:off x="1137200" y="23452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Google Shape;78;p2"/>
            <p:cNvSpPr/>
            <p:nvPr/>
          </p:nvSpPr>
          <p:spPr>
            <a:xfrm>
              <a:off x="1137200" y="24957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Google Shape;79;p2"/>
            <p:cNvSpPr/>
            <p:nvPr/>
          </p:nvSpPr>
          <p:spPr>
            <a:xfrm>
              <a:off x="1137200" y="2646275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80;p2"/>
            <p:cNvSpPr/>
            <p:nvPr/>
          </p:nvSpPr>
          <p:spPr>
            <a:xfrm>
              <a:off x="1137200" y="2947300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Google Shape;81;p2"/>
            <p:cNvSpPr/>
            <p:nvPr/>
          </p:nvSpPr>
          <p:spPr>
            <a:xfrm>
              <a:off x="1137200" y="32483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82;p2"/>
            <p:cNvSpPr/>
            <p:nvPr/>
          </p:nvSpPr>
          <p:spPr>
            <a:xfrm>
              <a:off x="1137200" y="33988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83;p2"/>
            <p:cNvSpPr/>
            <p:nvPr/>
          </p:nvSpPr>
          <p:spPr>
            <a:xfrm>
              <a:off x="1137200" y="36998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84;p2"/>
            <p:cNvSpPr/>
            <p:nvPr/>
          </p:nvSpPr>
          <p:spPr>
            <a:xfrm>
              <a:off x="1137200" y="38503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Google Shape;85;p2"/>
            <p:cNvSpPr/>
            <p:nvPr/>
          </p:nvSpPr>
          <p:spPr>
            <a:xfrm>
              <a:off x="1137200" y="4000875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86;p2"/>
            <p:cNvSpPr/>
            <p:nvPr/>
          </p:nvSpPr>
          <p:spPr>
            <a:xfrm>
              <a:off x="1137200" y="41514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87;p2"/>
            <p:cNvSpPr/>
            <p:nvPr/>
          </p:nvSpPr>
          <p:spPr>
            <a:xfrm>
              <a:off x="1137200" y="46029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Google Shape;88;p2"/>
            <p:cNvSpPr/>
            <p:nvPr/>
          </p:nvSpPr>
          <p:spPr>
            <a:xfrm>
              <a:off x="1137200" y="47534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" name="Google Shape;89;p2"/>
            <p:cNvSpPr/>
            <p:nvPr/>
          </p:nvSpPr>
          <p:spPr>
            <a:xfrm>
              <a:off x="1137200" y="5054450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" name="Google Shape;90;p2"/>
            <p:cNvSpPr/>
            <p:nvPr/>
          </p:nvSpPr>
          <p:spPr>
            <a:xfrm>
              <a:off x="1137200" y="52049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" name="Google Shape;91;p2"/>
            <p:cNvSpPr/>
            <p:nvPr/>
          </p:nvSpPr>
          <p:spPr>
            <a:xfrm>
              <a:off x="1137200" y="53554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2" name="Google Shape;92;p2"/>
          <p:cNvGrpSpPr/>
          <p:nvPr/>
        </p:nvGrpSpPr>
        <p:grpSpPr>
          <a:xfrm rot="10800000">
            <a:off x="6659535" y="28698"/>
            <a:ext cx="2309844" cy="5086302"/>
            <a:chOff x="986700" y="238125"/>
            <a:chExt cx="2379075" cy="5238750"/>
          </a:xfrm>
        </p:grpSpPr>
        <p:sp>
          <p:nvSpPr>
            <p:cNvPr id="93" name="Google Shape;93;p2"/>
            <p:cNvSpPr/>
            <p:nvPr/>
          </p:nvSpPr>
          <p:spPr>
            <a:xfrm>
              <a:off x="986700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Google Shape;94;p2"/>
            <p:cNvSpPr/>
            <p:nvPr/>
          </p:nvSpPr>
          <p:spPr>
            <a:xfrm>
              <a:off x="986700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" name="Google Shape;95;p2"/>
            <p:cNvSpPr/>
            <p:nvPr/>
          </p:nvSpPr>
          <p:spPr>
            <a:xfrm>
              <a:off x="986700" y="9906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" name="Google Shape;96;p2"/>
            <p:cNvSpPr/>
            <p:nvPr/>
          </p:nvSpPr>
          <p:spPr>
            <a:xfrm>
              <a:off x="986700" y="14422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" name="Google Shape;97;p2"/>
            <p:cNvSpPr/>
            <p:nvPr/>
          </p:nvSpPr>
          <p:spPr>
            <a:xfrm>
              <a:off x="986700" y="15927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" name="Google Shape;98;p2"/>
            <p:cNvSpPr/>
            <p:nvPr/>
          </p:nvSpPr>
          <p:spPr>
            <a:xfrm>
              <a:off x="986700" y="20442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" name="Google Shape;99;p2"/>
            <p:cNvSpPr/>
            <p:nvPr/>
          </p:nvSpPr>
          <p:spPr>
            <a:xfrm>
              <a:off x="986700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" name="Google Shape;100;p2"/>
            <p:cNvSpPr/>
            <p:nvPr/>
          </p:nvSpPr>
          <p:spPr>
            <a:xfrm>
              <a:off x="986700" y="32483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" name="Google Shape;101;p2"/>
            <p:cNvSpPr/>
            <p:nvPr/>
          </p:nvSpPr>
          <p:spPr>
            <a:xfrm>
              <a:off x="986700" y="33988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Google Shape;102;p2"/>
            <p:cNvSpPr/>
            <p:nvPr/>
          </p:nvSpPr>
          <p:spPr>
            <a:xfrm>
              <a:off x="986700" y="40008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" name="Google Shape;103;p2"/>
            <p:cNvSpPr/>
            <p:nvPr/>
          </p:nvSpPr>
          <p:spPr>
            <a:xfrm>
              <a:off x="986700" y="47534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" name="Google Shape;104;p2"/>
            <p:cNvSpPr/>
            <p:nvPr/>
          </p:nvSpPr>
          <p:spPr>
            <a:xfrm>
              <a:off x="986700" y="52049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" name="Google Shape;105;p2"/>
            <p:cNvSpPr/>
            <p:nvPr/>
          </p:nvSpPr>
          <p:spPr>
            <a:xfrm>
              <a:off x="1137200" y="3886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" name="Google Shape;106;p2"/>
            <p:cNvSpPr/>
            <p:nvPr/>
          </p:nvSpPr>
          <p:spPr>
            <a:xfrm>
              <a:off x="1137200" y="6896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" name="Google Shape;107;p2"/>
            <p:cNvSpPr/>
            <p:nvPr/>
          </p:nvSpPr>
          <p:spPr>
            <a:xfrm>
              <a:off x="1137200" y="8401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Google Shape;108;p2"/>
            <p:cNvSpPr/>
            <p:nvPr/>
          </p:nvSpPr>
          <p:spPr>
            <a:xfrm>
              <a:off x="1137200" y="12917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" name="Google Shape;109;p2"/>
            <p:cNvSpPr/>
            <p:nvPr/>
          </p:nvSpPr>
          <p:spPr>
            <a:xfrm>
              <a:off x="1137200" y="17432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" name="Google Shape;110;p2"/>
            <p:cNvSpPr/>
            <p:nvPr/>
          </p:nvSpPr>
          <p:spPr>
            <a:xfrm>
              <a:off x="1137200" y="18937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Google Shape;111;p2"/>
            <p:cNvSpPr/>
            <p:nvPr/>
          </p:nvSpPr>
          <p:spPr>
            <a:xfrm>
              <a:off x="1137200" y="20442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" name="Google Shape;112;p2"/>
            <p:cNvSpPr/>
            <p:nvPr/>
          </p:nvSpPr>
          <p:spPr>
            <a:xfrm>
              <a:off x="1137200" y="27968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Google Shape;113;p2"/>
            <p:cNvSpPr/>
            <p:nvPr/>
          </p:nvSpPr>
          <p:spPr>
            <a:xfrm>
              <a:off x="1137200" y="30978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114;p2"/>
            <p:cNvSpPr/>
            <p:nvPr/>
          </p:nvSpPr>
          <p:spPr>
            <a:xfrm>
              <a:off x="1137200" y="35493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" name="Google Shape;115;p2"/>
            <p:cNvSpPr/>
            <p:nvPr/>
          </p:nvSpPr>
          <p:spPr>
            <a:xfrm>
              <a:off x="1137200" y="43019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" name="Google Shape;116;p2"/>
            <p:cNvSpPr/>
            <p:nvPr/>
          </p:nvSpPr>
          <p:spPr>
            <a:xfrm>
              <a:off x="1137200" y="44524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" name="Google Shape;117;p2"/>
            <p:cNvSpPr/>
            <p:nvPr/>
          </p:nvSpPr>
          <p:spPr>
            <a:xfrm>
              <a:off x="1137200" y="49039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Google Shape;118;p2"/>
            <p:cNvSpPr/>
            <p:nvPr/>
          </p:nvSpPr>
          <p:spPr>
            <a:xfrm>
              <a:off x="1287725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" name="Google Shape;119;p2"/>
            <p:cNvSpPr/>
            <p:nvPr/>
          </p:nvSpPr>
          <p:spPr>
            <a:xfrm>
              <a:off x="1287725" y="53912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" name="Google Shape;120;p2"/>
            <p:cNvSpPr/>
            <p:nvPr/>
          </p:nvSpPr>
          <p:spPr>
            <a:xfrm>
              <a:off x="1287725" y="9906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" name="Google Shape;121;p2"/>
            <p:cNvSpPr/>
            <p:nvPr/>
          </p:nvSpPr>
          <p:spPr>
            <a:xfrm>
              <a:off x="1287725" y="11411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" name="Google Shape;122;p2"/>
            <p:cNvSpPr/>
            <p:nvPr/>
          </p:nvSpPr>
          <p:spPr>
            <a:xfrm>
              <a:off x="1287725" y="14422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Google Shape;123;p2"/>
            <p:cNvSpPr/>
            <p:nvPr/>
          </p:nvSpPr>
          <p:spPr>
            <a:xfrm>
              <a:off x="1287725" y="15927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" name="Google Shape;124;p2"/>
            <p:cNvSpPr/>
            <p:nvPr/>
          </p:nvSpPr>
          <p:spPr>
            <a:xfrm>
              <a:off x="1287725" y="21947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" name="Google Shape;125;p2"/>
            <p:cNvSpPr/>
            <p:nvPr/>
          </p:nvSpPr>
          <p:spPr>
            <a:xfrm>
              <a:off x="1287725" y="23452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" name="Google Shape;126;p2"/>
            <p:cNvSpPr/>
            <p:nvPr/>
          </p:nvSpPr>
          <p:spPr>
            <a:xfrm>
              <a:off x="1287725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" name="Google Shape;127;p2"/>
            <p:cNvSpPr/>
            <p:nvPr/>
          </p:nvSpPr>
          <p:spPr>
            <a:xfrm>
              <a:off x="1287725" y="27968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" name="Google Shape;128;p2"/>
            <p:cNvSpPr/>
            <p:nvPr/>
          </p:nvSpPr>
          <p:spPr>
            <a:xfrm>
              <a:off x="1287725" y="30978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" name="Google Shape;129;p2"/>
            <p:cNvSpPr/>
            <p:nvPr/>
          </p:nvSpPr>
          <p:spPr>
            <a:xfrm>
              <a:off x="1287725" y="32483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" name="Google Shape;130;p2"/>
            <p:cNvSpPr/>
            <p:nvPr/>
          </p:nvSpPr>
          <p:spPr>
            <a:xfrm>
              <a:off x="1287725" y="33988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" name="Google Shape;131;p2"/>
            <p:cNvSpPr/>
            <p:nvPr/>
          </p:nvSpPr>
          <p:spPr>
            <a:xfrm>
              <a:off x="1287725" y="35493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" name="Google Shape;132;p2"/>
            <p:cNvSpPr/>
            <p:nvPr/>
          </p:nvSpPr>
          <p:spPr>
            <a:xfrm>
              <a:off x="1287725" y="40008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" name="Google Shape;133;p2"/>
            <p:cNvSpPr/>
            <p:nvPr/>
          </p:nvSpPr>
          <p:spPr>
            <a:xfrm>
              <a:off x="1287725" y="41514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" name="Google Shape;134;p2"/>
            <p:cNvSpPr/>
            <p:nvPr/>
          </p:nvSpPr>
          <p:spPr>
            <a:xfrm>
              <a:off x="1287725" y="43019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" name="Google Shape;135;p2"/>
            <p:cNvSpPr/>
            <p:nvPr/>
          </p:nvSpPr>
          <p:spPr>
            <a:xfrm>
              <a:off x="1287725" y="46029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" name="Google Shape;136;p2"/>
            <p:cNvSpPr/>
            <p:nvPr/>
          </p:nvSpPr>
          <p:spPr>
            <a:xfrm>
              <a:off x="1287725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" name="Google Shape;137;p2"/>
            <p:cNvSpPr/>
            <p:nvPr/>
          </p:nvSpPr>
          <p:spPr>
            <a:xfrm>
              <a:off x="1287725" y="53554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" name="Google Shape;138;p2"/>
            <p:cNvSpPr/>
            <p:nvPr/>
          </p:nvSpPr>
          <p:spPr>
            <a:xfrm>
              <a:off x="1438225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" name="Google Shape;139;p2"/>
            <p:cNvSpPr/>
            <p:nvPr/>
          </p:nvSpPr>
          <p:spPr>
            <a:xfrm>
              <a:off x="1438225" y="53912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" name="Google Shape;140;p2"/>
            <p:cNvSpPr/>
            <p:nvPr/>
          </p:nvSpPr>
          <p:spPr>
            <a:xfrm>
              <a:off x="1438225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" name="Google Shape;141;p2"/>
            <p:cNvSpPr/>
            <p:nvPr/>
          </p:nvSpPr>
          <p:spPr>
            <a:xfrm>
              <a:off x="1438225" y="8401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" name="Google Shape;142;p2"/>
            <p:cNvSpPr/>
            <p:nvPr/>
          </p:nvSpPr>
          <p:spPr>
            <a:xfrm>
              <a:off x="1438225" y="9906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" name="Google Shape;143;p2"/>
            <p:cNvSpPr/>
            <p:nvPr/>
          </p:nvSpPr>
          <p:spPr>
            <a:xfrm>
              <a:off x="1438225" y="11411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" name="Google Shape;144;p2"/>
            <p:cNvSpPr/>
            <p:nvPr/>
          </p:nvSpPr>
          <p:spPr>
            <a:xfrm>
              <a:off x="1438225" y="12917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" name="Google Shape;145;p2"/>
            <p:cNvSpPr/>
            <p:nvPr/>
          </p:nvSpPr>
          <p:spPr>
            <a:xfrm>
              <a:off x="1438225" y="14422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" name="Google Shape;146;p2"/>
            <p:cNvSpPr/>
            <p:nvPr/>
          </p:nvSpPr>
          <p:spPr>
            <a:xfrm>
              <a:off x="1438225" y="15927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" name="Google Shape;147;p2"/>
            <p:cNvSpPr/>
            <p:nvPr/>
          </p:nvSpPr>
          <p:spPr>
            <a:xfrm>
              <a:off x="1438225" y="17432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" name="Google Shape;148;p2"/>
            <p:cNvSpPr/>
            <p:nvPr/>
          </p:nvSpPr>
          <p:spPr>
            <a:xfrm>
              <a:off x="1438225" y="18937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" name="Google Shape;149;p2"/>
            <p:cNvSpPr/>
            <p:nvPr/>
          </p:nvSpPr>
          <p:spPr>
            <a:xfrm>
              <a:off x="1438225" y="20442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" name="Google Shape;150;p2"/>
            <p:cNvSpPr/>
            <p:nvPr/>
          </p:nvSpPr>
          <p:spPr>
            <a:xfrm>
              <a:off x="1438225" y="21947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" name="Google Shape;151;p2"/>
            <p:cNvSpPr/>
            <p:nvPr/>
          </p:nvSpPr>
          <p:spPr>
            <a:xfrm>
              <a:off x="1438225" y="24957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" name="Google Shape;152;p2"/>
            <p:cNvSpPr/>
            <p:nvPr/>
          </p:nvSpPr>
          <p:spPr>
            <a:xfrm>
              <a:off x="1438225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" name="Google Shape;153;p2"/>
            <p:cNvSpPr/>
            <p:nvPr/>
          </p:nvSpPr>
          <p:spPr>
            <a:xfrm>
              <a:off x="1438225" y="29473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" name="Google Shape;154;p2"/>
            <p:cNvSpPr/>
            <p:nvPr/>
          </p:nvSpPr>
          <p:spPr>
            <a:xfrm>
              <a:off x="1438225" y="30978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" name="Google Shape;155;p2"/>
            <p:cNvSpPr/>
            <p:nvPr/>
          </p:nvSpPr>
          <p:spPr>
            <a:xfrm>
              <a:off x="1438225" y="32483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" name="Google Shape;156;p2"/>
            <p:cNvSpPr/>
            <p:nvPr/>
          </p:nvSpPr>
          <p:spPr>
            <a:xfrm>
              <a:off x="1438225" y="33988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" name="Google Shape;157;p2"/>
            <p:cNvSpPr/>
            <p:nvPr/>
          </p:nvSpPr>
          <p:spPr>
            <a:xfrm>
              <a:off x="1438225" y="35493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" name="Google Shape;158;p2"/>
            <p:cNvSpPr/>
            <p:nvPr/>
          </p:nvSpPr>
          <p:spPr>
            <a:xfrm>
              <a:off x="1438225" y="36998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" name="Google Shape;159;p2"/>
            <p:cNvSpPr/>
            <p:nvPr/>
          </p:nvSpPr>
          <p:spPr>
            <a:xfrm>
              <a:off x="1438225" y="38503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" name="Google Shape;160;p2"/>
            <p:cNvSpPr/>
            <p:nvPr/>
          </p:nvSpPr>
          <p:spPr>
            <a:xfrm>
              <a:off x="1438225" y="40008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" name="Google Shape;161;p2"/>
            <p:cNvSpPr/>
            <p:nvPr/>
          </p:nvSpPr>
          <p:spPr>
            <a:xfrm>
              <a:off x="1438225" y="43019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" name="Google Shape;162;p2"/>
            <p:cNvSpPr/>
            <p:nvPr/>
          </p:nvSpPr>
          <p:spPr>
            <a:xfrm>
              <a:off x="1438225" y="44524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" name="Google Shape;163;p2"/>
            <p:cNvSpPr/>
            <p:nvPr/>
          </p:nvSpPr>
          <p:spPr>
            <a:xfrm>
              <a:off x="1438225" y="46029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" name="Google Shape;164;p2"/>
            <p:cNvSpPr/>
            <p:nvPr/>
          </p:nvSpPr>
          <p:spPr>
            <a:xfrm>
              <a:off x="1438225" y="47534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" name="Google Shape;165;p2"/>
            <p:cNvSpPr/>
            <p:nvPr/>
          </p:nvSpPr>
          <p:spPr>
            <a:xfrm>
              <a:off x="1438225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" name="Google Shape;166;p2"/>
            <p:cNvSpPr/>
            <p:nvPr/>
          </p:nvSpPr>
          <p:spPr>
            <a:xfrm>
              <a:off x="1438225" y="505445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" name="Google Shape;167;p2"/>
            <p:cNvSpPr/>
            <p:nvPr/>
          </p:nvSpPr>
          <p:spPr>
            <a:xfrm>
              <a:off x="1438225" y="52049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" name="Google Shape;168;p2"/>
            <p:cNvSpPr/>
            <p:nvPr/>
          </p:nvSpPr>
          <p:spPr>
            <a:xfrm>
              <a:off x="1438225" y="53554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" name="Google Shape;169;p2"/>
            <p:cNvSpPr/>
            <p:nvPr/>
          </p:nvSpPr>
          <p:spPr>
            <a:xfrm>
              <a:off x="1588750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" name="Google Shape;170;p2"/>
            <p:cNvSpPr/>
            <p:nvPr/>
          </p:nvSpPr>
          <p:spPr>
            <a:xfrm>
              <a:off x="1588750" y="8401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" name="Google Shape;171;p2"/>
            <p:cNvSpPr/>
            <p:nvPr/>
          </p:nvSpPr>
          <p:spPr>
            <a:xfrm>
              <a:off x="1588750" y="9906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" name="Google Shape;172;p2"/>
            <p:cNvSpPr/>
            <p:nvPr/>
          </p:nvSpPr>
          <p:spPr>
            <a:xfrm>
              <a:off x="1588750" y="14422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" name="Google Shape;173;p2"/>
            <p:cNvSpPr/>
            <p:nvPr/>
          </p:nvSpPr>
          <p:spPr>
            <a:xfrm>
              <a:off x="1588750" y="17432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" name="Google Shape;174;p2"/>
            <p:cNvSpPr/>
            <p:nvPr/>
          </p:nvSpPr>
          <p:spPr>
            <a:xfrm>
              <a:off x="1588750" y="21947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" name="Google Shape;175;p2"/>
            <p:cNvSpPr/>
            <p:nvPr/>
          </p:nvSpPr>
          <p:spPr>
            <a:xfrm>
              <a:off x="1588750" y="24957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" name="Google Shape;176;p2"/>
            <p:cNvSpPr/>
            <p:nvPr/>
          </p:nvSpPr>
          <p:spPr>
            <a:xfrm>
              <a:off x="1588750" y="27968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" name="Google Shape;177;p2"/>
            <p:cNvSpPr/>
            <p:nvPr/>
          </p:nvSpPr>
          <p:spPr>
            <a:xfrm>
              <a:off x="1588750" y="29473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" name="Google Shape;178;p2"/>
            <p:cNvSpPr/>
            <p:nvPr/>
          </p:nvSpPr>
          <p:spPr>
            <a:xfrm>
              <a:off x="1588750" y="32483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" name="Google Shape;179;p2"/>
            <p:cNvSpPr/>
            <p:nvPr/>
          </p:nvSpPr>
          <p:spPr>
            <a:xfrm>
              <a:off x="1588750" y="33988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" name="Google Shape;180;p2"/>
            <p:cNvSpPr/>
            <p:nvPr/>
          </p:nvSpPr>
          <p:spPr>
            <a:xfrm>
              <a:off x="1588750" y="36998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" name="Google Shape;181;p2"/>
            <p:cNvSpPr/>
            <p:nvPr/>
          </p:nvSpPr>
          <p:spPr>
            <a:xfrm>
              <a:off x="1588750" y="38503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" name="Google Shape;182;p2"/>
            <p:cNvSpPr/>
            <p:nvPr/>
          </p:nvSpPr>
          <p:spPr>
            <a:xfrm>
              <a:off x="1588750" y="41514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" name="Google Shape;183;p2"/>
            <p:cNvSpPr/>
            <p:nvPr/>
          </p:nvSpPr>
          <p:spPr>
            <a:xfrm>
              <a:off x="1588750" y="43019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" name="Google Shape;184;p2"/>
            <p:cNvSpPr/>
            <p:nvPr/>
          </p:nvSpPr>
          <p:spPr>
            <a:xfrm>
              <a:off x="1588750" y="44524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" name="Google Shape;185;p2"/>
            <p:cNvSpPr/>
            <p:nvPr/>
          </p:nvSpPr>
          <p:spPr>
            <a:xfrm>
              <a:off x="1588750" y="46029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" name="Google Shape;186;p2"/>
            <p:cNvSpPr/>
            <p:nvPr/>
          </p:nvSpPr>
          <p:spPr>
            <a:xfrm>
              <a:off x="1588750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" name="Google Shape;187;p2"/>
            <p:cNvSpPr/>
            <p:nvPr/>
          </p:nvSpPr>
          <p:spPr>
            <a:xfrm>
              <a:off x="1588750" y="52049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" name="Google Shape;188;p2"/>
            <p:cNvSpPr/>
            <p:nvPr/>
          </p:nvSpPr>
          <p:spPr>
            <a:xfrm>
              <a:off x="1739250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" name="Google Shape;189;p2"/>
            <p:cNvSpPr/>
            <p:nvPr/>
          </p:nvSpPr>
          <p:spPr>
            <a:xfrm>
              <a:off x="1739250" y="8401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" name="Google Shape;190;p2"/>
            <p:cNvSpPr/>
            <p:nvPr/>
          </p:nvSpPr>
          <p:spPr>
            <a:xfrm>
              <a:off x="1739250" y="11411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" name="Google Shape;191;p2"/>
            <p:cNvSpPr/>
            <p:nvPr/>
          </p:nvSpPr>
          <p:spPr>
            <a:xfrm>
              <a:off x="1739250" y="14422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" name="Google Shape;192;p2"/>
            <p:cNvSpPr/>
            <p:nvPr/>
          </p:nvSpPr>
          <p:spPr>
            <a:xfrm>
              <a:off x="1739250" y="18937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" name="Google Shape;193;p2"/>
            <p:cNvSpPr/>
            <p:nvPr/>
          </p:nvSpPr>
          <p:spPr>
            <a:xfrm>
              <a:off x="1739250" y="24957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" name="Google Shape;194;p2"/>
            <p:cNvSpPr/>
            <p:nvPr/>
          </p:nvSpPr>
          <p:spPr>
            <a:xfrm>
              <a:off x="1739250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" name="Google Shape;195;p2"/>
            <p:cNvSpPr/>
            <p:nvPr/>
          </p:nvSpPr>
          <p:spPr>
            <a:xfrm>
              <a:off x="1739250" y="36998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196;p2"/>
            <p:cNvSpPr/>
            <p:nvPr/>
          </p:nvSpPr>
          <p:spPr>
            <a:xfrm>
              <a:off x="1739250" y="41514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197;p2"/>
            <p:cNvSpPr/>
            <p:nvPr/>
          </p:nvSpPr>
          <p:spPr>
            <a:xfrm>
              <a:off x="1739250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198;p2"/>
            <p:cNvSpPr/>
            <p:nvPr/>
          </p:nvSpPr>
          <p:spPr>
            <a:xfrm>
              <a:off x="1739250" y="53554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199;p2"/>
            <p:cNvSpPr/>
            <p:nvPr/>
          </p:nvSpPr>
          <p:spPr>
            <a:xfrm>
              <a:off x="1889750" y="3886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Google Shape;200;p2"/>
            <p:cNvSpPr/>
            <p:nvPr/>
          </p:nvSpPr>
          <p:spPr>
            <a:xfrm>
              <a:off x="1889750" y="8401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Google Shape;201;p2"/>
            <p:cNvSpPr/>
            <p:nvPr/>
          </p:nvSpPr>
          <p:spPr>
            <a:xfrm>
              <a:off x="1889750" y="33988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Google Shape;202;p2"/>
            <p:cNvSpPr/>
            <p:nvPr/>
          </p:nvSpPr>
          <p:spPr>
            <a:xfrm>
              <a:off x="1889750" y="46029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Google Shape;203;p2"/>
            <p:cNvSpPr/>
            <p:nvPr/>
          </p:nvSpPr>
          <p:spPr>
            <a:xfrm>
              <a:off x="1889750" y="52049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Google Shape;204;p2"/>
            <p:cNvSpPr/>
            <p:nvPr/>
          </p:nvSpPr>
          <p:spPr>
            <a:xfrm>
              <a:off x="2040275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Google Shape;205;p2"/>
            <p:cNvSpPr/>
            <p:nvPr/>
          </p:nvSpPr>
          <p:spPr>
            <a:xfrm>
              <a:off x="2040275" y="18937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Google Shape;206;p2"/>
            <p:cNvSpPr/>
            <p:nvPr/>
          </p:nvSpPr>
          <p:spPr>
            <a:xfrm>
              <a:off x="2040275" y="27968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Google Shape;207;p2"/>
            <p:cNvSpPr/>
            <p:nvPr/>
          </p:nvSpPr>
          <p:spPr>
            <a:xfrm>
              <a:off x="2190775" y="5054450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Google Shape;208;p2"/>
            <p:cNvSpPr/>
            <p:nvPr/>
          </p:nvSpPr>
          <p:spPr>
            <a:xfrm>
              <a:off x="2341300" y="47534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" name="Google Shape;209;p2"/>
            <p:cNvSpPr/>
            <p:nvPr/>
          </p:nvSpPr>
          <p:spPr>
            <a:xfrm>
              <a:off x="2642325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" name="Google Shape;210;p2"/>
            <p:cNvSpPr/>
            <p:nvPr/>
          </p:nvSpPr>
          <p:spPr>
            <a:xfrm>
              <a:off x="2642325" y="52049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" name="Google Shape;211;p2"/>
            <p:cNvSpPr/>
            <p:nvPr/>
          </p:nvSpPr>
          <p:spPr>
            <a:xfrm>
              <a:off x="3244350" y="9906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12" name="Google Shape;212;p2"/>
          <p:cNvGrpSpPr/>
          <p:nvPr/>
        </p:nvGrpSpPr>
        <p:grpSpPr>
          <a:xfrm rot="10800000">
            <a:off x="6367294" y="28698"/>
            <a:ext cx="2017554" cy="5086302"/>
            <a:chOff x="1588750" y="238125"/>
            <a:chExt cx="2078025" cy="5238750"/>
          </a:xfrm>
        </p:grpSpPr>
        <p:sp>
          <p:nvSpPr>
            <p:cNvPr id="213" name="Google Shape;213;p2"/>
            <p:cNvSpPr/>
            <p:nvPr/>
          </p:nvSpPr>
          <p:spPr>
            <a:xfrm>
              <a:off x="1588750" y="12917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" name="Google Shape;214;p2"/>
            <p:cNvSpPr/>
            <p:nvPr/>
          </p:nvSpPr>
          <p:spPr>
            <a:xfrm>
              <a:off x="1588750" y="15927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" name="Google Shape;215;p2"/>
            <p:cNvSpPr/>
            <p:nvPr/>
          </p:nvSpPr>
          <p:spPr>
            <a:xfrm>
              <a:off x="1588750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" name="Google Shape;216;p2"/>
            <p:cNvSpPr/>
            <p:nvPr/>
          </p:nvSpPr>
          <p:spPr>
            <a:xfrm>
              <a:off x="1588750" y="40008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" name="Google Shape;217;p2"/>
            <p:cNvSpPr/>
            <p:nvPr/>
          </p:nvSpPr>
          <p:spPr>
            <a:xfrm>
              <a:off x="1588750" y="47534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" name="Google Shape;218;p2"/>
            <p:cNvSpPr/>
            <p:nvPr/>
          </p:nvSpPr>
          <p:spPr>
            <a:xfrm>
              <a:off x="1588750" y="505445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" name="Google Shape;219;p2"/>
            <p:cNvSpPr/>
            <p:nvPr/>
          </p:nvSpPr>
          <p:spPr>
            <a:xfrm>
              <a:off x="1739250" y="53912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" name="Google Shape;220;p2"/>
            <p:cNvSpPr/>
            <p:nvPr/>
          </p:nvSpPr>
          <p:spPr>
            <a:xfrm>
              <a:off x="1739250" y="12917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" name="Google Shape;221;p2"/>
            <p:cNvSpPr/>
            <p:nvPr/>
          </p:nvSpPr>
          <p:spPr>
            <a:xfrm>
              <a:off x="1739250" y="27968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" name="Google Shape;222;p2"/>
            <p:cNvSpPr/>
            <p:nvPr/>
          </p:nvSpPr>
          <p:spPr>
            <a:xfrm>
              <a:off x="1739250" y="33988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" name="Google Shape;223;p2"/>
            <p:cNvSpPr/>
            <p:nvPr/>
          </p:nvSpPr>
          <p:spPr>
            <a:xfrm>
              <a:off x="1739250" y="35493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" name="Google Shape;224;p2"/>
            <p:cNvSpPr/>
            <p:nvPr/>
          </p:nvSpPr>
          <p:spPr>
            <a:xfrm>
              <a:off x="1739250" y="43019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" name="Google Shape;225;p2"/>
            <p:cNvSpPr/>
            <p:nvPr/>
          </p:nvSpPr>
          <p:spPr>
            <a:xfrm>
              <a:off x="1739250" y="52049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" name="Google Shape;226;p2"/>
            <p:cNvSpPr/>
            <p:nvPr/>
          </p:nvSpPr>
          <p:spPr>
            <a:xfrm>
              <a:off x="1889750" y="2381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" name="Google Shape;227;p2"/>
            <p:cNvSpPr/>
            <p:nvPr/>
          </p:nvSpPr>
          <p:spPr>
            <a:xfrm>
              <a:off x="1889750" y="14422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" name="Google Shape;228;p2"/>
            <p:cNvSpPr/>
            <p:nvPr/>
          </p:nvSpPr>
          <p:spPr>
            <a:xfrm>
              <a:off x="1889750" y="17432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" name="Google Shape;229;p2"/>
            <p:cNvSpPr/>
            <p:nvPr/>
          </p:nvSpPr>
          <p:spPr>
            <a:xfrm>
              <a:off x="1889750" y="18937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" name="Google Shape;230;p2"/>
            <p:cNvSpPr/>
            <p:nvPr/>
          </p:nvSpPr>
          <p:spPr>
            <a:xfrm>
              <a:off x="1889750" y="20442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" name="Google Shape;231;p2"/>
            <p:cNvSpPr/>
            <p:nvPr/>
          </p:nvSpPr>
          <p:spPr>
            <a:xfrm>
              <a:off x="1889750" y="21947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" name="Google Shape;232;p2"/>
            <p:cNvSpPr/>
            <p:nvPr/>
          </p:nvSpPr>
          <p:spPr>
            <a:xfrm>
              <a:off x="1889750" y="23452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" name="Google Shape;233;p2"/>
            <p:cNvSpPr/>
            <p:nvPr/>
          </p:nvSpPr>
          <p:spPr>
            <a:xfrm>
              <a:off x="1889750" y="24957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" name="Google Shape;234;p2"/>
            <p:cNvSpPr/>
            <p:nvPr/>
          </p:nvSpPr>
          <p:spPr>
            <a:xfrm>
              <a:off x="1889750" y="2646275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" name="Google Shape;235;p2"/>
            <p:cNvSpPr/>
            <p:nvPr/>
          </p:nvSpPr>
          <p:spPr>
            <a:xfrm>
              <a:off x="1889750" y="27968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" name="Google Shape;236;p2"/>
            <p:cNvSpPr/>
            <p:nvPr/>
          </p:nvSpPr>
          <p:spPr>
            <a:xfrm>
              <a:off x="1889750" y="2947300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" name="Google Shape;237;p2"/>
            <p:cNvSpPr/>
            <p:nvPr/>
          </p:nvSpPr>
          <p:spPr>
            <a:xfrm>
              <a:off x="1889750" y="30978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" name="Google Shape;238;p2"/>
            <p:cNvSpPr/>
            <p:nvPr/>
          </p:nvSpPr>
          <p:spPr>
            <a:xfrm>
              <a:off x="1889750" y="38503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" name="Google Shape;239;p2"/>
            <p:cNvSpPr/>
            <p:nvPr/>
          </p:nvSpPr>
          <p:spPr>
            <a:xfrm>
              <a:off x="1889750" y="4000875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" name="Google Shape;240;p2"/>
            <p:cNvSpPr/>
            <p:nvPr/>
          </p:nvSpPr>
          <p:spPr>
            <a:xfrm>
              <a:off x="1889750" y="41514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" name="Google Shape;241;p2"/>
            <p:cNvSpPr/>
            <p:nvPr/>
          </p:nvSpPr>
          <p:spPr>
            <a:xfrm>
              <a:off x="1889750" y="43019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" name="Google Shape;242;p2"/>
            <p:cNvSpPr/>
            <p:nvPr/>
          </p:nvSpPr>
          <p:spPr>
            <a:xfrm>
              <a:off x="1889750" y="44524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" name="Google Shape;243;p2"/>
            <p:cNvSpPr/>
            <p:nvPr/>
          </p:nvSpPr>
          <p:spPr>
            <a:xfrm>
              <a:off x="1889750" y="47534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" name="Google Shape;244;p2"/>
            <p:cNvSpPr/>
            <p:nvPr/>
          </p:nvSpPr>
          <p:spPr>
            <a:xfrm>
              <a:off x="1889750" y="49039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" name="Google Shape;245;p2"/>
            <p:cNvSpPr/>
            <p:nvPr/>
          </p:nvSpPr>
          <p:spPr>
            <a:xfrm>
              <a:off x="2040275" y="3886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" name="Google Shape;246;p2"/>
            <p:cNvSpPr/>
            <p:nvPr/>
          </p:nvSpPr>
          <p:spPr>
            <a:xfrm>
              <a:off x="2040275" y="11411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" name="Google Shape;247;p2"/>
            <p:cNvSpPr/>
            <p:nvPr/>
          </p:nvSpPr>
          <p:spPr>
            <a:xfrm>
              <a:off x="2040275" y="12917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" name="Google Shape;248;p2"/>
            <p:cNvSpPr/>
            <p:nvPr/>
          </p:nvSpPr>
          <p:spPr>
            <a:xfrm>
              <a:off x="2040275" y="14422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" name="Google Shape;249;p2"/>
            <p:cNvSpPr/>
            <p:nvPr/>
          </p:nvSpPr>
          <p:spPr>
            <a:xfrm>
              <a:off x="2040275" y="17432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" name="Google Shape;250;p2"/>
            <p:cNvSpPr/>
            <p:nvPr/>
          </p:nvSpPr>
          <p:spPr>
            <a:xfrm>
              <a:off x="2040275" y="20442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" name="Google Shape;251;p2"/>
            <p:cNvSpPr/>
            <p:nvPr/>
          </p:nvSpPr>
          <p:spPr>
            <a:xfrm>
              <a:off x="2040275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" name="Google Shape;252;p2"/>
            <p:cNvSpPr/>
            <p:nvPr/>
          </p:nvSpPr>
          <p:spPr>
            <a:xfrm>
              <a:off x="2040275" y="29473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" name="Google Shape;253;p2"/>
            <p:cNvSpPr/>
            <p:nvPr/>
          </p:nvSpPr>
          <p:spPr>
            <a:xfrm>
              <a:off x="2040275" y="30978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" name="Google Shape;254;p2"/>
            <p:cNvSpPr/>
            <p:nvPr/>
          </p:nvSpPr>
          <p:spPr>
            <a:xfrm>
              <a:off x="2040275" y="32483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" name="Google Shape;255;p2"/>
            <p:cNvSpPr/>
            <p:nvPr/>
          </p:nvSpPr>
          <p:spPr>
            <a:xfrm>
              <a:off x="2040275" y="35493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" name="Google Shape;256;p2"/>
            <p:cNvSpPr/>
            <p:nvPr/>
          </p:nvSpPr>
          <p:spPr>
            <a:xfrm>
              <a:off x="2040275" y="36998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" name="Google Shape;257;p2"/>
            <p:cNvSpPr/>
            <p:nvPr/>
          </p:nvSpPr>
          <p:spPr>
            <a:xfrm>
              <a:off x="2040275" y="38503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" name="Google Shape;258;p2"/>
            <p:cNvSpPr/>
            <p:nvPr/>
          </p:nvSpPr>
          <p:spPr>
            <a:xfrm>
              <a:off x="2040275" y="40008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" name="Google Shape;259;p2"/>
            <p:cNvSpPr/>
            <p:nvPr/>
          </p:nvSpPr>
          <p:spPr>
            <a:xfrm>
              <a:off x="2040275" y="43019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" name="Google Shape;260;p2"/>
            <p:cNvSpPr/>
            <p:nvPr/>
          </p:nvSpPr>
          <p:spPr>
            <a:xfrm>
              <a:off x="2040275" y="44524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" name="Google Shape;261;p2"/>
            <p:cNvSpPr/>
            <p:nvPr/>
          </p:nvSpPr>
          <p:spPr>
            <a:xfrm>
              <a:off x="2040275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" name="Google Shape;262;p2"/>
            <p:cNvSpPr/>
            <p:nvPr/>
          </p:nvSpPr>
          <p:spPr>
            <a:xfrm>
              <a:off x="2040275" y="505445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" name="Google Shape;263;p2"/>
            <p:cNvSpPr/>
            <p:nvPr/>
          </p:nvSpPr>
          <p:spPr>
            <a:xfrm>
              <a:off x="2040275" y="52049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" name="Google Shape;264;p2"/>
            <p:cNvSpPr/>
            <p:nvPr/>
          </p:nvSpPr>
          <p:spPr>
            <a:xfrm>
              <a:off x="2190775" y="2381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" name="Google Shape;265;p2"/>
            <p:cNvSpPr/>
            <p:nvPr/>
          </p:nvSpPr>
          <p:spPr>
            <a:xfrm>
              <a:off x="2190775" y="6896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" name="Google Shape;266;p2"/>
            <p:cNvSpPr/>
            <p:nvPr/>
          </p:nvSpPr>
          <p:spPr>
            <a:xfrm>
              <a:off x="2190775" y="8401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" name="Google Shape;267;p2"/>
            <p:cNvSpPr/>
            <p:nvPr/>
          </p:nvSpPr>
          <p:spPr>
            <a:xfrm>
              <a:off x="2190775" y="11411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" name="Google Shape;268;p2"/>
            <p:cNvSpPr/>
            <p:nvPr/>
          </p:nvSpPr>
          <p:spPr>
            <a:xfrm>
              <a:off x="2190775" y="12917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" name="Google Shape;269;p2"/>
            <p:cNvSpPr/>
            <p:nvPr/>
          </p:nvSpPr>
          <p:spPr>
            <a:xfrm>
              <a:off x="2190775" y="1592700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" name="Google Shape;270;p2"/>
            <p:cNvSpPr/>
            <p:nvPr/>
          </p:nvSpPr>
          <p:spPr>
            <a:xfrm>
              <a:off x="2190775" y="17432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" name="Google Shape;271;p2"/>
            <p:cNvSpPr/>
            <p:nvPr/>
          </p:nvSpPr>
          <p:spPr>
            <a:xfrm>
              <a:off x="2190775" y="18937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" name="Google Shape;272;p2"/>
            <p:cNvSpPr/>
            <p:nvPr/>
          </p:nvSpPr>
          <p:spPr>
            <a:xfrm>
              <a:off x="2190775" y="20442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" name="Google Shape;273;p2"/>
            <p:cNvSpPr/>
            <p:nvPr/>
          </p:nvSpPr>
          <p:spPr>
            <a:xfrm>
              <a:off x="2190775" y="21947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" name="Google Shape;274;p2"/>
            <p:cNvSpPr/>
            <p:nvPr/>
          </p:nvSpPr>
          <p:spPr>
            <a:xfrm>
              <a:off x="2190775" y="23452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" name="Google Shape;275;p2"/>
            <p:cNvSpPr/>
            <p:nvPr/>
          </p:nvSpPr>
          <p:spPr>
            <a:xfrm>
              <a:off x="2190775" y="24957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" name="Google Shape;276;p2"/>
            <p:cNvSpPr/>
            <p:nvPr/>
          </p:nvSpPr>
          <p:spPr>
            <a:xfrm>
              <a:off x="2190775" y="27968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" name="Google Shape;277;p2"/>
            <p:cNvSpPr/>
            <p:nvPr/>
          </p:nvSpPr>
          <p:spPr>
            <a:xfrm>
              <a:off x="2190775" y="30978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" name="Google Shape;278;p2"/>
            <p:cNvSpPr/>
            <p:nvPr/>
          </p:nvSpPr>
          <p:spPr>
            <a:xfrm>
              <a:off x="2190775" y="32483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" name="Google Shape;279;p2"/>
            <p:cNvSpPr/>
            <p:nvPr/>
          </p:nvSpPr>
          <p:spPr>
            <a:xfrm>
              <a:off x="2190775" y="33988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" name="Google Shape;280;p2"/>
            <p:cNvSpPr/>
            <p:nvPr/>
          </p:nvSpPr>
          <p:spPr>
            <a:xfrm>
              <a:off x="2190775" y="35493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" name="Google Shape;281;p2"/>
            <p:cNvSpPr/>
            <p:nvPr/>
          </p:nvSpPr>
          <p:spPr>
            <a:xfrm>
              <a:off x="2190775" y="36998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" name="Google Shape;282;p2"/>
            <p:cNvSpPr/>
            <p:nvPr/>
          </p:nvSpPr>
          <p:spPr>
            <a:xfrm>
              <a:off x="2190775" y="4000875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" name="Google Shape;283;p2"/>
            <p:cNvSpPr/>
            <p:nvPr/>
          </p:nvSpPr>
          <p:spPr>
            <a:xfrm>
              <a:off x="2190775" y="41514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" name="Google Shape;284;p2"/>
            <p:cNvSpPr/>
            <p:nvPr/>
          </p:nvSpPr>
          <p:spPr>
            <a:xfrm>
              <a:off x="2190775" y="44524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" name="Google Shape;285;p2"/>
            <p:cNvSpPr/>
            <p:nvPr/>
          </p:nvSpPr>
          <p:spPr>
            <a:xfrm>
              <a:off x="2190775" y="46029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" name="Google Shape;286;p2"/>
            <p:cNvSpPr/>
            <p:nvPr/>
          </p:nvSpPr>
          <p:spPr>
            <a:xfrm>
              <a:off x="2190775" y="47534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" name="Google Shape;287;p2"/>
            <p:cNvSpPr/>
            <p:nvPr/>
          </p:nvSpPr>
          <p:spPr>
            <a:xfrm>
              <a:off x="2190775" y="52049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" name="Google Shape;288;p2"/>
            <p:cNvSpPr/>
            <p:nvPr/>
          </p:nvSpPr>
          <p:spPr>
            <a:xfrm>
              <a:off x="2190775" y="53554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" name="Google Shape;289;p2"/>
            <p:cNvSpPr/>
            <p:nvPr/>
          </p:nvSpPr>
          <p:spPr>
            <a:xfrm>
              <a:off x="2341300" y="53912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" name="Google Shape;290;p2"/>
            <p:cNvSpPr/>
            <p:nvPr/>
          </p:nvSpPr>
          <p:spPr>
            <a:xfrm>
              <a:off x="2341300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" name="Google Shape;291;p2"/>
            <p:cNvSpPr/>
            <p:nvPr/>
          </p:nvSpPr>
          <p:spPr>
            <a:xfrm>
              <a:off x="2341300" y="9906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" name="Google Shape;292;p2"/>
            <p:cNvSpPr/>
            <p:nvPr/>
          </p:nvSpPr>
          <p:spPr>
            <a:xfrm>
              <a:off x="2341300" y="12917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" name="Google Shape;293;p2"/>
            <p:cNvSpPr/>
            <p:nvPr/>
          </p:nvSpPr>
          <p:spPr>
            <a:xfrm>
              <a:off x="2341300" y="14422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" name="Google Shape;294;p2"/>
            <p:cNvSpPr/>
            <p:nvPr/>
          </p:nvSpPr>
          <p:spPr>
            <a:xfrm>
              <a:off x="2341300" y="15927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" name="Google Shape;295;p2"/>
            <p:cNvSpPr/>
            <p:nvPr/>
          </p:nvSpPr>
          <p:spPr>
            <a:xfrm>
              <a:off x="2341300" y="17432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" name="Google Shape;296;p2"/>
            <p:cNvSpPr/>
            <p:nvPr/>
          </p:nvSpPr>
          <p:spPr>
            <a:xfrm>
              <a:off x="2341300" y="21947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" name="Google Shape;297;p2"/>
            <p:cNvSpPr/>
            <p:nvPr/>
          </p:nvSpPr>
          <p:spPr>
            <a:xfrm>
              <a:off x="2341300" y="23452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" name="Google Shape;298;p2"/>
            <p:cNvSpPr/>
            <p:nvPr/>
          </p:nvSpPr>
          <p:spPr>
            <a:xfrm>
              <a:off x="2341300" y="24957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" name="Google Shape;299;p2"/>
            <p:cNvSpPr/>
            <p:nvPr/>
          </p:nvSpPr>
          <p:spPr>
            <a:xfrm>
              <a:off x="2341300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" name="Google Shape;300;p2"/>
            <p:cNvSpPr/>
            <p:nvPr/>
          </p:nvSpPr>
          <p:spPr>
            <a:xfrm>
              <a:off x="2341300" y="27968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" name="Google Shape;301;p2"/>
            <p:cNvSpPr/>
            <p:nvPr/>
          </p:nvSpPr>
          <p:spPr>
            <a:xfrm>
              <a:off x="2341300" y="29473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" name="Google Shape;302;p2"/>
            <p:cNvSpPr/>
            <p:nvPr/>
          </p:nvSpPr>
          <p:spPr>
            <a:xfrm>
              <a:off x="2341300" y="30978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" name="Google Shape;303;p2"/>
            <p:cNvSpPr/>
            <p:nvPr/>
          </p:nvSpPr>
          <p:spPr>
            <a:xfrm>
              <a:off x="2341300" y="32483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" name="Google Shape;304;p2"/>
            <p:cNvSpPr/>
            <p:nvPr/>
          </p:nvSpPr>
          <p:spPr>
            <a:xfrm>
              <a:off x="2341300" y="33988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" name="Google Shape;305;p2"/>
            <p:cNvSpPr/>
            <p:nvPr/>
          </p:nvSpPr>
          <p:spPr>
            <a:xfrm>
              <a:off x="2341300" y="35493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" name="Google Shape;306;p2"/>
            <p:cNvSpPr/>
            <p:nvPr/>
          </p:nvSpPr>
          <p:spPr>
            <a:xfrm>
              <a:off x="2341300" y="38503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" name="Google Shape;307;p2"/>
            <p:cNvSpPr/>
            <p:nvPr/>
          </p:nvSpPr>
          <p:spPr>
            <a:xfrm>
              <a:off x="2341300" y="41514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" name="Google Shape;308;p2"/>
            <p:cNvSpPr/>
            <p:nvPr/>
          </p:nvSpPr>
          <p:spPr>
            <a:xfrm>
              <a:off x="2341300" y="43019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" name="Google Shape;309;p2"/>
            <p:cNvSpPr/>
            <p:nvPr/>
          </p:nvSpPr>
          <p:spPr>
            <a:xfrm>
              <a:off x="2341300" y="44524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" name="Google Shape;310;p2"/>
            <p:cNvSpPr/>
            <p:nvPr/>
          </p:nvSpPr>
          <p:spPr>
            <a:xfrm>
              <a:off x="2341300" y="46029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" name="Google Shape;311;p2"/>
            <p:cNvSpPr/>
            <p:nvPr/>
          </p:nvSpPr>
          <p:spPr>
            <a:xfrm>
              <a:off x="2341300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" name="Google Shape;312;p2"/>
            <p:cNvSpPr/>
            <p:nvPr/>
          </p:nvSpPr>
          <p:spPr>
            <a:xfrm>
              <a:off x="2341300" y="505445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" name="Google Shape;313;p2"/>
            <p:cNvSpPr/>
            <p:nvPr/>
          </p:nvSpPr>
          <p:spPr>
            <a:xfrm>
              <a:off x="2341300" y="52049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" name="Google Shape;314;p2"/>
            <p:cNvSpPr/>
            <p:nvPr/>
          </p:nvSpPr>
          <p:spPr>
            <a:xfrm>
              <a:off x="2341300" y="53554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" name="Google Shape;315;p2"/>
            <p:cNvSpPr/>
            <p:nvPr/>
          </p:nvSpPr>
          <p:spPr>
            <a:xfrm>
              <a:off x="2491800" y="3886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" name="Google Shape;316;p2"/>
            <p:cNvSpPr/>
            <p:nvPr/>
          </p:nvSpPr>
          <p:spPr>
            <a:xfrm>
              <a:off x="2491800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" name="Google Shape;317;p2"/>
            <p:cNvSpPr/>
            <p:nvPr/>
          </p:nvSpPr>
          <p:spPr>
            <a:xfrm>
              <a:off x="2491800" y="8401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" name="Google Shape;318;p2"/>
            <p:cNvSpPr/>
            <p:nvPr/>
          </p:nvSpPr>
          <p:spPr>
            <a:xfrm>
              <a:off x="2491800" y="9906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" name="Google Shape;319;p2"/>
            <p:cNvSpPr/>
            <p:nvPr/>
          </p:nvSpPr>
          <p:spPr>
            <a:xfrm>
              <a:off x="2491800" y="11411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" name="Google Shape;320;p2"/>
            <p:cNvSpPr/>
            <p:nvPr/>
          </p:nvSpPr>
          <p:spPr>
            <a:xfrm>
              <a:off x="2491800" y="14422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" name="Google Shape;321;p2"/>
            <p:cNvSpPr/>
            <p:nvPr/>
          </p:nvSpPr>
          <p:spPr>
            <a:xfrm>
              <a:off x="2491800" y="17432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" name="Google Shape;322;p2"/>
            <p:cNvSpPr/>
            <p:nvPr/>
          </p:nvSpPr>
          <p:spPr>
            <a:xfrm>
              <a:off x="2491800" y="18937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" name="Google Shape;323;p2"/>
            <p:cNvSpPr/>
            <p:nvPr/>
          </p:nvSpPr>
          <p:spPr>
            <a:xfrm>
              <a:off x="2491800" y="20442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" name="Google Shape;324;p2"/>
            <p:cNvSpPr/>
            <p:nvPr/>
          </p:nvSpPr>
          <p:spPr>
            <a:xfrm>
              <a:off x="2491800" y="23452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" name="Google Shape;325;p2"/>
            <p:cNvSpPr/>
            <p:nvPr/>
          </p:nvSpPr>
          <p:spPr>
            <a:xfrm>
              <a:off x="2491800" y="24957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" name="Google Shape;326;p2"/>
            <p:cNvSpPr/>
            <p:nvPr/>
          </p:nvSpPr>
          <p:spPr>
            <a:xfrm>
              <a:off x="2491800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" name="Google Shape;327;p2"/>
            <p:cNvSpPr/>
            <p:nvPr/>
          </p:nvSpPr>
          <p:spPr>
            <a:xfrm>
              <a:off x="2491800" y="27968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" name="Google Shape;328;p2"/>
            <p:cNvSpPr/>
            <p:nvPr/>
          </p:nvSpPr>
          <p:spPr>
            <a:xfrm>
              <a:off x="2491800" y="29473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" name="Google Shape;329;p2"/>
            <p:cNvSpPr/>
            <p:nvPr/>
          </p:nvSpPr>
          <p:spPr>
            <a:xfrm>
              <a:off x="2491800" y="30978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" name="Google Shape;330;p2"/>
            <p:cNvSpPr/>
            <p:nvPr/>
          </p:nvSpPr>
          <p:spPr>
            <a:xfrm>
              <a:off x="2491800" y="32483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" name="Google Shape;331;p2"/>
            <p:cNvSpPr/>
            <p:nvPr/>
          </p:nvSpPr>
          <p:spPr>
            <a:xfrm>
              <a:off x="2491800" y="35493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" name="Google Shape;332;p2"/>
            <p:cNvSpPr/>
            <p:nvPr/>
          </p:nvSpPr>
          <p:spPr>
            <a:xfrm>
              <a:off x="2491800" y="38503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" name="Google Shape;333;p2"/>
            <p:cNvSpPr/>
            <p:nvPr/>
          </p:nvSpPr>
          <p:spPr>
            <a:xfrm>
              <a:off x="2491800" y="40008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" name="Google Shape;334;p2"/>
            <p:cNvSpPr/>
            <p:nvPr/>
          </p:nvSpPr>
          <p:spPr>
            <a:xfrm>
              <a:off x="2491800" y="41514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" name="Google Shape;335;p2"/>
            <p:cNvSpPr/>
            <p:nvPr/>
          </p:nvSpPr>
          <p:spPr>
            <a:xfrm>
              <a:off x="2491800" y="43019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" name="Google Shape;336;p2"/>
            <p:cNvSpPr/>
            <p:nvPr/>
          </p:nvSpPr>
          <p:spPr>
            <a:xfrm>
              <a:off x="2491800" y="46029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" name="Google Shape;337;p2"/>
            <p:cNvSpPr/>
            <p:nvPr/>
          </p:nvSpPr>
          <p:spPr>
            <a:xfrm>
              <a:off x="2491800" y="47534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" name="Google Shape;338;p2"/>
            <p:cNvSpPr/>
            <p:nvPr/>
          </p:nvSpPr>
          <p:spPr>
            <a:xfrm>
              <a:off x="2491800" y="505445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" name="Google Shape;339;p2"/>
            <p:cNvSpPr/>
            <p:nvPr/>
          </p:nvSpPr>
          <p:spPr>
            <a:xfrm>
              <a:off x="2491800" y="53554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" name="Google Shape;340;p2"/>
            <p:cNvSpPr/>
            <p:nvPr/>
          </p:nvSpPr>
          <p:spPr>
            <a:xfrm>
              <a:off x="2642325" y="53912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" name="Google Shape;341;p2"/>
            <p:cNvSpPr/>
            <p:nvPr/>
          </p:nvSpPr>
          <p:spPr>
            <a:xfrm>
              <a:off x="2642325" y="9906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" name="Google Shape;342;p2"/>
            <p:cNvSpPr/>
            <p:nvPr/>
          </p:nvSpPr>
          <p:spPr>
            <a:xfrm>
              <a:off x="2642325" y="11411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" name="Google Shape;343;p2"/>
            <p:cNvSpPr/>
            <p:nvPr/>
          </p:nvSpPr>
          <p:spPr>
            <a:xfrm>
              <a:off x="2642325" y="12917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" name="Google Shape;344;p2"/>
            <p:cNvSpPr/>
            <p:nvPr/>
          </p:nvSpPr>
          <p:spPr>
            <a:xfrm>
              <a:off x="2642325" y="15927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" name="Google Shape;345;p2"/>
            <p:cNvSpPr/>
            <p:nvPr/>
          </p:nvSpPr>
          <p:spPr>
            <a:xfrm>
              <a:off x="2642325" y="18937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" name="Google Shape;346;p2"/>
            <p:cNvSpPr/>
            <p:nvPr/>
          </p:nvSpPr>
          <p:spPr>
            <a:xfrm>
              <a:off x="2642325" y="20442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" name="Google Shape;347;p2"/>
            <p:cNvSpPr/>
            <p:nvPr/>
          </p:nvSpPr>
          <p:spPr>
            <a:xfrm>
              <a:off x="2642325" y="21947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" name="Google Shape;348;p2"/>
            <p:cNvSpPr/>
            <p:nvPr/>
          </p:nvSpPr>
          <p:spPr>
            <a:xfrm>
              <a:off x="2642325" y="24957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" name="Google Shape;349;p2"/>
            <p:cNvSpPr/>
            <p:nvPr/>
          </p:nvSpPr>
          <p:spPr>
            <a:xfrm>
              <a:off x="2642325" y="27968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" name="Google Shape;350;p2"/>
            <p:cNvSpPr/>
            <p:nvPr/>
          </p:nvSpPr>
          <p:spPr>
            <a:xfrm>
              <a:off x="2642325" y="30978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" name="Google Shape;351;p2"/>
            <p:cNvSpPr/>
            <p:nvPr/>
          </p:nvSpPr>
          <p:spPr>
            <a:xfrm>
              <a:off x="2642325" y="33988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" name="Google Shape;352;p2"/>
            <p:cNvSpPr/>
            <p:nvPr/>
          </p:nvSpPr>
          <p:spPr>
            <a:xfrm>
              <a:off x="2642325" y="35493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" name="Google Shape;353;p2"/>
            <p:cNvSpPr/>
            <p:nvPr/>
          </p:nvSpPr>
          <p:spPr>
            <a:xfrm>
              <a:off x="2642325" y="40008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" name="Google Shape;354;p2"/>
            <p:cNvSpPr/>
            <p:nvPr/>
          </p:nvSpPr>
          <p:spPr>
            <a:xfrm>
              <a:off x="2642325" y="41514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" name="Google Shape;355;p2"/>
            <p:cNvSpPr/>
            <p:nvPr/>
          </p:nvSpPr>
          <p:spPr>
            <a:xfrm>
              <a:off x="2642325" y="43019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" name="Google Shape;356;p2"/>
            <p:cNvSpPr/>
            <p:nvPr/>
          </p:nvSpPr>
          <p:spPr>
            <a:xfrm>
              <a:off x="2642325" y="44524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" name="Google Shape;357;p2"/>
            <p:cNvSpPr/>
            <p:nvPr/>
          </p:nvSpPr>
          <p:spPr>
            <a:xfrm>
              <a:off x="2642325" y="46029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" name="Google Shape;358;p2"/>
            <p:cNvSpPr/>
            <p:nvPr/>
          </p:nvSpPr>
          <p:spPr>
            <a:xfrm>
              <a:off x="2642325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" name="Google Shape;359;p2"/>
            <p:cNvSpPr/>
            <p:nvPr/>
          </p:nvSpPr>
          <p:spPr>
            <a:xfrm>
              <a:off x="2642325" y="505445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" name="Google Shape;360;p2"/>
            <p:cNvSpPr/>
            <p:nvPr/>
          </p:nvSpPr>
          <p:spPr>
            <a:xfrm>
              <a:off x="2792825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" name="Google Shape;361;p2"/>
            <p:cNvSpPr/>
            <p:nvPr/>
          </p:nvSpPr>
          <p:spPr>
            <a:xfrm>
              <a:off x="2792825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" name="Google Shape;362;p2"/>
            <p:cNvSpPr/>
            <p:nvPr/>
          </p:nvSpPr>
          <p:spPr>
            <a:xfrm>
              <a:off x="2792825" y="9906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" name="Google Shape;363;p2"/>
            <p:cNvSpPr/>
            <p:nvPr/>
          </p:nvSpPr>
          <p:spPr>
            <a:xfrm>
              <a:off x="2792825" y="14422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" name="Google Shape;364;p2"/>
            <p:cNvSpPr/>
            <p:nvPr/>
          </p:nvSpPr>
          <p:spPr>
            <a:xfrm>
              <a:off x="2792825" y="15927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" name="Google Shape;365;p2"/>
            <p:cNvSpPr/>
            <p:nvPr/>
          </p:nvSpPr>
          <p:spPr>
            <a:xfrm>
              <a:off x="2792825" y="21947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" name="Google Shape;366;p2"/>
            <p:cNvSpPr/>
            <p:nvPr/>
          </p:nvSpPr>
          <p:spPr>
            <a:xfrm>
              <a:off x="2792825" y="23452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" name="Google Shape;367;p2"/>
            <p:cNvSpPr/>
            <p:nvPr/>
          </p:nvSpPr>
          <p:spPr>
            <a:xfrm>
              <a:off x="2792825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" name="Google Shape;368;p2"/>
            <p:cNvSpPr/>
            <p:nvPr/>
          </p:nvSpPr>
          <p:spPr>
            <a:xfrm>
              <a:off x="2792825" y="27968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" name="Google Shape;369;p2"/>
            <p:cNvSpPr/>
            <p:nvPr/>
          </p:nvSpPr>
          <p:spPr>
            <a:xfrm>
              <a:off x="2792825" y="29473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" name="Google Shape;370;p2"/>
            <p:cNvSpPr/>
            <p:nvPr/>
          </p:nvSpPr>
          <p:spPr>
            <a:xfrm>
              <a:off x="2792825" y="30978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" name="Google Shape;371;p2"/>
            <p:cNvSpPr/>
            <p:nvPr/>
          </p:nvSpPr>
          <p:spPr>
            <a:xfrm>
              <a:off x="2792825" y="35493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" name="Google Shape;372;p2"/>
            <p:cNvSpPr/>
            <p:nvPr/>
          </p:nvSpPr>
          <p:spPr>
            <a:xfrm>
              <a:off x="2792825" y="36998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" name="Google Shape;373;p2"/>
            <p:cNvSpPr/>
            <p:nvPr/>
          </p:nvSpPr>
          <p:spPr>
            <a:xfrm>
              <a:off x="2792825" y="38503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" name="Google Shape;374;p2"/>
            <p:cNvSpPr/>
            <p:nvPr/>
          </p:nvSpPr>
          <p:spPr>
            <a:xfrm>
              <a:off x="2792825" y="41514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" name="Google Shape;375;p2"/>
            <p:cNvSpPr/>
            <p:nvPr/>
          </p:nvSpPr>
          <p:spPr>
            <a:xfrm>
              <a:off x="2792825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" name="Google Shape;376;p2"/>
            <p:cNvSpPr/>
            <p:nvPr/>
          </p:nvSpPr>
          <p:spPr>
            <a:xfrm>
              <a:off x="2792825" y="52049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" name="Google Shape;377;p2"/>
            <p:cNvSpPr/>
            <p:nvPr/>
          </p:nvSpPr>
          <p:spPr>
            <a:xfrm>
              <a:off x="2792825" y="53554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" name="Google Shape;378;p2"/>
            <p:cNvSpPr/>
            <p:nvPr/>
          </p:nvSpPr>
          <p:spPr>
            <a:xfrm>
              <a:off x="2943325" y="3886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" name="Google Shape;379;p2"/>
            <p:cNvSpPr/>
            <p:nvPr/>
          </p:nvSpPr>
          <p:spPr>
            <a:xfrm>
              <a:off x="2943325" y="539125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" name="Google Shape;380;p2"/>
            <p:cNvSpPr/>
            <p:nvPr/>
          </p:nvSpPr>
          <p:spPr>
            <a:xfrm>
              <a:off x="2943325" y="9906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" name="Google Shape;381;p2"/>
            <p:cNvSpPr/>
            <p:nvPr/>
          </p:nvSpPr>
          <p:spPr>
            <a:xfrm>
              <a:off x="2943325" y="12917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" name="Google Shape;382;p2"/>
            <p:cNvSpPr/>
            <p:nvPr/>
          </p:nvSpPr>
          <p:spPr>
            <a:xfrm>
              <a:off x="2943325" y="1592700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" name="Google Shape;383;p2"/>
            <p:cNvSpPr/>
            <p:nvPr/>
          </p:nvSpPr>
          <p:spPr>
            <a:xfrm>
              <a:off x="2943325" y="20442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" name="Google Shape;384;p2"/>
            <p:cNvSpPr/>
            <p:nvPr/>
          </p:nvSpPr>
          <p:spPr>
            <a:xfrm>
              <a:off x="2943325" y="23452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" name="Google Shape;385;p2"/>
            <p:cNvSpPr/>
            <p:nvPr/>
          </p:nvSpPr>
          <p:spPr>
            <a:xfrm>
              <a:off x="2943325" y="27968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" name="Google Shape;386;p2"/>
            <p:cNvSpPr/>
            <p:nvPr/>
          </p:nvSpPr>
          <p:spPr>
            <a:xfrm>
              <a:off x="2943325" y="30978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" name="Google Shape;387;p2"/>
            <p:cNvSpPr/>
            <p:nvPr/>
          </p:nvSpPr>
          <p:spPr>
            <a:xfrm>
              <a:off x="2943325" y="32483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" name="Google Shape;388;p2"/>
            <p:cNvSpPr/>
            <p:nvPr/>
          </p:nvSpPr>
          <p:spPr>
            <a:xfrm>
              <a:off x="2943325" y="35493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" name="Google Shape;389;p2"/>
            <p:cNvSpPr/>
            <p:nvPr/>
          </p:nvSpPr>
          <p:spPr>
            <a:xfrm>
              <a:off x="2943325" y="36998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" name="Google Shape;390;p2"/>
            <p:cNvSpPr/>
            <p:nvPr/>
          </p:nvSpPr>
          <p:spPr>
            <a:xfrm>
              <a:off x="2943325" y="38503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" name="Google Shape;391;p2"/>
            <p:cNvSpPr/>
            <p:nvPr/>
          </p:nvSpPr>
          <p:spPr>
            <a:xfrm>
              <a:off x="2943325" y="41514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" name="Google Shape;392;p2"/>
            <p:cNvSpPr/>
            <p:nvPr/>
          </p:nvSpPr>
          <p:spPr>
            <a:xfrm>
              <a:off x="2943325" y="43019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" name="Google Shape;393;p2"/>
            <p:cNvSpPr/>
            <p:nvPr/>
          </p:nvSpPr>
          <p:spPr>
            <a:xfrm>
              <a:off x="2943325" y="47534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4" name="Google Shape;394;p2"/>
            <p:cNvSpPr/>
            <p:nvPr/>
          </p:nvSpPr>
          <p:spPr>
            <a:xfrm>
              <a:off x="2943325" y="5054450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" name="Google Shape;395;p2"/>
            <p:cNvSpPr/>
            <p:nvPr/>
          </p:nvSpPr>
          <p:spPr>
            <a:xfrm>
              <a:off x="2943325" y="52049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" name="Google Shape;396;p2"/>
            <p:cNvSpPr/>
            <p:nvPr/>
          </p:nvSpPr>
          <p:spPr>
            <a:xfrm>
              <a:off x="3093850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" name="Google Shape;397;p2"/>
            <p:cNvSpPr/>
            <p:nvPr/>
          </p:nvSpPr>
          <p:spPr>
            <a:xfrm>
              <a:off x="3093850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" name="Google Shape;398;p2"/>
            <p:cNvSpPr/>
            <p:nvPr/>
          </p:nvSpPr>
          <p:spPr>
            <a:xfrm>
              <a:off x="3093850" y="11411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" name="Google Shape;399;p2"/>
            <p:cNvSpPr/>
            <p:nvPr/>
          </p:nvSpPr>
          <p:spPr>
            <a:xfrm>
              <a:off x="3093850" y="17432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" name="Google Shape;400;p2"/>
            <p:cNvSpPr/>
            <p:nvPr/>
          </p:nvSpPr>
          <p:spPr>
            <a:xfrm>
              <a:off x="3093850" y="23452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" name="Google Shape;401;p2"/>
            <p:cNvSpPr/>
            <p:nvPr/>
          </p:nvSpPr>
          <p:spPr>
            <a:xfrm>
              <a:off x="3093850" y="30978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" name="Google Shape;402;p2"/>
            <p:cNvSpPr/>
            <p:nvPr/>
          </p:nvSpPr>
          <p:spPr>
            <a:xfrm>
              <a:off x="3093850" y="43019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" name="Google Shape;403;p2"/>
            <p:cNvSpPr/>
            <p:nvPr/>
          </p:nvSpPr>
          <p:spPr>
            <a:xfrm>
              <a:off x="3093850" y="44524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" name="Google Shape;404;p2"/>
            <p:cNvSpPr/>
            <p:nvPr/>
          </p:nvSpPr>
          <p:spPr>
            <a:xfrm>
              <a:off x="3093850" y="53554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" name="Google Shape;405;p2"/>
            <p:cNvSpPr/>
            <p:nvPr/>
          </p:nvSpPr>
          <p:spPr>
            <a:xfrm>
              <a:off x="3244350" y="3886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" name="Google Shape;406;p2"/>
            <p:cNvSpPr/>
            <p:nvPr/>
          </p:nvSpPr>
          <p:spPr>
            <a:xfrm>
              <a:off x="3244350" y="12917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" name="Google Shape;407;p2"/>
            <p:cNvSpPr/>
            <p:nvPr/>
          </p:nvSpPr>
          <p:spPr>
            <a:xfrm>
              <a:off x="3244350" y="20442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" name="Google Shape;408;p2"/>
            <p:cNvSpPr/>
            <p:nvPr/>
          </p:nvSpPr>
          <p:spPr>
            <a:xfrm>
              <a:off x="3244350" y="27968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" name="Google Shape;409;p2"/>
            <p:cNvSpPr/>
            <p:nvPr/>
          </p:nvSpPr>
          <p:spPr>
            <a:xfrm>
              <a:off x="3244350" y="36998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" name="Google Shape;410;p2"/>
            <p:cNvSpPr/>
            <p:nvPr/>
          </p:nvSpPr>
          <p:spPr>
            <a:xfrm>
              <a:off x="3244350" y="44524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" name="Google Shape;411;p2"/>
            <p:cNvSpPr/>
            <p:nvPr/>
          </p:nvSpPr>
          <p:spPr>
            <a:xfrm>
              <a:off x="3244350" y="46029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" name="Google Shape;412;p2"/>
            <p:cNvSpPr/>
            <p:nvPr/>
          </p:nvSpPr>
          <p:spPr>
            <a:xfrm>
              <a:off x="3244350" y="52049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" name="Google Shape;413;p2"/>
            <p:cNvSpPr/>
            <p:nvPr/>
          </p:nvSpPr>
          <p:spPr>
            <a:xfrm>
              <a:off x="3394875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" name="Google Shape;414;p2"/>
            <p:cNvSpPr/>
            <p:nvPr/>
          </p:nvSpPr>
          <p:spPr>
            <a:xfrm>
              <a:off x="3394875" y="12917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" name="Google Shape;415;p2"/>
            <p:cNvSpPr/>
            <p:nvPr/>
          </p:nvSpPr>
          <p:spPr>
            <a:xfrm>
              <a:off x="3394875" y="32483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" name="Google Shape;416;p2"/>
            <p:cNvSpPr/>
            <p:nvPr/>
          </p:nvSpPr>
          <p:spPr>
            <a:xfrm>
              <a:off x="3394875" y="38503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" name="Google Shape;417;p2"/>
            <p:cNvSpPr/>
            <p:nvPr/>
          </p:nvSpPr>
          <p:spPr>
            <a:xfrm>
              <a:off x="3394875" y="44524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" name="Google Shape;418;p2"/>
            <p:cNvSpPr/>
            <p:nvPr/>
          </p:nvSpPr>
          <p:spPr>
            <a:xfrm>
              <a:off x="3394875" y="52049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" name="Google Shape;419;p2"/>
            <p:cNvSpPr/>
            <p:nvPr/>
          </p:nvSpPr>
          <p:spPr>
            <a:xfrm>
              <a:off x="3545375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" name="Google Shape;420;p2"/>
            <p:cNvSpPr/>
            <p:nvPr/>
          </p:nvSpPr>
          <p:spPr>
            <a:xfrm>
              <a:off x="3545375" y="15927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" name="Google Shape;421;p2"/>
            <p:cNvSpPr/>
            <p:nvPr/>
          </p:nvSpPr>
          <p:spPr>
            <a:xfrm>
              <a:off x="3545375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22" name="Google Shape;422;p2"/>
          <p:cNvGrpSpPr/>
          <p:nvPr/>
        </p:nvGrpSpPr>
        <p:grpSpPr>
          <a:xfrm rot="10800000">
            <a:off x="6367294" y="28698"/>
            <a:ext cx="2309820" cy="5086302"/>
            <a:chOff x="1287725" y="238125"/>
            <a:chExt cx="2379050" cy="5238750"/>
          </a:xfrm>
        </p:grpSpPr>
        <p:sp>
          <p:nvSpPr>
            <p:cNvPr id="423" name="Google Shape;423;p2"/>
            <p:cNvSpPr/>
            <p:nvPr/>
          </p:nvSpPr>
          <p:spPr>
            <a:xfrm>
              <a:off x="1287725" y="3886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" name="Google Shape;424;p2"/>
            <p:cNvSpPr/>
            <p:nvPr/>
          </p:nvSpPr>
          <p:spPr>
            <a:xfrm>
              <a:off x="1287725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" name="Google Shape;425;p2"/>
            <p:cNvSpPr/>
            <p:nvPr/>
          </p:nvSpPr>
          <p:spPr>
            <a:xfrm>
              <a:off x="1287725" y="8401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" name="Google Shape;426;p2"/>
            <p:cNvSpPr/>
            <p:nvPr/>
          </p:nvSpPr>
          <p:spPr>
            <a:xfrm>
              <a:off x="1287725" y="12917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" name="Google Shape;427;p2"/>
            <p:cNvSpPr/>
            <p:nvPr/>
          </p:nvSpPr>
          <p:spPr>
            <a:xfrm>
              <a:off x="1287725" y="17432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" name="Google Shape;428;p2"/>
            <p:cNvSpPr/>
            <p:nvPr/>
          </p:nvSpPr>
          <p:spPr>
            <a:xfrm>
              <a:off x="1287725" y="18937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" name="Google Shape;429;p2"/>
            <p:cNvSpPr/>
            <p:nvPr/>
          </p:nvSpPr>
          <p:spPr>
            <a:xfrm>
              <a:off x="1287725" y="20442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" name="Google Shape;430;p2"/>
            <p:cNvSpPr/>
            <p:nvPr/>
          </p:nvSpPr>
          <p:spPr>
            <a:xfrm>
              <a:off x="1287725" y="24957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" name="Google Shape;431;p2"/>
            <p:cNvSpPr/>
            <p:nvPr/>
          </p:nvSpPr>
          <p:spPr>
            <a:xfrm>
              <a:off x="1287725" y="29473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" name="Google Shape;432;p2"/>
            <p:cNvSpPr/>
            <p:nvPr/>
          </p:nvSpPr>
          <p:spPr>
            <a:xfrm>
              <a:off x="1287725" y="36998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" name="Google Shape;433;p2"/>
            <p:cNvSpPr/>
            <p:nvPr/>
          </p:nvSpPr>
          <p:spPr>
            <a:xfrm>
              <a:off x="1287725" y="38503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" name="Google Shape;434;p2"/>
            <p:cNvSpPr/>
            <p:nvPr/>
          </p:nvSpPr>
          <p:spPr>
            <a:xfrm>
              <a:off x="1287725" y="44524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" name="Google Shape;435;p2"/>
            <p:cNvSpPr/>
            <p:nvPr/>
          </p:nvSpPr>
          <p:spPr>
            <a:xfrm>
              <a:off x="1287725" y="47534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" name="Google Shape;436;p2"/>
            <p:cNvSpPr/>
            <p:nvPr/>
          </p:nvSpPr>
          <p:spPr>
            <a:xfrm>
              <a:off x="1287725" y="505445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" name="Google Shape;437;p2"/>
            <p:cNvSpPr/>
            <p:nvPr/>
          </p:nvSpPr>
          <p:spPr>
            <a:xfrm>
              <a:off x="1287725" y="52049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" name="Google Shape;438;p2"/>
            <p:cNvSpPr/>
            <p:nvPr/>
          </p:nvSpPr>
          <p:spPr>
            <a:xfrm>
              <a:off x="1438225" y="3886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" name="Google Shape;439;p2"/>
            <p:cNvSpPr/>
            <p:nvPr/>
          </p:nvSpPr>
          <p:spPr>
            <a:xfrm>
              <a:off x="1438225" y="23452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" name="Google Shape;440;p2"/>
            <p:cNvSpPr/>
            <p:nvPr/>
          </p:nvSpPr>
          <p:spPr>
            <a:xfrm>
              <a:off x="1438225" y="27968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" name="Google Shape;441;p2"/>
            <p:cNvSpPr/>
            <p:nvPr/>
          </p:nvSpPr>
          <p:spPr>
            <a:xfrm>
              <a:off x="1438225" y="41514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" name="Google Shape;442;p2"/>
            <p:cNvSpPr/>
            <p:nvPr/>
          </p:nvSpPr>
          <p:spPr>
            <a:xfrm>
              <a:off x="1588750" y="3886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" name="Google Shape;443;p2"/>
            <p:cNvSpPr/>
            <p:nvPr/>
          </p:nvSpPr>
          <p:spPr>
            <a:xfrm>
              <a:off x="1588750" y="53912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" name="Google Shape;444;p2"/>
            <p:cNvSpPr/>
            <p:nvPr/>
          </p:nvSpPr>
          <p:spPr>
            <a:xfrm>
              <a:off x="1588750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" name="Google Shape;445;p2"/>
            <p:cNvSpPr/>
            <p:nvPr/>
          </p:nvSpPr>
          <p:spPr>
            <a:xfrm>
              <a:off x="1588750" y="11411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" name="Google Shape;446;p2"/>
            <p:cNvSpPr/>
            <p:nvPr/>
          </p:nvSpPr>
          <p:spPr>
            <a:xfrm>
              <a:off x="1588750" y="18937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" name="Google Shape;447;p2"/>
            <p:cNvSpPr/>
            <p:nvPr/>
          </p:nvSpPr>
          <p:spPr>
            <a:xfrm>
              <a:off x="1588750" y="20442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" name="Google Shape;448;p2"/>
            <p:cNvSpPr/>
            <p:nvPr/>
          </p:nvSpPr>
          <p:spPr>
            <a:xfrm>
              <a:off x="1588750" y="23452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" name="Google Shape;449;p2"/>
            <p:cNvSpPr/>
            <p:nvPr/>
          </p:nvSpPr>
          <p:spPr>
            <a:xfrm>
              <a:off x="1588750" y="30978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" name="Google Shape;450;p2"/>
            <p:cNvSpPr/>
            <p:nvPr/>
          </p:nvSpPr>
          <p:spPr>
            <a:xfrm>
              <a:off x="1588750" y="35493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" name="Google Shape;451;p2"/>
            <p:cNvSpPr/>
            <p:nvPr/>
          </p:nvSpPr>
          <p:spPr>
            <a:xfrm>
              <a:off x="1588750" y="53554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" name="Google Shape;452;p2"/>
            <p:cNvSpPr/>
            <p:nvPr/>
          </p:nvSpPr>
          <p:spPr>
            <a:xfrm>
              <a:off x="1739250" y="3886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" name="Google Shape;453;p2"/>
            <p:cNvSpPr/>
            <p:nvPr/>
          </p:nvSpPr>
          <p:spPr>
            <a:xfrm>
              <a:off x="1739250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" name="Google Shape;454;p2"/>
            <p:cNvSpPr/>
            <p:nvPr/>
          </p:nvSpPr>
          <p:spPr>
            <a:xfrm>
              <a:off x="1739250" y="9906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" name="Google Shape;455;p2"/>
            <p:cNvSpPr/>
            <p:nvPr/>
          </p:nvSpPr>
          <p:spPr>
            <a:xfrm>
              <a:off x="1739250" y="15927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" name="Google Shape;456;p2"/>
            <p:cNvSpPr/>
            <p:nvPr/>
          </p:nvSpPr>
          <p:spPr>
            <a:xfrm>
              <a:off x="1739250" y="17432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" name="Google Shape;457;p2"/>
            <p:cNvSpPr/>
            <p:nvPr/>
          </p:nvSpPr>
          <p:spPr>
            <a:xfrm>
              <a:off x="1739250" y="20442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" name="Google Shape;458;p2"/>
            <p:cNvSpPr/>
            <p:nvPr/>
          </p:nvSpPr>
          <p:spPr>
            <a:xfrm>
              <a:off x="1739250" y="21947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" name="Google Shape;459;p2"/>
            <p:cNvSpPr/>
            <p:nvPr/>
          </p:nvSpPr>
          <p:spPr>
            <a:xfrm>
              <a:off x="1739250" y="23452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" name="Google Shape;460;p2"/>
            <p:cNvSpPr/>
            <p:nvPr/>
          </p:nvSpPr>
          <p:spPr>
            <a:xfrm>
              <a:off x="1739250" y="29473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" name="Google Shape;461;p2"/>
            <p:cNvSpPr/>
            <p:nvPr/>
          </p:nvSpPr>
          <p:spPr>
            <a:xfrm>
              <a:off x="1739250" y="30978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" name="Google Shape;462;p2"/>
            <p:cNvSpPr/>
            <p:nvPr/>
          </p:nvSpPr>
          <p:spPr>
            <a:xfrm>
              <a:off x="1739250" y="32483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" name="Google Shape;463;p2"/>
            <p:cNvSpPr/>
            <p:nvPr/>
          </p:nvSpPr>
          <p:spPr>
            <a:xfrm>
              <a:off x="1739250" y="38503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" name="Google Shape;464;p2"/>
            <p:cNvSpPr/>
            <p:nvPr/>
          </p:nvSpPr>
          <p:spPr>
            <a:xfrm>
              <a:off x="1739250" y="40008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" name="Google Shape;465;p2"/>
            <p:cNvSpPr/>
            <p:nvPr/>
          </p:nvSpPr>
          <p:spPr>
            <a:xfrm>
              <a:off x="1739250" y="44524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" name="Google Shape;466;p2"/>
            <p:cNvSpPr/>
            <p:nvPr/>
          </p:nvSpPr>
          <p:spPr>
            <a:xfrm>
              <a:off x="1739250" y="46029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" name="Google Shape;467;p2"/>
            <p:cNvSpPr/>
            <p:nvPr/>
          </p:nvSpPr>
          <p:spPr>
            <a:xfrm>
              <a:off x="1739250" y="47534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" name="Google Shape;468;p2"/>
            <p:cNvSpPr/>
            <p:nvPr/>
          </p:nvSpPr>
          <p:spPr>
            <a:xfrm>
              <a:off x="1739250" y="505445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" name="Google Shape;469;p2"/>
            <p:cNvSpPr/>
            <p:nvPr/>
          </p:nvSpPr>
          <p:spPr>
            <a:xfrm>
              <a:off x="1889750" y="539125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" name="Google Shape;470;p2"/>
            <p:cNvSpPr/>
            <p:nvPr/>
          </p:nvSpPr>
          <p:spPr>
            <a:xfrm>
              <a:off x="1889750" y="6896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" name="Google Shape;471;p2"/>
            <p:cNvSpPr/>
            <p:nvPr/>
          </p:nvSpPr>
          <p:spPr>
            <a:xfrm>
              <a:off x="1889750" y="9906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" name="Google Shape;472;p2"/>
            <p:cNvSpPr/>
            <p:nvPr/>
          </p:nvSpPr>
          <p:spPr>
            <a:xfrm>
              <a:off x="1889750" y="11411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" name="Google Shape;473;p2"/>
            <p:cNvSpPr/>
            <p:nvPr/>
          </p:nvSpPr>
          <p:spPr>
            <a:xfrm>
              <a:off x="1889750" y="12917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" name="Google Shape;474;p2"/>
            <p:cNvSpPr/>
            <p:nvPr/>
          </p:nvSpPr>
          <p:spPr>
            <a:xfrm>
              <a:off x="1889750" y="1592700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" name="Google Shape;475;p2"/>
            <p:cNvSpPr/>
            <p:nvPr/>
          </p:nvSpPr>
          <p:spPr>
            <a:xfrm>
              <a:off x="1889750" y="32483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" name="Google Shape;476;p2"/>
            <p:cNvSpPr/>
            <p:nvPr/>
          </p:nvSpPr>
          <p:spPr>
            <a:xfrm>
              <a:off x="1889750" y="35493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" name="Google Shape;477;p2"/>
            <p:cNvSpPr/>
            <p:nvPr/>
          </p:nvSpPr>
          <p:spPr>
            <a:xfrm>
              <a:off x="1889750" y="36998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" name="Google Shape;478;p2"/>
            <p:cNvSpPr/>
            <p:nvPr/>
          </p:nvSpPr>
          <p:spPr>
            <a:xfrm>
              <a:off x="1889750" y="5054450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" name="Google Shape;479;p2"/>
            <p:cNvSpPr/>
            <p:nvPr/>
          </p:nvSpPr>
          <p:spPr>
            <a:xfrm>
              <a:off x="1889750" y="53554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" name="Google Shape;480;p2"/>
            <p:cNvSpPr/>
            <p:nvPr/>
          </p:nvSpPr>
          <p:spPr>
            <a:xfrm>
              <a:off x="2040275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" name="Google Shape;481;p2"/>
            <p:cNvSpPr/>
            <p:nvPr/>
          </p:nvSpPr>
          <p:spPr>
            <a:xfrm>
              <a:off x="2040275" y="53912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" name="Google Shape;482;p2"/>
            <p:cNvSpPr/>
            <p:nvPr/>
          </p:nvSpPr>
          <p:spPr>
            <a:xfrm>
              <a:off x="2040275" y="8401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3" name="Google Shape;483;p2"/>
            <p:cNvSpPr/>
            <p:nvPr/>
          </p:nvSpPr>
          <p:spPr>
            <a:xfrm>
              <a:off x="2040275" y="9906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4" name="Google Shape;484;p2"/>
            <p:cNvSpPr/>
            <p:nvPr/>
          </p:nvSpPr>
          <p:spPr>
            <a:xfrm>
              <a:off x="2040275" y="15927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" name="Google Shape;485;p2"/>
            <p:cNvSpPr/>
            <p:nvPr/>
          </p:nvSpPr>
          <p:spPr>
            <a:xfrm>
              <a:off x="2040275" y="21947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" name="Google Shape;486;p2"/>
            <p:cNvSpPr/>
            <p:nvPr/>
          </p:nvSpPr>
          <p:spPr>
            <a:xfrm>
              <a:off x="2040275" y="23452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" name="Google Shape;487;p2"/>
            <p:cNvSpPr/>
            <p:nvPr/>
          </p:nvSpPr>
          <p:spPr>
            <a:xfrm>
              <a:off x="2040275" y="24957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" name="Google Shape;488;p2"/>
            <p:cNvSpPr/>
            <p:nvPr/>
          </p:nvSpPr>
          <p:spPr>
            <a:xfrm>
              <a:off x="2040275" y="33988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9" name="Google Shape;489;p2"/>
            <p:cNvSpPr/>
            <p:nvPr/>
          </p:nvSpPr>
          <p:spPr>
            <a:xfrm>
              <a:off x="2040275" y="41514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" name="Google Shape;490;p2"/>
            <p:cNvSpPr/>
            <p:nvPr/>
          </p:nvSpPr>
          <p:spPr>
            <a:xfrm>
              <a:off x="2040275" y="46029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1" name="Google Shape;491;p2"/>
            <p:cNvSpPr/>
            <p:nvPr/>
          </p:nvSpPr>
          <p:spPr>
            <a:xfrm>
              <a:off x="2040275" y="47534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" name="Google Shape;492;p2"/>
            <p:cNvSpPr/>
            <p:nvPr/>
          </p:nvSpPr>
          <p:spPr>
            <a:xfrm>
              <a:off x="2040275" y="53554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3" name="Google Shape;493;p2"/>
            <p:cNvSpPr/>
            <p:nvPr/>
          </p:nvSpPr>
          <p:spPr>
            <a:xfrm>
              <a:off x="2190775" y="3886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4" name="Google Shape;494;p2"/>
            <p:cNvSpPr/>
            <p:nvPr/>
          </p:nvSpPr>
          <p:spPr>
            <a:xfrm>
              <a:off x="2190775" y="539125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" name="Google Shape;495;p2"/>
            <p:cNvSpPr/>
            <p:nvPr/>
          </p:nvSpPr>
          <p:spPr>
            <a:xfrm>
              <a:off x="2190775" y="9906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" name="Google Shape;496;p2"/>
            <p:cNvSpPr/>
            <p:nvPr/>
          </p:nvSpPr>
          <p:spPr>
            <a:xfrm>
              <a:off x="2190775" y="14422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7" name="Google Shape;497;p2"/>
            <p:cNvSpPr/>
            <p:nvPr/>
          </p:nvSpPr>
          <p:spPr>
            <a:xfrm>
              <a:off x="2190775" y="2646275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" name="Google Shape;498;p2"/>
            <p:cNvSpPr/>
            <p:nvPr/>
          </p:nvSpPr>
          <p:spPr>
            <a:xfrm>
              <a:off x="2190775" y="2947300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" name="Google Shape;499;p2"/>
            <p:cNvSpPr/>
            <p:nvPr/>
          </p:nvSpPr>
          <p:spPr>
            <a:xfrm>
              <a:off x="2190775" y="38503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" name="Google Shape;500;p2"/>
            <p:cNvSpPr/>
            <p:nvPr/>
          </p:nvSpPr>
          <p:spPr>
            <a:xfrm>
              <a:off x="2190775" y="43019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" name="Google Shape;501;p2"/>
            <p:cNvSpPr/>
            <p:nvPr/>
          </p:nvSpPr>
          <p:spPr>
            <a:xfrm>
              <a:off x="2190775" y="49039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" name="Google Shape;502;p2"/>
            <p:cNvSpPr/>
            <p:nvPr/>
          </p:nvSpPr>
          <p:spPr>
            <a:xfrm>
              <a:off x="2341300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" name="Google Shape;503;p2"/>
            <p:cNvSpPr/>
            <p:nvPr/>
          </p:nvSpPr>
          <p:spPr>
            <a:xfrm>
              <a:off x="2341300" y="3886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" name="Google Shape;504;p2"/>
            <p:cNvSpPr/>
            <p:nvPr/>
          </p:nvSpPr>
          <p:spPr>
            <a:xfrm>
              <a:off x="2341300" y="8401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" name="Google Shape;505;p2"/>
            <p:cNvSpPr/>
            <p:nvPr/>
          </p:nvSpPr>
          <p:spPr>
            <a:xfrm>
              <a:off x="2341300" y="11411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" name="Google Shape;506;p2"/>
            <p:cNvSpPr/>
            <p:nvPr/>
          </p:nvSpPr>
          <p:spPr>
            <a:xfrm>
              <a:off x="2341300" y="18937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" name="Google Shape;507;p2"/>
            <p:cNvSpPr/>
            <p:nvPr/>
          </p:nvSpPr>
          <p:spPr>
            <a:xfrm>
              <a:off x="2341300" y="20442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" name="Google Shape;508;p2"/>
            <p:cNvSpPr/>
            <p:nvPr/>
          </p:nvSpPr>
          <p:spPr>
            <a:xfrm>
              <a:off x="2341300" y="36998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" name="Google Shape;509;p2"/>
            <p:cNvSpPr/>
            <p:nvPr/>
          </p:nvSpPr>
          <p:spPr>
            <a:xfrm>
              <a:off x="2341300" y="40008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" name="Google Shape;510;p2"/>
            <p:cNvSpPr/>
            <p:nvPr/>
          </p:nvSpPr>
          <p:spPr>
            <a:xfrm>
              <a:off x="2491800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" name="Google Shape;511;p2"/>
            <p:cNvSpPr/>
            <p:nvPr/>
          </p:nvSpPr>
          <p:spPr>
            <a:xfrm>
              <a:off x="2491800" y="12917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" name="Google Shape;512;p2"/>
            <p:cNvSpPr/>
            <p:nvPr/>
          </p:nvSpPr>
          <p:spPr>
            <a:xfrm>
              <a:off x="2491800" y="21947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" name="Google Shape;513;p2"/>
            <p:cNvSpPr/>
            <p:nvPr/>
          </p:nvSpPr>
          <p:spPr>
            <a:xfrm>
              <a:off x="2491800" y="36998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" name="Google Shape;514;p2"/>
            <p:cNvSpPr/>
            <p:nvPr/>
          </p:nvSpPr>
          <p:spPr>
            <a:xfrm>
              <a:off x="2491800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" name="Google Shape;515;p2"/>
            <p:cNvSpPr/>
            <p:nvPr/>
          </p:nvSpPr>
          <p:spPr>
            <a:xfrm>
              <a:off x="2642325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6" name="Google Shape;516;p2"/>
            <p:cNvSpPr/>
            <p:nvPr/>
          </p:nvSpPr>
          <p:spPr>
            <a:xfrm>
              <a:off x="2642325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" name="Google Shape;517;p2"/>
            <p:cNvSpPr/>
            <p:nvPr/>
          </p:nvSpPr>
          <p:spPr>
            <a:xfrm>
              <a:off x="2642325" y="23452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" name="Google Shape;518;p2"/>
            <p:cNvSpPr/>
            <p:nvPr/>
          </p:nvSpPr>
          <p:spPr>
            <a:xfrm>
              <a:off x="2642325" y="32483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" name="Google Shape;519;p2"/>
            <p:cNvSpPr/>
            <p:nvPr/>
          </p:nvSpPr>
          <p:spPr>
            <a:xfrm>
              <a:off x="2642325" y="36998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" name="Google Shape;520;p2"/>
            <p:cNvSpPr/>
            <p:nvPr/>
          </p:nvSpPr>
          <p:spPr>
            <a:xfrm>
              <a:off x="2792825" y="43019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" name="Google Shape;521;p2"/>
            <p:cNvSpPr/>
            <p:nvPr/>
          </p:nvSpPr>
          <p:spPr>
            <a:xfrm>
              <a:off x="2943325" y="14422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" name="Google Shape;522;p2"/>
            <p:cNvSpPr/>
            <p:nvPr/>
          </p:nvSpPr>
          <p:spPr>
            <a:xfrm>
              <a:off x="2943325" y="2646275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" name="Google Shape;523;p2"/>
            <p:cNvSpPr/>
            <p:nvPr/>
          </p:nvSpPr>
          <p:spPr>
            <a:xfrm>
              <a:off x="3093850" y="505445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" name="Google Shape;524;p2"/>
            <p:cNvSpPr/>
            <p:nvPr/>
          </p:nvSpPr>
          <p:spPr>
            <a:xfrm>
              <a:off x="3394875" y="24957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" name="Google Shape;525;p2"/>
            <p:cNvSpPr/>
            <p:nvPr/>
          </p:nvSpPr>
          <p:spPr>
            <a:xfrm>
              <a:off x="3545375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1 column" type="tx">
  <p:cSld name="TITLE_AND_BODY">
    <p:spTree>
      <p:nvGrpSpPr>
        <p:cNvPr id="1" name="Shape 1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4" name="Google Shape;1564;p5"/>
          <p:cNvSpPr txBox="1">
            <a:spLocks noGrp="1"/>
          </p:cNvSpPr>
          <p:nvPr>
            <p:ph type="title"/>
          </p:nvPr>
        </p:nvSpPr>
        <p:spPr>
          <a:xfrm>
            <a:off x="718300" y="739375"/>
            <a:ext cx="6761100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565" name="Google Shape;1565;p5"/>
          <p:cNvSpPr txBox="1">
            <a:spLocks noGrp="1"/>
          </p:cNvSpPr>
          <p:nvPr>
            <p:ph type="body" idx="1"/>
          </p:nvPr>
        </p:nvSpPr>
        <p:spPr>
          <a:xfrm>
            <a:off x="718300" y="1733550"/>
            <a:ext cx="6761100" cy="2980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81000">
              <a:spcBef>
                <a:spcPts val="600"/>
              </a:spcBef>
              <a:spcAft>
                <a:spcPts val="0"/>
              </a:spcAft>
              <a:buSzPts val="2400"/>
              <a:buChar char="▪"/>
              <a:defRPr/>
            </a:lvl1pPr>
            <a:lvl2pPr marL="914400" lvl="1" indent="-381000">
              <a:spcBef>
                <a:spcPts val="0"/>
              </a:spcBef>
              <a:spcAft>
                <a:spcPts val="0"/>
              </a:spcAft>
              <a:buSzPts val="2400"/>
              <a:buChar char="▫"/>
              <a:defRPr/>
            </a:lvl2pPr>
            <a:lvl3pPr marL="1371600" lvl="2" indent="-381000">
              <a:spcBef>
                <a:spcPts val="0"/>
              </a:spcBef>
              <a:spcAft>
                <a:spcPts val="0"/>
              </a:spcAft>
              <a:buSzPts val="2400"/>
              <a:buChar char="▫"/>
              <a:defRPr/>
            </a:lvl3pPr>
            <a:lvl4pPr marL="1828800" lvl="3" indent="-381000">
              <a:spcBef>
                <a:spcPts val="0"/>
              </a:spcBef>
              <a:spcAft>
                <a:spcPts val="0"/>
              </a:spcAft>
              <a:buSzPts val="2400"/>
              <a:buChar char="▫"/>
              <a:defRPr/>
            </a:lvl4pPr>
            <a:lvl5pPr marL="2286000" lvl="4" indent="-381000">
              <a:spcBef>
                <a:spcPts val="0"/>
              </a:spcBef>
              <a:spcAft>
                <a:spcPts val="0"/>
              </a:spcAft>
              <a:buSzPts val="2400"/>
              <a:buChar char="▫"/>
              <a:defRPr/>
            </a:lvl5pPr>
            <a:lvl6pPr marL="2743200" lvl="5" indent="-381000">
              <a:spcBef>
                <a:spcPts val="0"/>
              </a:spcBef>
              <a:spcAft>
                <a:spcPts val="0"/>
              </a:spcAft>
              <a:buSzPts val="2400"/>
              <a:buChar char="▫"/>
              <a:defRPr/>
            </a:lvl6pPr>
            <a:lvl7pPr marL="3200400" lvl="6" indent="-38100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7pPr>
            <a:lvl8pPr marL="3657600" lvl="7" indent="-38100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8pPr>
            <a:lvl9pPr marL="4114800" lvl="8" indent="-38100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1566" name="Google Shape;1566;p5"/>
          <p:cNvGrpSpPr/>
          <p:nvPr/>
        </p:nvGrpSpPr>
        <p:grpSpPr>
          <a:xfrm rot="10800000">
            <a:off x="8851487" y="28707"/>
            <a:ext cx="264012" cy="5086302"/>
            <a:chOff x="5307800" y="238125"/>
            <a:chExt cx="271925" cy="5238750"/>
          </a:xfrm>
        </p:grpSpPr>
        <p:sp>
          <p:nvSpPr>
            <p:cNvPr id="1567" name="Google Shape;1567;p5"/>
            <p:cNvSpPr/>
            <p:nvPr/>
          </p:nvSpPr>
          <p:spPr>
            <a:xfrm>
              <a:off x="5307800" y="2381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8" name="Google Shape;1568;p5"/>
            <p:cNvSpPr/>
            <p:nvPr/>
          </p:nvSpPr>
          <p:spPr>
            <a:xfrm>
              <a:off x="5307800" y="3886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9" name="Google Shape;1569;p5"/>
            <p:cNvSpPr/>
            <p:nvPr/>
          </p:nvSpPr>
          <p:spPr>
            <a:xfrm>
              <a:off x="5307800" y="539125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0" name="Google Shape;1570;p5"/>
            <p:cNvSpPr/>
            <p:nvPr/>
          </p:nvSpPr>
          <p:spPr>
            <a:xfrm>
              <a:off x="5307800" y="6896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1" name="Google Shape;1571;p5"/>
            <p:cNvSpPr/>
            <p:nvPr/>
          </p:nvSpPr>
          <p:spPr>
            <a:xfrm>
              <a:off x="5307800" y="8401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2" name="Google Shape;1572;p5"/>
            <p:cNvSpPr/>
            <p:nvPr/>
          </p:nvSpPr>
          <p:spPr>
            <a:xfrm>
              <a:off x="5307800" y="9906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3" name="Google Shape;1573;p5"/>
            <p:cNvSpPr/>
            <p:nvPr/>
          </p:nvSpPr>
          <p:spPr>
            <a:xfrm>
              <a:off x="5307800" y="11411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4" name="Google Shape;1574;p5"/>
            <p:cNvSpPr/>
            <p:nvPr/>
          </p:nvSpPr>
          <p:spPr>
            <a:xfrm>
              <a:off x="5307800" y="12917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5" name="Google Shape;1575;p5"/>
            <p:cNvSpPr/>
            <p:nvPr/>
          </p:nvSpPr>
          <p:spPr>
            <a:xfrm>
              <a:off x="5307800" y="14422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6" name="Google Shape;1576;p5"/>
            <p:cNvSpPr/>
            <p:nvPr/>
          </p:nvSpPr>
          <p:spPr>
            <a:xfrm>
              <a:off x="5307800" y="1592700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7" name="Google Shape;1577;p5"/>
            <p:cNvSpPr/>
            <p:nvPr/>
          </p:nvSpPr>
          <p:spPr>
            <a:xfrm>
              <a:off x="5307800" y="17432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8" name="Google Shape;1578;p5"/>
            <p:cNvSpPr/>
            <p:nvPr/>
          </p:nvSpPr>
          <p:spPr>
            <a:xfrm>
              <a:off x="5307800" y="18937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9" name="Google Shape;1579;p5"/>
            <p:cNvSpPr/>
            <p:nvPr/>
          </p:nvSpPr>
          <p:spPr>
            <a:xfrm>
              <a:off x="5307800" y="20442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0" name="Google Shape;1580;p5"/>
            <p:cNvSpPr/>
            <p:nvPr/>
          </p:nvSpPr>
          <p:spPr>
            <a:xfrm>
              <a:off x="5307800" y="21947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1" name="Google Shape;1581;p5"/>
            <p:cNvSpPr/>
            <p:nvPr/>
          </p:nvSpPr>
          <p:spPr>
            <a:xfrm>
              <a:off x="5307800" y="23452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2" name="Google Shape;1582;p5"/>
            <p:cNvSpPr/>
            <p:nvPr/>
          </p:nvSpPr>
          <p:spPr>
            <a:xfrm>
              <a:off x="5307800" y="24957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3" name="Google Shape;1583;p5"/>
            <p:cNvSpPr/>
            <p:nvPr/>
          </p:nvSpPr>
          <p:spPr>
            <a:xfrm>
              <a:off x="5307800" y="2646275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4" name="Google Shape;1584;p5"/>
            <p:cNvSpPr/>
            <p:nvPr/>
          </p:nvSpPr>
          <p:spPr>
            <a:xfrm>
              <a:off x="5307800" y="27968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5" name="Google Shape;1585;p5"/>
            <p:cNvSpPr/>
            <p:nvPr/>
          </p:nvSpPr>
          <p:spPr>
            <a:xfrm>
              <a:off x="5307800" y="2947300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6" name="Google Shape;1586;p5"/>
            <p:cNvSpPr/>
            <p:nvPr/>
          </p:nvSpPr>
          <p:spPr>
            <a:xfrm>
              <a:off x="5307800" y="30978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7" name="Google Shape;1587;p5"/>
            <p:cNvSpPr/>
            <p:nvPr/>
          </p:nvSpPr>
          <p:spPr>
            <a:xfrm>
              <a:off x="5307800" y="32483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8" name="Google Shape;1588;p5"/>
            <p:cNvSpPr/>
            <p:nvPr/>
          </p:nvSpPr>
          <p:spPr>
            <a:xfrm>
              <a:off x="5307800" y="33988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9" name="Google Shape;1589;p5"/>
            <p:cNvSpPr/>
            <p:nvPr/>
          </p:nvSpPr>
          <p:spPr>
            <a:xfrm>
              <a:off x="5307800" y="35493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0" name="Google Shape;1590;p5"/>
            <p:cNvSpPr/>
            <p:nvPr/>
          </p:nvSpPr>
          <p:spPr>
            <a:xfrm>
              <a:off x="5307800" y="36998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1" name="Google Shape;1591;p5"/>
            <p:cNvSpPr/>
            <p:nvPr/>
          </p:nvSpPr>
          <p:spPr>
            <a:xfrm>
              <a:off x="5307800" y="38503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2" name="Google Shape;1592;p5"/>
            <p:cNvSpPr/>
            <p:nvPr/>
          </p:nvSpPr>
          <p:spPr>
            <a:xfrm>
              <a:off x="5307800" y="4000875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3" name="Google Shape;1593;p5"/>
            <p:cNvSpPr/>
            <p:nvPr/>
          </p:nvSpPr>
          <p:spPr>
            <a:xfrm>
              <a:off x="5307800" y="41514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4" name="Google Shape;1594;p5"/>
            <p:cNvSpPr/>
            <p:nvPr/>
          </p:nvSpPr>
          <p:spPr>
            <a:xfrm>
              <a:off x="5307800" y="43019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5" name="Google Shape;1595;p5"/>
            <p:cNvSpPr/>
            <p:nvPr/>
          </p:nvSpPr>
          <p:spPr>
            <a:xfrm>
              <a:off x="5307800" y="44524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6" name="Google Shape;1596;p5"/>
            <p:cNvSpPr/>
            <p:nvPr/>
          </p:nvSpPr>
          <p:spPr>
            <a:xfrm>
              <a:off x="5307800" y="46029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7" name="Google Shape;1597;p5"/>
            <p:cNvSpPr/>
            <p:nvPr/>
          </p:nvSpPr>
          <p:spPr>
            <a:xfrm>
              <a:off x="5307800" y="47534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8" name="Google Shape;1598;p5"/>
            <p:cNvSpPr/>
            <p:nvPr/>
          </p:nvSpPr>
          <p:spPr>
            <a:xfrm>
              <a:off x="5307800" y="49039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9" name="Google Shape;1599;p5"/>
            <p:cNvSpPr/>
            <p:nvPr/>
          </p:nvSpPr>
          <p:spPr>
            <a:xfrm>
              <a:off x="5307800" y="5054450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0" name="Google Shape;1600;p5"/>
            <p:cNvSpPr/>
            <p:nvPr/>
          </p:nvSpPr>
          <p:spPr>
            <a:xfrm>
              <a:off x="5307800" y="52049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1" name="Google Shape;1601;p5"/>
            <p:cNvSpPr/>
            <p:nvPr/>
          </p:nvSpPr>
          <p:spPr>
            <a:xfrm>
              <a:off x="5307800" y="53554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2" name="Google Shape;1602;p5"/>
            <p:cNvSpPr/>
            <p:nvPr/>
          </p:nvSpPr>
          <p:spPr>
            <a:xfrm>
              <a:off x="5458325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3" name="Google Shape;1603;p5"/>
            <p:cNvSpPr/>
            <p:nvPr/>
          </p:nvSpPr>
          <p:spPr>
            <a:xfrm>
              <a:off x="5458325" y="53912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4" name="Google Shape;1604;p5"/>
            <p:cNvSpPr/>
            <p:nvPr/>
          </p:nvSpPr>
          <p:spPr>
            <a:xfrm>
              <a:off x="5458325" y="9906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5" name="Google Shape;1605;p5"/>
            <p:cNvSpPr/>
            <p:nvPr/>
          </p:nvSpPr>
          <p:spPr>
            <a:xfrm>
              <a:off x="5458325" y="11411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6" name="Google Shape;1606;p5"/>
            <p:cNvSpPr/>
            <p:nvPr/>
          </p:nvSpPr>
          <p:spPr>
            <a:xfrm>
              <a:off x="5458325" y="14422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7" name="Google Shape;1607;p5"/>
            <p:cNvSpPr/>
            <p:nvPr/>
          </p:nvSpPr>
          <p:spPr>
            <a:xfrm>
              <a:off x="5458325" y="15927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8" name="Google Shape;1608;p5"/>
            <p:cNvSpPr/>
            <p:nvPr/>
          </p:nvSpPr>
          <p:spPr>
            <a:xfrm>
              <a:off x="5458325" y="21947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9" name="Google Shape;1609;p5"/>
            <p:cNvSpPr/>
            <p:nvPr/>
          </p:nvSpPr>
          <p:spPr>
            <a:xfrm>
              <a:off x="5458325" y="23452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0" name="Google Shape;1610;p5"/>
            <p:cNvSpPr/>
            <p:nvPr/>
          </p:nvSpPr>
          <p:spPr>
            <a:xfrm>
              <a:off x="5458325" y="24957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1" name="Google Shape;1611;p5"/>
            <p:cNvSpPr/>
            <p:nvPr/>
          </p:nvSpPr>
          <p:spPr>
            <a:xfrm>
              <a:off x="5458325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2" name="Google Shape;1612;p5"/>
            <p:cNvSpPr/>
            <p:nvPr/>
          </p:nvSpPr>
          <p:spPr>
            <a:xfrm>
              <a:off x="5458325" y="29473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3" name="Google Shape;1613;p5"/>
            <p:cNvSpPr/>
            <p:nvPr/>
          </p:nvSpPr>
          <p:spPr>
            <a:xfrm>
              <a:off x="5458325" y="32483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4" name="Google Shape;1614;p5"/>
            <p:cNvSpPr/>
            <p:nvPr/>
          </p:nvSpPr>
          <p:spPr>
            <a:xfrm>
              <a:off x="5458325" y="33988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5" name="Google Shape;1615;p5"/>
            <p:cNvSpPr/>
            <p:nvPr/>
          </p:nvSpPr>
          <p:spPr>
            <a:xfrm>
              <a:off x="5458325" y="36998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6" name="Google Shape;1616;p5"/>
            <p:cNvSpPr/>
            <p:nvPr/>
          </p:nvSpPr>
          <p:spPr>
            <a:xfrm>
              <a:off x="5458325" y="38503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7" name="Google Shape;1617;p5"/>
            <p:cNvSpPr/>
            <p:nvPr/>
          </p:nvSpPr>
          <p:spPr>
            <a:xfrm>
              <a:off x="5458325" y="40008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8" name="Google Shape;1618;p5"/>
            <p:cNvSpPr/>
            <p:nvPr/>
          </p:nvSpPr>
          <p:spPr>
            <a:xfrm>
              <a:off x="5458325" y="41514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9" name="Google Shape;1619;p5"/>
            <p:cNvSpPr/>
            <p:nvPr/>
          </p:nvSpPr>
          <p:spPr>
            <a:xfrm>
              <a:off x="5458325" y="46029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0" name="Google Shape;1620;p5"/>
            <p:cNvSpPr/>
            <p:nvPr/>
          </p:nvSpPr>
          <p:spPr>
            <a:xfrm>
              <a:off x="5458325" y="47534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1" name="Google Shape;1621;p5"/>
            <p:cNvSpPr/>
            <p:nvPr/>
          </p:nvSpPr>
          <p:spPr>
            <a:xfrm>
              <a:off x="5458325" y="505445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2" name="Google Shape;1622;p5"/>
            <p:cNvSpPr/>
            <p:nvPr/>
          </p:nvSpPr>
          <p:spPr>
            <a:xfrm>
              <a:off x="5458325" y="52049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3" name="Google Shape;1623;p5"/>
            <p:cNvSpPr/>
            <p:nvPr/>
          </p:nvSpPr>
          <p:spPr>
            <a:xfrm>
              <a:off x="5458325" y="53554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24" name="Google Shape;1624;p5"/>
          <p:cNvGrpSpPr/>
          <p:nvPr/>
        </p:nvGrpSpPr>
        <p:grpSpPr>
          <a:xfrm rot="10800000">
            <a:off x="7828571" y="28707"/>
            <a:ext cx="1140783" cy="5086302"/>
            <a:chOff x="5458325" y="238125"/>
            <a:chExt cx="1174975" cy="5238750"/>
          </a:xfrm>
        </p:grpSpPr>
        <p:sp>
          <p:nvSpPr>
            <p:cNvPr id="1625" name="Google Shape;1625;p5"/>
            <p:cNvSpPr/>
            <p:nvPr/>
          </p:nvSpPr>
          <p:spPr>
            <a:xfrm>
              <a:off x="5458325" y="3886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6" name="Google Shape;1626;p5"/>
            <p:cNvSpPr/>
            <p:nvPr/>
          </p:nvSpPr>
          <p:spPr>
            <a:xfrm>
              <a:off x="5458325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7" name="Google Shape;1627;p5"/>
            <p:cNvSpPr/>
            <p:nvPr/>
          </p:nvSpPr>
          <p:spPr>
            <a:xfrm>
              <a:off x="5458325" y="8401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8" name="Google Shape;1628;p5"/>
            <p:cNvSpPr/>
            <p:nvPr/>
          </p:nvSpPr>
          <p:spPr>
            <a:xfrm>
              <a:off x="5458325" y="12917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9" name="Google Shape;1629;p5"/>
            <p:cNvSpPr/>
            <p:nvPr/>
          </p:nvSpPr>
          <p:spPr>
            <a:xfrm>
              <a:off x="5458325" y="17432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0" name="Google Shape;1630;p5"/>
            <p:cNvSpPr/>
            <p:nvPr/>
          </p:nvSpPr>
          <p:spPr>
            <a:xfrm>
              <a:off x="5458325" y="18937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1" name="Google Shape;1631;p5"/>
            <p:cNvSpPr/>
            <p:nvPr/>
          </p:nvSpPr>
          <p:spPr>
            <a:xfrm>
              <a:off x="5458325" y="20442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2" name="Google Shape;1632;p5"/>
            <p:cNvSpPr/>
            <p:nvPr/>
          </p:nvSpPr>
          <p:spPr>
            <a:xfrm>
              <a:off x="5458325" y="27968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3" name="Google Shape;1633;p5"/>
            <p:cNvSpPr/>
            <p:nvPr/>
          </p:nvSpPr>
          <p:spPr>
            <a:xfrm>
              <a:off x="5458325" y="30978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4" name="Google Shape;1634;p5"/>
            <p:cNvSpPr/>
            <p:nvPr/>
          </p:nvSpPr>
          <p:spPr>
            <a:xfrm>
              <a:off x="5458325" y="35493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5" name="Google Shape;1635;p5"/>
            <p:cNvSpPr/>
            <p:nvPr/>
          </p:nvSpPr>
          <p:spPr>
            <a:xfrm>
              <a:off x="5458325" y="43019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6" name="Google Shape;1636;p5"/>
            <p:cNvSpPr/>
            <p:nvPr/>
          </p:nvSpPr>
          <p:spPr>
            <a:xfrm>
              <a:off x="5458325" y="44524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7" name="Google Shape;1637;p5"/>
            <p:cNvSpPr/>
            <p:nvPr/>
          </p:nvSpPr>
          <p:spPr>
            <a:xfrm>
              <a:off x="5458325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8" name="Google Shape;1638;p5"/>
            <p:cNvSpPr/>
            <p:nvPr/>
          </p:nvSpPr>
          <p:spPr>
            <a:xfrm>
              <a:off x="5608825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9" name="Google Shape;1639;p5"/>
            <p:cNvSpPr/>
            <p:nvPr/>
          </p:nvSpPr>
          <p:spPr>
            <a:xfrm>
              <a:off x="5608825" y="53912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0" name="Google Shape;1640;p5"/>
            <p:cNvSpPr/>
            <p:nvPr/>
          </p:nvSpPr>
          <p:spPr>
            <a:xfrm>
              <a:off x="5608825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1" name="Google Shape;1641;p5"/>
            <p:cNvSpPr/>
            <p:nvPr/>
          </p:nvSpPr>
          <p:spPr>
            <a:xfrm>
              <a:off x="5608825" y="8401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2" name="Google Shape;1642;p5"/>
            <p:cNvSpPr/>
            <p:nvPr/>
          </p:nvSpPr>
          <p:spPr>
            <a:xfrm>
              <a:off x="5608825" y="9906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3" name="Google Shape;1643;p5"/>
            <p:cNvSpPr/>
            <p:nvPr/>
          </p:nvSpPr>
          <p:spPr>
            <a:xfrm>
              <a:off x="5608825" y="11411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4" name="Google Shape;1644;p5"/>
            <p:cNvSpPr/>
            <p:nvPr/>
          </p:nvSpPr>
          <p:spPr>
            <a:xfrm>
              <a:off x="5608825" y="12917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5" name="Google Shape;1645;p5"/>
            <p:cNvSpPr/>
            <p:nvPr/>
          </p:nvSpPr>
          <p:spPr>
            <a:xfrm>
              <a:off x="5608825" y="14422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6" name="Google Shape;1646;p5"/>
            <p:cNvSpPr/>
            <p:nvPr/>
          </p:nvSpPr>
          <p:spPr>
            <a:xfrm>
              <a:off x="5608825" y="15927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7" name="Google Shape;1647;p5"/>
            <p:cNvSpPr/>
            <p:nvPr/>
          </p:nvSpPr>
          <p:spPr>
            <a:xfrm>
              <a:off x="5608825" y="17432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8" name="Google Shape;1648;p5"/>
            <p:cNvSpPr/>
            <p:nvPr/>
          </p:nvSpPr>
          <p:spPr>
            <a:xfrm>
              <a:off x="5608825" y="18937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9" name="Google Shape;1649;p5"/>
            <p:cNvSpPr/>
            <p:nvPr/>
          </p:nvSpPr>
          <p:spPr>
            <a:xfrm>
              <a:off x="5608825" y="20442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0" name="Google Shape;1650;p5"/>
            <p:cNvSpPr/>
            <p:nvPr/>
          </p:nvSpPr>
          <p:spPr>
            <a:xfrm>
              <a:off x="5608825" y="21947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1" name="Google Shape;1651;p5"/>
            <p:cNvSpPr/>
            <p:nvPr/>
          </p:nvSpPr>
          <p:spPr>
            <a:xfrm>
              <a:off x="5608825" y="24957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2" name="Google Shape;1652;p5"/>
            <p:cNvSpPr/>
            <p:nvPr/>
          </p:nvSpPr>
          <p:spPr>
            <a:xfrm>
              <a:off x="5608825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3" name="Google Shape;1653;p5"/>
            <p:cNvSpPr/>
            <p:nvPr/>
          </p:nvSpPr>
          <p:spPr>
            <a:xfrm>
              <a:off x="5608825" y="29473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4" name="Google Shape;1654;p5"/>
            <p:cNvSpPr/>
            <p:nvPr/>
          </p:nvSpPr>
          <p:spPr>
            <a:xfrm>
              <a:off x="5608825" y="30978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5" name="Google Shape;1655;p5"/>
            <p:cNvSpPr/>
            <p:nvPr/>
          </p:nvSpPr>
          <p:spPr>
            <a:xfrm>
              <a:off x="5608825" y="32483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6" name="Google Shape;1656;p5"/>
            <p:cNvSpPr/>
            <p:nvPr/>
          </p:nvSpPr>
          <p:spPr>
            <a:xfrm>
              <a:off x="5608825" y="33988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7" name="Google Shape;1657;p5"/>
            <p:cNvSpPr/>
            <p:nvPr/>
          </p:nvSpPr>
          <p:spPr>
            <a:xfrm>
              <a:off x="5608825" y="35493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8" name="Google Shape;1658;p5"/>
            <p:cNvSpPr/>
            <p:nvPr/>
          </p:nvSpPr>
          <p:spPr>
            <a:xfrm>
              <a:off x="5608825" y="36998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9" name="Google Shape;1659;p5"/>
            <p:cNvSpPr/>
            <p:nvPr/>
          </p:nvSpPr>
          <p:spPr>
            <a:xfrm>
              <a:off x="5608825" y="38503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0" name="Google Shape;1660;p5"/>
            <p:cNvSpPr/>
            <p:nvPr/>
          </p:nvSpPr>
          <p:spPr>
            <a:xfrm>
              <a:off x="5608825" y="40008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1" name="Google Shape;1661;p5"/>
            <p:cNvSpPr/>
            <p:nvPr/>
          </p:nvSpPr>
          <p:spPr>
            <a:xfrm>
              <a:off x="5608825" y="43019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2" name="Google Shape;1662;p5"/>
            <p:cNvSpPr/>
            <p:nvPr/>
          </p:nvSpPr>
          <p:spPr>
            <a:xfrm>
              <a:off x="5608825" y="44524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3" name="Google Shape;1663;p5"/>
            <p:cNvSpPr/>
            <p:nvPr/>
          </p:nvSpPr>
          <p:spPr>
            <a:xfrm>
              <a:off x="5608825" y="46029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4" name="Google Shape;1664;p5"/>
            <p:cNvSpPr/>
            <p:nvPr/>
          </p:nvSpPr>
          <p:spPr>
            <a:xfrm>
              <a:off x="5608825" y="47534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5" name="Google Shape;1665;p5"/>
            <p:cNvSpPr/>
            <p:nvPr/>
          </p:nvSpPr>
          <p:spPr>
            <a:xfrm>
              <a:off x="5608825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6" name="Google Shape;1666;p5"/>
            <p:cNvSpPr/>
            <p:nvPr/>
          </p:nvSpPr>
          <p:spPr>
            <a:xfrm>
              <a:off x="5608825" y="505445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7" name="Google Shape;1667;p5"/>
            <p:cNvSpPr/>
            <p:nvPr/>
          </p:nvSpPr>
          <p:spPr>
            <a:xfrm>
              <a:off x="5608825" y="52049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8" name="Google Shape;1668;p5"/>
            <p:cNvSpPr/>
            <p:nvPr/>
          </p:nvSpPr>
          <p:spPr>
            <a:xfrm>
              <a:off x="5608825" y="53554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9" name="Google Shape;1669;p5"/>
            <p:cNvSpPr/>
            <p:nvPr/>
          </p:nvSpPr>
          <p:spPr>
            <a:xfrm>
              <a:off x="5759350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0" name="Google Shape;1670;p5"/>
            <p:cNvSpPr/>
            <p:nvPr/>
          </p:nvSpPr>
          <p:spPr>
            <a:xfrm>
              <a:off x="5759350" y="8401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1" name="Google Shape;1671;p5"/>
            <p:cNvSpPr/>
            <p:nvPr/>
          </p:nvSpPr>
          <p:spPr>
            <a:xfrm>
              <a:off x="5759350" y="11411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2" name="Google Shape;1672;p5"/>
            <p:cNvSpPr/>
            <p:nvPr/>
          </p:nvSpPr>
          <p:spPr>
            <a:xfrm>
              <a:off x="5759350" y="14422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3" name="Google Shape;1673;p5"/>
            <p:cNvSpPr/>
            <p:nvPr/>
          </p:nvSpPr>
          <p:spPr>
            <a:xfrm>
              <a:off x="5759350" y="18937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4" name="Google Shape;1674;p5"/>
            <p:cNvSpPr/>
            <p:nvPr/>
          </p:nvSpPr>
          <p:spPr>
            <a:xfrm>
              <a:off x="5759350" y="24957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5" name="Google Shape;1675;p5"/>
            <p:cNvSpPr/>
            <p:nvPr/>
          </p:nvSpPr>
          <p:spPr>
            <a:xfrm>
              <a:off x="5759350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6" name="Google Shape;1676;p5"/>
            <p:cNvSpPr/>
            <p:nvPr/>
          </p:nvSpPr>
          <p:spPr>
            <a:xfrm>
              <a:off x="5759350" y="36998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7" name="Google Shape;1677;p5"/>
            <p:cNvSpPr/>
            <p:nvPr/>
          </p:nvSpPr>
          <p:spPr>
            <a:xfrm>
              <a:off x="5759350" y="41514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8" name="Google Shape;1678;p5"/>
            <p:cNvSpPr/>
            <p:nvPr/>
          </p:nvSpPr>
          <p:spPr>
            <a:xfrm>
              <a:off x="5759350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9" name="Google Shape;1679;p5"/>
            <p:cNvSpPr/>
            <p:nvPr/>
          </p:nvSpPr>
          <p:spPr>
            <a:xfrm>
              <a:off x="5759350" y="53554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0" name="Google Shape;1680;p5"/>
            <p:cNvSpPr/>
            <p:nvPr/>
          </p:nvSpPr>
          <p:spPr>
            <a:xfrm>
              <a:off x="5909850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1" name="Google Shape;1681;p5"/>
            <p:cNvSpPr/>
            <p:nvPr/>
          </p:nvSpPr>
          <p:spPr>
            <a:xfrm>
              <a:off x="5909850" y="18937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2" name="Google Shape;1682;p5"/>
            <p:cNvSpPr/>
            <p:nvPr/>
          </p:nvSpPr>
          <p:spPr>
            <a:xfrm>
              <a:off x="5909850" y="27968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3" name="Google Shape;1683;p5"/>
            <p:cNvSpPr/>
            <p:nvPr/>
          </p:nvSpPr>
          <p:spPr>
            <a:xfrm>
              <a:off x="6060375" y="47534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4" name="Google Shape;1684;p5"/>
            <p:cNvSpPr/>
            <p:nvPr/>
          </p:nvSpPr>
          <p:spPr>
            <a:xfrm>
              <a:off x="6210875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5" name="Google Shape;1685;p5"/>
            <p:cNvSpPr/>
            <p:nvPr/>
          </p:nvSpPr>
          <p:spPr>
            <a:xfrm>
              <a:off x="6210875" y="52049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6" name="Google Shape;1686;p5"/>
            <p:cNvSpPr/>
            <p:nvPr/>
          </p:nvSpPr>
          <p:spPr>
            <a:xfrm>
              <a:off x="6511900" y="9906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87" name="Google Shape;1687;p5"/>
          <p:cNvGrpSpPr/>
          <p:nvPr/>
        </p:nvGrpSpPr>
        <p:grpSpPr>
          <a:xfrm rot="10800000">
            <a:off x="7682451" y="28707"/>
            <a:ext cx="994639" cy="4940182"/>
            <a:chOff x="5759350" y="388625"/>
            <a:chExt cx="1024450" cy="5088250"/>
          </a:xfrm>
        </p:grpSpPr>
        <p:sp>
          <p:nvSpPr>
            <p:cNvPr id="1688" name="Google Shape;1688;p5"/>
            <p:cNvSpPr/>
            <p:nvPr/>
          </p:nvSpPr>
          <p:spPr>
            <a:xfrm>
              <a:off x="5759350" y="53912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9" name="Google Shape;1689;p5"/>
            <p:cNvSpPr/>
            <p:nvPr/>
          </p:nvSpPr>
          <p:spPr>
            <a:xfrm>
              <a:off x="5759350" y="12917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0" name="Google Shape;1690;p5"/>
            <p:cNvSpPr/>
            <p:nvPr/>
          </p:nvSpPr>
          <p:spPr>
            <a:xfrm>
              <a:off x="5759350" y="27968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1" name="Google Shape;1691;p5"/>
            <p:cNvSpPr/>
            <p:nvPr/>
          </p:nvSpPr>
          <p:spPr>
            <a:xfrm>
              <a:off x="5759350" y="33988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2" name="Google Shape;1692;p5"/>
            <p:cNvSpPr/>
            <p:nvPr/>
          </p:nvSpPr>
          <p:spPr>
            <a:xfrm>
              <a:off x="5759350" y="35493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3" name="Google Shape;1693;p5"/>
            <p:cNvSpPr/>
            <p:nvPr/>
          </p:nvSpPr>
          <p:spPr>
            <a:xfrm>
              <a:off x="5759350" y="43019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4" name="Google Shape;1694;p5"/>
            <p:cNvSpPr/>
            <p:nvPr/>
          </p:nvSpPr>
          <p:spPr>
            <a:xfrm>
              <a:off x="5759350" y="52049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5" name="Google Shape;1695;p5"/>
            <p:cNvSpPr/>
            <p:nvPr/>
          </p:nvSpPr>
          <p:spPr>
            <a:xfrm>
              <a:off x="5909850" y="3886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6" name="Google Shape;1696;p5"/>
            <p:cNvSpPr/>
            <p:nvPr/>
          </p:nvSpPr>
          <p:spPr>
            <a:xfrm>
              <a:off x="5909850" y="11411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7" name="Google Shape;1697;p5"/>
            <p:cNvSpPr/>
            <p:nvPr/>
          </p:nvSpPr>
          <p:spPr>
            <a:xfrm>
              <a:off x="5909850" y="12917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8" name="Google Shape;1698;p5"/>
            <p:cNvSpPr/>
            <p:nvPr/>
          </p:nvSpPr>
          <p:spPr>
            <a:xfrm>
              <a:off x="5909850" y="14422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9" name="Google Shape;1699;p5"/>
            <p:cNvSpPr/>
            <p:nvPr/>
          </p:nvSpPr>
          <p:spPr>
            <a:xfrm>
              <a:off x="5909850" y="17432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0" name="Google Shape;1700;p5"/>
            <p:cNvSpPr/>
            <p:nvPr/>
          </p:nvSpPr>
          <p:spPr>
            <a:xfrm>
              <a:off x="5909850" y="20442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1" name="Google Shape;1701;p5"/>
            <p:cNvSpPr/>
            <p:nvPr/>
          </p:nvSpPr>
          <p:spPr>
            <a:xfrm>
              <a:off x="5909850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2" name="Google Shape;1702;p5"/>
            <p:cNvSpPr/>
            <p:nvPr/>
          </p:nvSpPr>
          <p:spPr>
            <a:xfrm>
              <a:off x="5909850" y="29473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3" name="Google Shape;1703;p5"/>
            <p:cNvSpPr/>
            <p:nvPr/>
          </p:nvSpPr>
          <p:spPr>
            <a:xfrm>
              <a:off x="5909850" y="30978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4" name="Google Shape;1704;p5"/>
            <p:cNvSpPr/>
            <p:nvPr/>
          </p:nvSpPr>
          <p:spPr>
            <a:xfrm>
              <a:off x="5909850" y="32483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5" name="Google Shape;1705;p5"/>
            <p:cNvSpPr/>
            <p:nvPr/>
          </p:nvSpPr>
          <p:spPr>
            <a:xfrm>
              <a:off x="5909850" y="35493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6" name="Google Shape;1706;p5"/>
            <p:cNvSpPr/>
            <p:nvPr/>
          </p:nvSpPr>
          <p:spPr>
            <a:xfrm>
              <a:off x="5909850" y="36998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7" name="Google Shape;1707;p5"/>
            <p:cNvSpPr/>
            <p:nvPr/>
          </p:nvSpPr>
          <p:spPr>
            <a:xfrm>
              <a:off x="5909850" y="38503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8" name="Google Shape;1708;p5"/>
            <p:cNvSpPr/>
            <p:nvPr/>
          </p:nvSpPr>
          <p:spPr>
            <a:xfrm>
              <a:off x="5909850" y="40008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9" name="Google Shape;1709;p5"/>
            <p:cNvSpPr/>
            <p:nvPr/>
          </p:nvSpPr>
          <p:spPr>
            <a:xfrm>
              <a:off x="5909850" y="43019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0" name="Google Shape;1710;p5"/>
            <p:cNvSpPr/>
            <p:nvPr/>
          </p:nvSpPr>
          <p:spPr>
            <a:xfrm>
              <a:off x="5909850" y="44524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1" name="Google Shape;1711;p5"/>
            <p:cNvSpPr/>
            <p:nvPr/>
          </p:nvSpPr>
          <p:spPr>
            <a:xfrm>
              <a:off x="5909850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2" name="Google Shape;1712;p5"/>
            <p:cNvSpPr/>
            <p:nvPr/>
          </p:nvSpPr>
          <p:spPr>
            <a:xfrm>
              <a:off x="5909850" y="505445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3" name="Google Shape;1713;p5"/>
            <p:cNvSpPr/>
            <p:nvPr/>
          </p:nvSpPr>
          <p:spPr>
            <a:xfrm>
              <a:off x="5909850" y="52049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4" name="Google Shape;1714;p5"/>
            <p:cNvSpPr/>
            <p:nvPr/>
          </p:nvSpPr>
          <p:spPr>
            <a:xfrm>
              <a:off x="6060375" y="53912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5" name="Google Shape;1715;p5"/>
            <p:cNvSpPr/>
            <p:nvPr/>
          </p:nvSpPr>
          <p:spPr>
            <a:xfrm>
              <a:off x="6060375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6" name="Google Shape;1716;p5"/>
            <p:cNvSpPr/>
            <p:nvPr/>
          </p:nvSpPr>
          <p:spPr>
            <a:xfrm>
              <a:off x="6060375" y="9906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7" name="Google Shape;1717;p5"/>
            <p:cNvSpPr/>
            <p:nvPr/>
          </p:nvSpPr>
          <p:spPr>
            <a:xfrm>
              <a:off x="6060375" y="12917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8" name="Google Shape;1718;p5"/>
            <p:cNvSpPr/>
            <p:nvPr/>
          </p:nvSpPr>
          <p:spPr>
            <a:xfrm>
              <a:off x="6060375" y="14422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9" name="Google Shape;1719;p5"/>
            <p:cNvSpPr/>
            <p:nvPr/>
          </p:nvSpPr>
          <p:spPr>
            <a:xfrm>
              <a:off x="6060375" y="15927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0" name="Google Shape;1720;p5"/>
            <p:cNvSpPr/>
            <p:nvPr/>
          </p:nvSpPr>
          <p:spPr>
            <a:xfrm>
              <a:off x="6060375" y="17432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1" name="Google Shape;1721;p5"/>
            <p:cNvSpPr/>
            <p:nvPr/>
          </p:nvSpPr>
          <p:spPr>
            <a:xfrm>
              <a:off x="6060375" y="21947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2" name="Google Shape;1722;p5"/>
            <p:cNvSpPr/>
            <p:nvPr/>
          </p:nvSpPr>
          <p:spPr>
            <a:xfrm>
              <a:off x="6060375" y="23452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3" name="Google Shape;1723;p5"/>
            <p:cNvSpPr/>
            <p:nvPr/>
          </p:nvSpPr>
          <p:spPr>
            <a:xfrm>
              <a:off x="6060375" y="24957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4" name="Google Shape;1724;p5"/>
            <p:cNvSpPr/>
            <p:nvPr/>
          </p:nvSpPr>
          <p:spPr>
            <a:xfrm>
              <a:off x="6060375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5" name="Google Shape;1725;p5"/>
            <p:cNvSpPr/>
            <p:nvPr/>
          </p:nvSpPr>
          <p:spPr>
            <a:xfrm>
              <a:off x="6060375" y="27968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6" name="Google Shape;1726;p5"/>
            <p:cNvSpPr/>
            <p:nvPr/>
          </p:nvSpPr>
          <p:spPr>
            <a:xfrm>
              <a:off x="6060375" y="29473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7" name="Google Shape;1727;p5"/>
            <p:cNvSpPr/>
            <p:nvPr/>
          </p:nvSpPr>
          <p:spPr>
            <a:xfrm>
              <a:off x="6060375" y="30978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8" name="Google Shape;1728;p5"/>
            <p:cNvSpPr/>
            <p:nvPr/>
          </p:nvSpPr>
          <p:spPr>
            <a:xfrm>
              <a:off x="6060375" y="32483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9" name="Google Shape;1729;p5"/>
            <p:cNvSpPr/>
            <p:nvPr/>
          </p:nvSpPr>
          <p:spPr>
            <a:xfrm>
              <a:off x="6060375" y="33988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0" name="Google Shape;1730;p5"/>
            <p:cNvSpPr/>
            <p:nvPr/>
          </p:nvSpPr>
          <p:spPr>
            <a:xfrm>
              <a:off x="6060375" y="35493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1" name="Google Shape;1731;p5"/>
            <p:cNvSpPr/>
            <p:nvPr/>
          </p:nvSpPr>
          <p:spPr>
            <a:xfrm>
              <a:off x="6060375" y="38503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2" name="Google Shape;1732;p5"/>
            <p:cNvSpPr/>
            <p:nvPr/>
          </p:nvSpPr>
          <p:spPr>
            <a:xfrm>
              <a:off x="6060375" y="41514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3" name="Google Shape;1733;p5"/>
            <p:cNvSpPr/>
            <p:nvPr/>
          </p:nvSpPr>
          <p:spPr>
            <a:xfrm>
              <a:off x="6060375" y="43019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4" name="Google Shape;1734;p5"/>
            <p:cNvSpPr/>
            <p:nvPr/>
          </p:nvSpPr>
          <p:spPr>
            <a:xfrm>
              <a:off x="6060375" y="44524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5" name="Google Shape;1735;p5"/>
            <p:cNvSpPr/>
            <p:nvPr/>
          </p:nvSpPr>
          <p:spPr>
            <a:xfrm>
              <a:off x="6060375" y="46029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6" name="Google Shape;1736;p5"/>
            <p:cNvSpPr/>
            <p:nvPr/>
          </p:nvSpPr>
          <p:spPr>
            <a:xfrm>
              <a:off x="6060375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7" name="Google Shape;1737;p5"/>
            <p:cNvSpPr/>
            <p:nvPr/>
          </p:nvSpPr>
          <p:spPr>
            <a:xfrm>
              <a:off x="6060375" y="505445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8" name="Google Shape;1738;p5"/>
            <p:cNvSpPr/>
            <p:nvPr/>
          </p:nvSpPr>
          <p:spPr>
            <a:xfrm>
              <a:off x="6060375" y="52049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9" name="Google Shape;1739;p5"/>
            <p:cNvSpPr/>
            <p:nvPr/>
          </p:nvSpPr>
          <p:spPr>
            <a:xfrm>
              <a:off x="6060375" y="53554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0" name="Google Shape;1740;p5"/>
            <p:cNvSpPr/>
            <p:nvPr/>
          </p:nvSpPr>
          <p:spPr>
            <a:xfrm>
              <a:off x="6210875" y="53912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1" name="Google Shape;1741;p5"/>
            <p:cNvSpPr/>
            <p:nvPr/>
          </p:nvSpPr>
          <p:spPr>
            <a:xfrm>
              <a:off x="6210875" y="9906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2" name="Google Shape;1742;p5"/>
            <p:cNvSpPr/>
            <p:nvPr/>
          </p:nvSpPr>
          <p:spPr>
            <a:xfrm>
              <a:off x="6210875" y="11411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3" name="Google Shape;1743;p5"/>
            <p:cNvSpPr/>
            <p:nvPr/>
          </p:nvSpPr>
          <p:spPr>
            <a:xfrm>
              <a:off x="6210875" y="12917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4" name="Google Shape;1744;p5"/>
            <p:cNvSpPr/>
            <p:nvPr/>
          </p:nvSpPr>
          <p:spPr>
            <a:xfrm>
              <a:off x="6210875" y="15927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5" name="Google Shape;1745;p5"/>
            <p:cNvSpPr/>
            <p:nvPr/>
          </p:nvSpPr>
          <p:spPr>
            <a:xfrm>
              <a:off x="6210875" y="18937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6" name="Google Shape;1746;p5"/>
            <p:cNvSpPr/>
            <p:nvPr/>
          </p:nvSpPr>
          <p:spPr>
            <a:xfrm>
              <a:off x="6210875" y="20442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7" name="Google Shape;1747;p5"/>
            <p:cNvSpPr/>
            <p:nvPr/>
          </p:nvSpPr>
          <p:spPr>
            <a:xfrm>
              <a:off x="6210875" y="21947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8" name="Google Shape;1748;p5"/>
            <p:cNvSpPr/>
            <p:nvPr/>
          </p:nvSpPr>
          <p:spPr>
            <a:xfrm>
              <a:off x="6210875" y="24957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9" name="Google Shape;1749;p5"/>
            <p:cNvSpPr/>
            <p:nvPr/>
          </p:nvSpPr>
          <p:spPr>
            <a:xfrm>
              <a:off x="6210875" y="27968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0" name="Google Shape;1750;p5"/>
            <p:cNvSpPr/>
            <p:nvPr/>
          </p:nvSpPr>
          <p:spPr>
            <a:xfrm>
              <a:off x="6210875" y="30978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1" name="Google Shape;1751;p5"/>
            <p:cNvSpPr/>
            <p:nvPr/>
          </p:nvSpPr>
          <p:spPr>
            <a:xfrm>
              <a:off x="6210875" y="33988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2" name="Google Shape;1752;p5"/>
            <p:cNvSpPr/>
            <p:nvPr/>
          </p:nvSpPr>
          <p:spPr>
            <a:xfrm>
              <a:off x="6210875" y="35493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3" name="Google Shape;1753;p5"/>
            <p:cNvSpPr/>
            <p:nvPr/>
          </p:nvSpPr>
          <p:spPr>
            <a:xfrm>
              <a:off x="6210875" y="40008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4" name="Google Shape;1754;p5"/>
            <p:cNvSpPr/>
            <p:nvPr/>
          </p:nvSpPr>
          <p:spPr>
            <a:xfrm>
              <a:off x="6210875" y="41514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5" name="Google Shape;1755;p5"/>
            <p:cNvSpPr/>
            <p:nvPr/>
          </p:nvSpPr>
          <p:spPr>
            <a:xfrm>
              <a:off x="6210875" y="43019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6" name="Google Shape;1756;p5"/>
            <p:cNvSpPr/>
            <p:nvPr/>
          </p:nvSpPr>
          <p:spPr>
            <a:xfrm>
              <a:off x="6210875" y="44524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7" name="Google Shape;1757;p5"/>
            <p:cNvSpPr/>
            <p:nvPr/>
          </p:nvSpPr>
          <p:spPr>
            <a:xfrm>
              <a:off x="6210875" y="46029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8" name="Google Shape;1758;p5"/>
            <p:cNvSpPr/>
            <p:nvPr/>
          </p:nvSpPr>
          <p:spPr>
            <a:xfrm>
              <a:off x="6210875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9" name="Google Shape;1759;p5"/>
            <p:cNvSpPr/>
            <p:nvPr/>
          </p:nvSpPr>
          <p:spPr>
            <a:xfrm>
              <a:off x="6210875" y="505445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0" name="Google Shape;1760;p5"/>
            <p:cNvSpPr/>
            <p:nvPr/>
          </p:nvSpPr>
          <p:spPr>
            <a:xfrm>
              <a:off x="6361375" y="3886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1" name="Google Shape;1761;p5"/>
            <p:cNvSpPr/>
            <p:nvPr/>
          </p:nvSpPr>
          <p:spPr>
            <a:xfrm>
              <a:off x="6361375" y="539125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2" name="Google Shape;1762;p5"/>
            <p:cNvSpPr/>
            <p:nvPr/>
          </p:nvSpPr>
          <p:spPr>
            <a:xfrm>
              <a:off x="6361375" y="9906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3" name="Google Shape;1763;p5"/>
            <p:cNvSpPr/>
            <p:nvPr/>
          </p:nvSpPr>
          <p:spPr>
            <a:xfrm>
              <a:off x="6361375" y="12917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4" name="Google Shape;1764;p5"/>
            <p:cNvSpPr/>
            <p:nvPr/>
          </p:nvSpPr>
          <p:spPr>
            <a:xfrm>
              <a:off x="6361375" y="1592700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5" name="Google Shape;1765;p5"/>
            <p:cNvSpPr/>
            <p:nvPr/>
          </p:nvSpPr>
          <p:spPr>
            <a:xfrm>
              <a:off x="6361375" y="20442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6" name="Google Shape;1766;p5"/>
            <p:cNvSpPr/>
            <p:nvPr/>
          </p:nvSpPr>
          <p:spPr>
            <a:xfrm>
              <a:off x="6361375" y="23452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7" name="Google Shape;1767;p5"/>
            <p:cNvSpPr/>
            <p:nvPr/>
          </p:nvSpPr>
          <p:spPr>
            <a:xfrm>
              <a:off x="6361375" y="27968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8" name="Google Shape;1768;p5"/>
            <p:cNvSpPr/>
            <p:nvPr/>
          </p:nvSpPr>
          <p:spPr>
            <a:xfrm>
              <a:off x="6361375" y="30978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9" name="Google Shape;1769;p5"/>
            <p:cNvSpPr/>
            <p:nvPr/>
          </p:nvSpPr>
          <p:spPr>
            <a:xfrm>
              <a:off x="6361375" y="32483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0" name="Google Shape;1770;p5"/>
            <p:cNvSpPr/>
            <p:nvPr/>
          </p:nvSpPr>
          <p:spPr>
            <a:xfrm>
              <a:off x="6361375" y="35493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1" name="Google Shape;1771;p5"/>
            <p:cNvSpPr/>
            <p:nvPr/>
          </p:nvSpPr>
          <p:spPr>
            <a:xfrm>
              <a:off x="6361375" y="36998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2" name="Google Shape;1772;p5"/>
            <p:cNvSpPr/>
            <p:nvPr/>
          </p:nvSpPr>
          <p:spPr>
            <a:xfrm>
              <a:off x="6361375" y="38503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3" name="Google Shape;1773;p5"/>
            <p:cNvSpPr/>
            <p:nvPr/>
          </p:nvSpPr>
          <p:spPr>
            <a:xfrm>
              <a:off x="6361375" y="41514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4" name="Google Shape;1774;p5"/>
            <p:cNvSpPr/>
            <p:nvPr/>
          </p:nvSpPr>
          <p:spPr>
            <a:xfrm>
              <a:off x="6361375" y="43019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5" name="Google Shape;1775;p5"/>
            <p:cNvSpPr/>
            <p:nvPr/>
          </p:nvSpPr>
          <p:spPr>
            <a:xfrm>
              <a:off x="6361375" y="47534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6" name="Google Shape;1776;p5"/>
            <p:cNvSpPr/>
            <p:nvPr/>
          </p:nvSpPr>
          <p:spPr>
            <a:xfrm>
              <a:off x="6361375" y="5054450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7" name="Google Shape;1777;p5"/>
            <p:cNvSpPr/>
            <p:nvPr/>
          </p:nvSpPr>
          <p:spPr>
            <a:xfrm>
              <a:off x="6361375" y="52049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8" name="Google Shape;1778;p5"/>
            <p:cNvSpPr/>
            <p:nvPr/>
          </p:nvSpPr>
          <p:spPr>
            <a:xfrm>
              <a:off x="6511900" y="3886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9" name="Google Shape;1779;p5"/>
            <p:cNvSpPr/>
            <p:nvPr/>
          </p:nvSpPr>
          <p:spPr>
            <a:xfrm>
              <a:off x="6511900" y="12917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0" name="Google Shape;1780;p5"/>
            <p:cNvSpPr/>
            <p:nvPr/>
          </p:nvSpPr>
          <p:spPr>
            <a:xfrm>
              <a:off x="6511900" y="20442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1" name="Google Shape;1781;p5"/>
            <p:cNvSpPr/>
            <p:nvPr/>
          </p:nvSpPr>
          <p:spPr>
            <a:xfrm>
              <a:off x="6511900" y="27968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2" name="Google Shape;1782;p5"/>
            <p:cNvSpPr/>
            <p:nvPr/>
          </p:nvSpPr>
          <p:spPr>
            <a:xfrm>
              <a:off x="6511900" y="36998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3" name="Google Shape;1783;p5"/>
            <p:cNvSpPr/>
            <p:nvPr/>
          </p:nvSpPr>
          <p:spPr>
            <a:xfrm>
              <a:off x="6511900" y="44524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4" name="Google Shape;1784;p5"/>
            <p:cNvSpPr/>
            <p:nvPr/>
          </p:nvSpPr>
          <p:spPr>
            <a:xfrm>
              <a:off x="6511900" y="46029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5" name="Google Shape;1785;p5"/>
            <p:cNvSpPr/>
            <p:nvPr/>
          </p:nvSpPr>
          <p:spPr>
            <a:xfrm>
              <a:off x="6511900" y="52049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6" name="Google Shape;1786;p5"/>
            <p:cNvSpPr/>
            <p:nvPr/>
          </p:nvSpPr>
          <p:spPr>
            <a:xfrm>
              <a:off x="6662400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7" name="Google Shape;1787;p5"/>
            <p:cNvSpPr/>
            <p:nvPr/>
          </p:nvSpPr>
          <p:spPr>
            <a:xfrm>
              <a:off x="6662400" y="15927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8" name="Google Shape;1788;p5"/>
            <p:cNvSpPr/>
            <p:nvPr/>
          </p:nvSpPr>
          <p:spPr>
            <a:xfrm>
              <a:off x="6662400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789" name="Google Shape;1789;p5"/>
          <p:cNvGrpSpPr/>
          <p:nvPr/>
        </p:nvGrpSpPr>
        <p:grpSpPr>
          <a:xfrm rot="10800000">
            <a:off x="7682451" y="28707"/>
            <a:ext cx="1140783" cy="5086302"/>
            <a:chOff x="5608825" y="238125"/>
            <a:chExt cx="1174975" cy="5238750"/>
          </a:xfrm>
        </p:grpSpPr>
        <p:sp>
          <p:nvSpPr>
            <p:cNvPr id="1790" name="Google Shape;1790;p5"/>
            <p:cNvSpPr/>
            <p:nvPr/>
          </p:nvSpPr>
          <p:spPr>
            <a:xfrm>
              <a:off x="5608825" y="3886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1" name="Google Shape;1791;p5"/>
            <p:cNvSpPr/>
            <p:nvPr/>
          </p:nvSpPr>
          <p:spPr>
            <a:xfrm>
              <a:off x="5608825" y="23452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2" name="Google Shape;1792;p5"/>
            <p:cNvSpPr/>
            <p:nvPr/>
          </p:nvSpPr>
          <p:spPr>
            <a:xfrm>
              <a:off x="5608825" y="27968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3" name="Google Shape;1793;p5"/>
            <p:cNvSpPr/>
            <p:nvPr/>
          </p:nvSpPr>
          <p:spPr>
            <a:xfrm>
              <a:off x="5608825" y="41514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4" name="Google Shape;1794;p5"/>
            <p:cNvSpPr/>
            <p:nvPr/>
          </p:nvSpPr>
          <p:spPr>
            <a:xfrm>
              <a:off x="5759350" y="3886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5" name="Google Shape;1795;p5"/>
            <p:cNvSpPr/>
            <p:nvPr/>
          </p:nvSpPr>
          <p:spPr>
            <a:xfrm>
              <a:off x="5759350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6" name="Google Shape;1796;p5"/>
            <p:cNvSpPr/>
            <p:nvPr/>
          </p:nvSpPr>
          <p:spPr>
            <a:xfrm>
              <a:off x="5759350" y="9906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7" name="Google Shape;1797;p5"/>
            <p:cNvSpPr/>
            <p:nvPr/>
          </p:nvSpPr>
          <p:spPr>
            <a:xfrm>
              <a:off x="5759350" y="15927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8" name="Google Shape;1798;p5"/>
            <p:cNvSpPr/>
            <p:nvPr/>
          </p:nvSpPr>
          <p:spPr>
            <a:xfrm>
              <a:off x="5759350" y="17432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9" name="Google Shape;1799;p5"/>
            <p:cNvSpPr/>
            <p:nvPr/>
          </p:nvSpPr>
          <p:spPr>
            <a:xfrm>
              <a:off x="5759350" y="20442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0" name="Google Shape;1800;p5"/>
            <p:cNvSpPr/>
            <p:nvPr/>
          </p:nvSpPr>
          <p:spPr>
            <a:xfrm>
              <a:off x="5759350" y="21947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1" name="Google Shape;1801;p5"/>
            <p:cNvSpPr/>
            <p:nvPr/>
          </p:nvSpPr>
          <p:spPr>
            <a:xfrm>
              <a:off x="5759350" y="23452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2" name="Google Shape;1802;p5"/>
            <p:cNvSpPr/>
            <p:nvPr/>
          </p:nvSpPr>
          <p:spPr>
            <a:xfrm>
              <a:off x="5759350" y="29473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3" name="Google Shape;1803;p5"/>
            <p:cNvSpPr/>
            <p:nvPr/>
          </p:nvSpPr>
          <p:spPr>
            <a:xfrm>
              <a:off x="5759350" y="30978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4" name="Google Shape;1804;p5"/>
            <p:cNvSpPr/>
            <p:nvPr/>
          </p:nvSpPr>
          <p:spPr>
            <a:xfrm>
              <a:off x="5759350" y="32483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5" name="Google Shape;1805;p5"/>
            <p:cNvSpPr/>
            <p:nvPr/>
          </p:nvSpPr>
          <p:spPr>
            <a:xfrm>
              <a:off x="5759350" y="38503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6" name="Google Shape;1806;p5"/>
            <p:cNvSpPr/>
            <p:nvPr/>
          </p:nvSpPr>
          <p:spPr>
            <a:xfrm>
              <a:off x="5759350" y="40008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7" name="Google Shape;1807;p5"/>
            <p:cNvSpPr/>
            <p:nvPr/>
          </p:nvSpPr>
          <p:spPr>
            <a:xfrm>
              <a:off x="5759350" y="44524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8" name="Google Shape;1808;p5"/>
            <p:cNvSpPr/>
            <p:nvPr/>
          </p:nvSpPr>
          <p:spPr>
            <a:xfrm>
              <a:off x="5759350" y="46029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9" name="Google Shape;1809;p5"/>
            <p:cNvSpPr/>
            <p:nvPr/>
          </p:nvSpPr>
          <p:spPr>
            <a:xfrm>
              <a:off x="5759350" y="47534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0" name="Google Shape;1810;p5"/>
            <p:cNvSpPr/>
            <p:nvPr/>
          </p:nvSpPr>
          <p:spPr>
            <a:xfrm>
              <a:off x="5759350" y="505445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1" name="Google Shape;1811;p5"/>
            <p:cNvSpPr/>
            <p:nvPr/>
          </p:nvSpPr>
          <p:spPr>
            <a:xfrm>
              <a:off x="5909850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2" name="Google Shape;1812;p5"/>
            <p:cNvSpPr/>
            <p:nvPr/>
          </p:nvSpPr>
          <p:spPr>
            <a:xfrm>
              <a:off x="5909850" y="53912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3" name="Google Shape;1813;p5"/>
            <p:cNvSpPr/>
            <p:nvPr/>
          </p:nvSpPr>
          <p:spPr>
            <a:xfrm>
              <a:off x="5909850" y="8401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4" name="Google Shape;1814;p5"/>
            <p:cNvSpPr/>
            <p:nvPr/>
          </p:nvSpPr>
          <p:spPr>
            <a:xfrm>
              <a:off x="5909850" y="9906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5" name="Google Shape;1815;p5"/>
            <p:cNvSpPr/>
            <p:nvPr/>
          </p:nvSpPr>
          <p:spPr>
            <a:xfrm>
              <a:off x="5909850" y="15927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6" name="Google Shape;1816;p5"/>
            <p:cNvSpPr/>
            <p:nvPr/>
          </p:nvSpPr>
          <p:spPr>
            <a:xfrm>
              <a:off x="5909850" y="21947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7" name="Google Shape;1817;p5"/>
            <p:cNvSpPr/>
            <p:nvPr/>
          </p:nvSpPr>
          <p:spPr>
            <a:xfrm>
              <a:off x="5909850" y="23452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8" name="Google Shape;1818;p5"/>
            <p:cNvSpPr/>
            <p:nvPr/>
          </p:nvSpPr>
          <p:spPr>
            <a:xfrm>
              <a:off x="5909850" y="24957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9" name="Google Shape;1819;p5"/>
            <p:cNvSpPr/>
            <p:nvPr/>
          </p:nvSpPr>
          <p:spPr>
            <a:xfrm>
              <a:off x="5909850" y="33988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0" name="Google Shape;1820;p5"/>
            <p:cNvSpPr/>
            <p:nvPr/>
          </p:nvSpPr>
          <p:spPr>
            <a:xfrm>
              <a:off x="5909850" y="41514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1" name="Google Shape;1821;p5"/>
            <p:cNvSpPr/>
            <p:nvPr/>
          </p:nvSpPr>
          <p:spPr>
            <a:xfrm>
              <a:off x="5909850" y="46029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2" name="Google Shape;1822;p5"/>
            <p:cNvSpPr/>
            <p:nvPr/>
          </p:nvSpPr>
          <p:spPr>
            <a:xfrm>
              <a:off x="5909850" y="47534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3" name="Google Shape;1823;p5"/>
            <p:cNvSpPr/>
            <p:nvPr/>
          </p:nvSpPr>
          <p:spPr>
            <a:xfrm>
              <a:off x="5909850" y="53554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4" name="Google Shape;1824;p5"/>
            <p:cNvSpPr/>
            <p:nvPr/>
          </p:nvSpPr>
          <p:spPr>
            <a:xfrm>
              <a:off x="6060375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5" name="Google Shape;1825;p5"/>
            <p:cNvSpPr/>
            <p:nvPr/>
          </p:nvSpPr>
          <p:spPr>
            <a:xfrm>
              <a:off x="6060375" y="3886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6" name="Google Shape;1826;p5"/>
            <p:cNvSpPr/>
            <p:nvPr/>
          </p:nvSpPr>
          <p:spPr>
            <a:xfrm>
              <a:off x="6060375" y="8401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7" name="Google Shape;1827;p5"/>
            <p:cNvSpPr/>
            <p:nvPr/>
          </p:nvSpPr>
          <p:spPr>
            <a:xfrm>
              <a:off x="6060375" y="11411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8" name="Google Shape;1828;p5"/>
            <p:cNvSpPr/>
            <p:nvPr/>
          </p:nvSpPr>
          <p:spPr>
            <a:xfrm>
              <a:off x="6060375" y="18937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9" name="Google Shape;1829;p5"/>
            <p:cNvSpPr/>
            <p:nvPr/>
          </p:nvSpPr>
          <p:spPr>
            <a:xfrm>
              <a:off x="6060375" y="20442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0" name="Google Shape;1830;p5"/>
            <p:cNvSpPr/>
            <p:nvPr/>
          </p:nvSpPr>
          <p:spPr>
            <a:xfrm>
              <a:off x="6060375" y="36998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1" name="Google Shape;1831;p5"/>
            <p:cNvSpPr/>
            <p:nvPr/>
          </p:nvSpPr>
          <p:spPr>
            <a:xfrm>
              <a:off x="6060375" y="40008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2" name="Google Shape;1832;p5"/>
            <p:cNvSpPr/>
            <p:nvPr/>
          </p:nvSpPr>
          <p:spPr>
            <a:xfrm>
              <a:off x="6210875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3" name="Google Shape;1833;p5"/>
            <p:cNvSpPr/>
            <p:nvPr/>
          </p:nvSpPr>
          <p:spPr>
            <a:xfrm>
              <a:off x="6210875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4" name="Google Shape;1834;p5"/>
            <p:cNvSpPr/>
            <p:nvPr/>
          </p:nvSpPr>
          <p:spPr>
            <a:xfrm>
              <a:off x="6210875" y="23452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5" name="Google Shape;1835;p5"/>
            <p:cNvSpPr/>
            <p:nvPr/>
          </p:nvSpPr>
          <p:spPr>
            <a:xfrm>
              <a:off x="6210875" y="32483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6" name="Google Shape;1836;p5"/>
            <p:cNvSpPr/>
            <p:nvPr/>
          </p:nvSpPr>
          <p:spPr>
            <a:xfrm>
              <a:off x="6210875" y="36998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7" name="Google Shape;1837;p5"/>
            <p:cNvSpPr/>
            <p:nvPr/>
          </p:nvSpPr>
          <p:spPr>
            <a:xfrm>
              <a:off x="6361375" y="14422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8" name="Google Shape;1838;p5"/>
            <p:cNvSpPr/>
            <p:nvPr/>
          </p:nvSpPr>
          <p:spPr>
            <a:xfrm>
              <a:off x="6361375" y="2646275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9" name="Google Shape;1839;p5"/>
            <p:cNvSpPr/>
            <p:nvPr/>
          </p:nvSpPr>
          <p:spPr>
            <a:xfrm>
              <a:off x="6662400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840" name="Google Shape;1840;p5"/>
          <p:cNvSpPr txBox="1">
            <a:spLocks noGrp="1"/>
          </p:cNvSpPr>
          <p:nvPr>
            <p:ph type="sldNum" idx="12"/>
          </p:nvPr>
        </p:nvSpPr>
        <p:spPr>
          <a:xfrm>
            <a:off x="91531" y="472020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">
    <p:bg>
      <p:bgPr>
        <a:solidFill>
          <a:srgbClr val="FFFFFF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8300" y="739375"/>
            <a:ext cx="67611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Dosis ExtraLight"/>
              <a:buNone/>
              <a:defRPr sz="3600">
                <a:solidFill>
                  <a:schemeClr val="dk2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Dosis ExtraLight"/>
              <a:buNone/>
              <a:defRPr sz="3600">
                <a:solidFill>
                  <a:schemeClr val="dk2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Dosis ExtraLight"/>
              <a:buNone/>
              <a:defRPr sz="3600">
                <a:solidFill>
                  <a:schemeClr val="dk2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Dosis ExtraLight"/>
              <a:buNone/>
              <a:defRPr sz="3600">
                <a:solidFill>
                  <a:schemeClr val="dk2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Dosis ExtraLight"/>
              <a:buNone/>
              <a:defRPr sz="3600">
                <a:solidFill>
                  <a:schemeClr val="dk2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Dosis ExtraLight"/>
              <a:buNone/>
              <a:defRPr sz="3600">
                <a:solidFill>
                  <a:schemeClr val="dk2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Dosis ExtraLight"/>
              <a:buNone/>
              <a:defRPr sz="3600">
                <a:solidFill>
                  <a:schemeClr val="dk2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Dosis ExtraLight"/>
              <a:buNone/>
              <a:defRPr sz="3600">
                <a:solidFill>
                  <a:schemeClr val="dk2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Dosis ExtraLight"/>
              <a:buNone/>
              <a:defRPr sz="3600">
                <a:solidFill>
                  <a:schemeClr val="dk2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9pPr>
          </a:lstStyle>
          <a:p>
            <a:endParaRPr dirty="0"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8300" y="1733550"/>
            <a:ext cx="6761100" cy="298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81000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Titillium Web Light"/>
              <a:buChar char="▪"/>
              <a:defRPr sz="2400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1pPr>
            <a:lvl2pPr marL="914400" lvl="1" indent="-3810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Titillium Web Light"/>
              <a:buChar char="▫"/>
              <a:defRPr sz="2400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2pPr>
            <a:lvl3pPr marL="1371600" lvl="2" indent="-3810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Titillium Web Light"/>
              <a:buChar char="▫"/>
              <a:defRPr sz="2400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3pPr>
            <a:lvl4pPr marL="1828800" lvl="3" indent="-381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▫"/>
              <a:defRPr sz="2400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4pPr>
            <a:lvl5pPr marL="2286000" lvl="4" indent="-381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▫"/>
              <a:defRPr sz="2400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5pPr>
            <a:lvl6pPr marL="2743200" lvl="5" indent="-381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▫"/>
              <a:defRPr sz="2400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6pPr>
            <a:lvl7pPr marL="3200400" lvl="6" indent="-381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●"/>
              <a:defRPr sz="2400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7pPr>
            <a:lvl8pPr marL="3657600" lvl="7" indent="-381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○"/>
              <a:defRPr sz="2400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8pPr>
            <a:lvl9pPr marL="4114800" lvl="8" indent="-381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■"/>
              <a:defRPr sz="2400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91531" y="472020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 sz="1200">
                <a:solidFill>
                  <a:schemeClr val="dk2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1pPr>
            <a:lvl2pPr lvl="1">
              <a:buNone/>
              <a:defRPr sz="1200">
                <a:solidFill>
                  <a:schemeClr val="dk2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2pPr>
            <a:lvl3pPr lvl="2">
              <a:buNone/>
              <a:defRPr sz="1200">
                <a:solidFill>
                  <a:schemeClr val="dk2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3pPr>
            <a:lvl4pPr lvl="3">
              <a:buNone/>
              <a:defRPr sz="1200">
                <a:solidFill>
                  <a:schemeClr val="dk2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4pPr>
            <a:lvl5pPr lvl="4">
              <a:buNone/>
              <a:defRPr sz="1200">
                <a:solidFill>
                  <a:schemeClr val="dk2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5pPr>
            <a:lvl6pPr lvl="5">
              <a:buNone/>
              <a:defRPr sz="1200">
                <a:solidFill>
                  <a:schemeClr val="dk2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6pPr>
            <a:lvl7pPr lvl="6">
              <a:buNone/>
              <a:defRPr sz="1200">
                <a:solidFill>
                  <a:schemeClr val="dk2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7pPr>
            <a:lvl8pPr lvl="7">
              <a:buNone/>
              <a:defRPr sz="1200">
                <a:solidFill>
                  <a:schemeClr val="dk2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8pPr>
            <a:lvl9pPr lvl="8">
              <a:buNone/>
              <a:defRPr sz="1200">
                <a:solidFill>
                  <a:schemeClr val="dk2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1" r:id="rId2"/>
  </p:sldLayoutIdLst>
  <p:transition>
    <p:fade thruBlk="1"/>
  </p:transition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6" name="Google Shape;3836;p13"/>
          <p:cNvSpPr txBox="1">
            <a:spLocks noGrp="1"/>
          </p:cNvSpPr>
          <p:nvPr>
            <p:ph type="ctrTitle"/>
          </p:nvPr>
        </p:nvSpPr>
        <p:spPr>
          <a:xfrm>
            <a:off x="762000" y="696425"/>
            <a:ext cx="5396700" cy="115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+mj-lt"/>
              </a:rPr>
              <a:t>Introducción a Python: Ciclos</a:t>
            </a:r>
            <a:endParaRPr dirty="0">
              <a:latin typeface="+mj-l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0" name="Google Shape;3870;p18"/>
          <p:cNvSpPr txBox="1">
            <a:spLocks noGrp="1"/>
          </p:cNvSpPr>
          <p:nvPr>
            <p:ph type="title"/>
          </p:nvPr>
        </p:nvSpPr>
        <p:spPr>
          <a:xfrm>
            <a:off x="640231" y="2435827"/>
            <a:ext cx="6761100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76200" lvl="0" indent="0" algn="l" rtl="0">
              <a:spcBef>
                <a:spcPts val="600"/>
              </a:spcBef>
              <a:spcAft>
                <a:spcPts val="0"/>
              </a:spcAft>
              <a:buSzPts val="2400"/>
              <a:buNone/>
            </a:pPr>
            <a:r>
              <a:rPr lang="es-MX" dirty="0"/>
              <a:t>El punto de usar una computadora es hacer las tareas “simples” que ya hacemos más rápido y sin equivocarse</a:t>
            </a:r>
          </a:p>
        </p:txBody>
      </p:sp>
      <p:sp>
        <p:nvSpPr>
          <p:cNvPr id="3872" name="Google Shape;3872;p18"/>
          <p:cNvSpPr txBox="1">
            <a:spLocks noGrp="1"/>
          </p:cNvSpPr>
          <p:nvPr>
            <p:ph type="sldNum" idx="12"/>
          </p:nvPr>
        </p:nvSpPr>
        <p:spPr>
          <a:xfrm>
            <a:off x="91531" y="472020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0" name="Google Shape;3870;p18"/>
          <p:cNvSpPr txBox="1">
            <a:spLocks noGrp="1"/>
          </p:cNvSpPr>
          <p:nvPr>
            <p:ph type="title"/>
          </p:nvPr>
        </p:nvSpPr>
        <p:spPr>
          <a:xfrm>
            <a:off x="718300" y="739375"/>
            <a:ext cx="6761100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dirty="0"/>
              <a:t>Un </a:t>
            </a:r>
            <a:r>
              <a:rPr lang="es-MX" b="1" i="1" dirty="0"/>
              <a:t>ciclo</a:t>
            </a:r>
            <a:r>
              <a:rPr lang="es-MX" dirty="0"/>
              <a:t> es una forma de repetir muchas veces una tarea</a:t>
            </a:r>
            <a:endParaRPr dirty="0"/>
          </a:p>
        </p:txBody>
      </p:sp>
      <p:sp>
        <p:nvSpPr>
          <p:cNvPr id="3872" name="Google Shape;3872;p18"/>
          <p:cNvSpPr txBox="1">
            <a:spLocks noGrp="1"/>
          </p:cNvSpPr>
          <p:nvPr>
            <p:ph type="sldNum" idx="12"/>
          </p:nvPr>
        </p:nvSpPr>
        <p:spPr>
          <a:xfrm>
            <a:off x="91531" y="472020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</a:t>
            </a:fld>
            <a:endParaRPr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8F5E8D04-66FC-20EB-3B6F-D50B8BC463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2334" y="2625058"/>
            <a:ext cx="4664708" cy="812666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3E6FE4F1-E034-291B-8EF8-580DCF84EB4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92457" y="3437724"/>
            <a:ext cx="753011" cy="1506022"/>
          </a:xfrm>
          <a:prstGeom prst="rect">
            <a:avLst/>
          </a:prstGeom>
        </p:spPr>
      </p:pic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6A3522FA-CE16-7465-E048-005DE3D279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8300" y="1596776"/>
            <a:ext cx="6761100" cy="3117274"/>
          </a:xfrm>
        </p:spPr>
        <p:txBody>
          <a:bodyPr/>
          <a:lstStyle/>
          <a:p>
            <a:r>
              <a:rPr lang="es-MX" dirty="0"/>
              <a:t>Los dos tipos de </a:t>
            </a:r>
            <a:r>
              <a:rPr lang="es-MX" b="1" i="1" dirty="0"/>
              <a:t>ciclo </a:t>
            </a:r>
            <a:r>
              <a:rPr lang="es-MX" dirty="0"/>
              <a:t>son </a:t>
            </a:r>
            <a:r>
              <a:rPr lang="es-MX" b="1" i="1" dirty="0"/>
              <a:t>for</a:t>
            </a:r>
            <a:r>
              <a:rPr lang="es-MX" dirty="0"/>
              <a:t> y </a:t>
            </a:r>
            <a:r>
              <a:rPr lang="es-MX" b="1" i="1" dirty="0" err="1"/>
              <a:t>while</a:t>
            </a:r>
            <a:endParaRPr lang="es-MX" b="1" i="1" dirty="0"/>
          </a:p>
        </p:txBody>
      </p:sp>
    </p:spTree>
    <p:extLst>
      <p:ext uri="{BB962C8B-B14F-4D97-AF65-F5344CB8AC3E}">
        <p14:creationId xmlns:p14="http://schemas.microsoft.com/office/powerpoint/2010/main" val="19053064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0" name="Google Shape;3870;p18"/>
          <p:cNvSpPr txBox="1">
            <a:spLocks noGrp="1"/>
          </p:cNvSpPr>
          <p:nvPr>
            <p:ph type="title"/>
          </p:nvPr>
        </p:nvSpPr>
        <p:spPr>
          <a:xfrm>
            <a:off x="718300" y="739375"/>
            <a:ext cx="6761100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dirty="0"/>
              <a:t>Un </a:t>
            </a:r>
            <a:r>
              <a:rPr lang="es-MX" b="1" i="1" dirty="0"/>
              <a:t>ciclo</a:t>
            </a:r>
            <a:r>
              <a:rPr lang="es-MX" dirty="0"/>
              <a:t> es una forma de repetir muchas veces una tarea</a:t>
            </a:r>
            <a:endParaRPr dirty="0"/>
          </a:p>
        </p:txBody>
      </p:sp>
      <p:sp>
        <p:nvSpPr>
          <p:cNvPr id="3872" name="Google Shape;3872;p18"/>
          <p:cNvSpPr txBox="1">
            <a:spLocks noGrp="1"/>
          </p:cNvSpPr>
          <p:nvPr>
            <p:ph type="sldNum" idx="12"/>
          </p:nvPr>
        </p:nvSpPr>
        <p:spPr>
          <a:xfrm>
            <a:off x="91531" y="472020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4</a:t>
            </a:fld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86104BD-E747-A64E-E01B-2E96DC97FE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2334" y="2625058"/>
            <a:ext cx="4664708" cy="812666"/>
          </a:xfrm>
          <a:prstGeom prst="rect">
            <a:avLst/>
          </a:prstGeom>
        </p:spPr>
      </p:pic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556697C5-71EC-830D-8C24-4151D68192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34681" y="2250406"/>
            <a:ext cx="2113612" cy="642687"/>
          </a:xfrm>
        </p:spPr>
        <p:txBody>
          <a:bodyPr/>
          <a:lstStyle/>
          <a:p>
            <a:pPr marL="76200" indent="0">
              <a:buNone/>
            </a:pPr>
            <a:r>
              <a:rPr lang="es-MX" dirty="0"/>
              <a:t>sintaxis forzosa </a:t>
            </a:r>
            <a:r>
              <a:rPr lang="en-US" dirty="0"/>
              <a:t>de Python “:”</a:t>
            </a:r>
            <a:endParaRPr lang="es-MX" dirty="0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5C585B7F-4EFF-2EFA-CDF8-C16CF7AE5D28}"/>
              </a:ext>
            </a:extLst>
          </p:cNvPr>
          <p:cNvSpPr txBox="1">
            <a:spLocks/>
          </p:cNvSpPr>
          <p:nvPr/>
        </p:nvSpPr>
        <p:spPr>
          <a:xfrm>
            <a:off x="2138022" y="1546727"/>
            <a:ext cx="2107532" cy="642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 ea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Titillium Web Light"/>
              <a:buChar char="▪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1pPr>
            <a:lvl2pPr marL="914400" marR="0" lvl="1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Titillium Web Light"/>
              <a:buChar char="▫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2pPr>
            <a:lvl3pPr marL="1371600" marR="0" lvl="2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Titillium Web Light"/>
              <a:buChar char="▫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3pPr>
            <a:lvl4pPr marL="1828800" marR="0" lvl="3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▫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4pPr>
            <a:lvl5pPr marL="2286000" marR="0" lvl="4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▫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5pPr>
            <a:lvl6pPr marL="2743200" marR="0" lvl="5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▫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6pPr>
            <a:lvl7pPr marL="3200400" marR="0" lvl="6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●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7pPr>
            <a:lvl8pPr marL="3657600" marR="0" lvl="7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○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8pPr>
            <a:lvl9pPr marL="4114800" marR="0" lvl="8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■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9pPr>
          </a:lstStyle>
          <a:p>
            <a:pPr marL="76200" indent="0">
              <a:buFont typeface="Titillium Web Light"/>
              <a:buNone/>
            </a:pPr>
            <a:r>
              <a:rPr lang="en-US" dirty="0"/>
              <a:t>Palabras clave</a:t>
            </a:r>
            <a:endParaRPr lang="es-MX" dirty="0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16BF8CB3-B209-B703-ED22-0F6B443B1561}"/>
              </a:ext>
            </a:extLst>
          </p:cNvPr>
          <p:cNvCxnSpPr/>
          <p:nvPr/>
        </p:nvCxnSpPr>
        <p:spPr>
          <a:xfrm flipH="1">
            <a:off x="2426779" y="2011982"/>
            <a:ext cx="715879" cy="745958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53943369-E0CF-39DE-85E4-4875F6092C8F}"/>
              </a:ext>
            </a:extLst>
          </p:cNvPr>
          <p:cNvCxnSpPr>
            <a:cxnSpLocks/>
          </p:cNvCxnSpPr>
          <p:nvPr/>
        </p:nvCxnSpPr>
        <p:spPr>
          <a:xfrm>
            <a:off x="3142658" y="2034257"/>
            <a:ext cx="685800" cy="723683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07E84919-5BED-F7DD-FF60-F60063FCB6E1}"/>
              </a:ext>
            </a:extLst>
          </p:cNvPr>
          <p:cNvSpPr txBox="1">
            <a:spLocks/>
          </p:cNvSpPr>
          <p:nvPr/>
        </p:nvSpPr>
        <p:spPr>
          <a:xfrm>
            <a:off x="4578988" y="1386424"/>
            <a:ext cx="3065254" cy="642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 ea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Titillium Web Light"/>
              <a:buChar char="▪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1pPr>
            <a:lvl2pPr marL="914400" marR="0" lvl="1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Titillium Web Light"/>
              <a:buChar char="▫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2pPr>
            <a:lvl3pPr marL="1371600" marR="0" lvl="2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Titillium Web Light"/>
              <a:buChar char="▫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3pPr>
            <a:lvl4pPr marL="1828800" marR="0" lvl="3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▫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4pPr>
            <a:lvl5pPr marL="2286000" marR="0" lvl="4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▫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5pPr>
            <a:lvl6pPr marL="2743200" marR="0" lvl="5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▫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6pPr>
            <a:lvl7pPr marL="3200400" marR="0" lvl="6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●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7pPr>
            <a:lvl8pPr marL="3657600" marR="0" lvl="7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○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8pPr>
            <a:lvl9pPr marL="4114800" marR="0" lvl="8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■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9pPr>
          </a:lstStyle>
          <a:p>
            <a:pPr marL="76200" indent="0">
              <a:buFont typeface="Titillium Web Light"/>
              <a:buNone/>
            </a:pPr>
            <a:r>
              <a:rPr lang="es-MX" dirty="0"/>
              <a:t>Variable sobre la que va a </a:t>
            </a:r>
            <a:r>
              <a:rPr lang="es-MX" b="1" i="1" dirty="0"/>
              <a:t>iterar</a:t>
            </a:r>
            <a:endParaRPr lang="es-MX" dirty="0"/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041A389A-AE97-CDF2-EA4B-0811ADE8A5CD}"/>
              </a:ext>
            </a:extLst>
          </p:cNvPr>
          <p:cNvCxnSpPr>
            <a:cxnSpLocks/>
          </p:cNvCxnSpPr>
          <p:nvPr/>
        </p:nvCxnSpPr>
        <p:spPr>
          <a:xfrm flipH="1">
            <a:off x="3336166" y="2211689"/>
            <a:ext cx="1454818" cy="546251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93308DB0-53A6-E912-ADA4-FB87573DD79F}"/>
              </a:ext>
            </a:extLst>
          </p:cNvPr>
          <p:cNvSpPr txBox="1">
            <a:spLocks/>
          </p:cNvSpPr>
          <p:nvPr/>
        </p:nvSpPr>
        <p:spPr>
          <a:xfrm>
            <a:off x="4864449" y="3571459"/>
            <a:ext cx="2235075" cy="642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 ea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Titillium Web Light"/>
              <a:buChar char="▪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1pPr>
            <a:lvl2pPr marL="914400" marR="0" lvl="1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Titillium Web Light"/>
              <a:buChar char="▫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2pPr>
            <a:lvl3pPr marL="1371600" marR="0" lvl="2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Titillium Web Light"/>
              <a:buChar char="▫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3pPr>
            <a:lvl4pPr marL="1828800" marR="0" lvl="3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▫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4pPr>
            <a:lvl5pPr marL="2286000" marR="0" lvl="4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▫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5pPr>
            <a:lvl6pPr marL="2743200" marR="0" lvl="5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▫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6pPr>
            <a:lvl7pPr marL="3200400" marR="0" lvl="6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●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7pPr>
            <a:lvl8pPr marL="3657600" marR="0" lvl="7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○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8pPr>
            <a:lvl9pPr marL="4114800" marR="0" lvl="8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■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9pPr>
          </a:lstStyle>
          <a:p>
            <a:pPr marL="76200" indent="0">
              <a:buFont typeface="Titillium Web Light"/>
              <a:buNone/>
            </a:pPr>
            <a:r>
              <a:rPr lang="es-MX" b="1" i="1" dirty="0"/>
              <a:t>Lista </a:t>
            </a:r>
            <a:r>
              <a:rPr lang="es-MX" dirty="0"/>
              <a:t>sobre la que va a </a:t>
            </a:r>
            <a:r>
              <a:rPr lang="es-MX" b="1" i="1" dirty="0"/>
              <a:t>iterar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AD91FB12-6214-05EC-4FD8-082F8AF70D82}"/>
              </a:ext>
            </a:extLst>
          </p:cNvPr>
          <p:cNvSpPr/>
          <p:nvPr/>
        </p:nvSpPr>
        <p:spPr>
          <a:xfrm>
            <a:off x="4142809" y="2599114"/>
            <a:ext cx="1556560" cy="594470"/>
          </a:xfrm>
          <a:prstGeom prst="ellipse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BB358002-45E8-CA7D-521C-3ED886C9987A}"/>
              </a:ext>
            </a:extLst>
          </p:cNvPr>
          <p:cNvCxnSpPr>
            <a:cxnSpLocks/>
          </p:cNvCxnSpPr>
          <p:nvPr/>
        </p:nvCxnSpPr>
        <p:spPr>
          <a:xfrm flipH="1" flipV="1">
            <a:off x="5304731" y="3193584"/>
            <a:ext cx="474270" cy="67511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75D82DB8-9C04-D23C-D77A-E8AD43672CDE}"/>
              </a:ext>
            </a:extLst>
          </p:cNvPr>
          <p:cNvCxnSpPr>
            <a:cxnSpLocks/>
          </p:cNvCxnSpPr>
          <p:nvPr/>
        </p:nvCxnSpPr>
        <p:spPr>
          <a:xfrm flipH="1" flipV="1">
            <a:off x="5779001" y="2896349"/>
            <a:ext cx="409852" cy="75451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7DA7918C-403B-5A78-D345-E7E6BD3A5064}"/>
              </a:ext>
            </a:extLst>
          </p:cNvPr>
          <p:cNvCxnSpPr>
            <a:cxnSpLocks/>
          </p:cNvCxnSpPr>
          <p:nvPr/>
        </p:nvCxnSpPr>
        <p:spPr>
          <a:xfrm flipV="1">
            <a:off x="3461048" y="3383716"/>
            <a:ext cx="123845" cy="617119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347E4BAF-D95A-A6F1-9059-E4438E04F83D}"/>
              </a:ext>
            </a:extLst>
          </p:cNvPr>
          <p:cNvSpPr txBox="1">
            <a:spLocks/>
          </p:cNvSpPr>
          <p:nvPr/>
        </p:nvSpPr>
        <p:spPr>
          <a:xfrm>
            <a:off x="2710920" y="4063500"/>
            <a:ext cx="2235075" cy="642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 ea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Titillium Web Light"/>
              <a:buChar char="▪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1pPr>
            <a:lvl2pPr marL="914400" marR="0" lvl="1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Titillium Web Light"/>
              <a:buChar char="▫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2pPr>
            <a:lvl3pPr marL="1371600" marR="0" lvl="2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Titillium Web Light"/>
              <a:buChar char="▫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3pPr>
            <a:lvl4pPr marL="1828800" marR="0" lvl="3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▫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4pPr>
            <a:lvl5pPr marL="2286000" marR="0" lvl="4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▫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5pPr>
            <a:lvl6pPr marL="2743200" marR="0" lvl="5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▫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6pPr>
            <a:lvl7pPr marL="3200400" marR="0" lvl="6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●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7pPr>
            <a:lvl8pPr marL="3657600" marR="0" lvl="7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○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8pPr>
            <a:lvl9pPr marL="4114800" marR="0" lvl="8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■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9pPr>
          </a:lstStyle>
          <a:p>
            <a:pPr marL="76200" indent="0">
              <a:buFont typeface="Titillium Web Light"/>
              <a:buNone/>
            </a:pPr>
            <a:r>
              <a:rPr lang="es-MX" dirty="0"/>
              <a:t>Acción que va a realizar</a:t>
            </a:r>
          </a:p>
        </p:txBody>
      </p:sp>
      <p:sp>
        <p:nvSpPr>
          <p:cNvPr id="16" name="Right Brace 15">
            <a:extLst>
              <a:ext uri="{FF2B5EF4-FFF2-40B4-BE49-F238E27FC236}">
                <a16:creationId xmlns:a16="http://schemas.microsoft.com/office/drawing/2014/main" id="{2B4DF691-601B-552D-FD9A-06AC017CB418}"/>
              </a:ext>
            </a:extLst>
          </p:cNvPr>
          <p:cNvSpPr/>
          <p:nvPr/>
        </p:nvSpPr>
        <p:spPr>
          <a:xfrm rot="5400000">
            <a:off x="2251605" y="3306159"/>
            <a:ext cx="221506" cy="530600"/>
          </a:xfrm>
          <a:prstGeom prst="rightBrace">
            <a:avLst>
              <a:gd name="adj1" fmla="val 21912"/>
              <a:gd name="adj2" fmla="val 50000"/>
            </a:avLst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C476E7C2-0DD7-5FEF-9122-EC421D5DF741}"/>
              </a:ext>
            </a:extLst>
          </p:cNvPr>
          <p:cNvSpPr txBox="1">
            <a:spLocks/>
          </p:cNvSpPr>
          <p:nvPr/>
        </p:nvSpPr>
        <p:spPr>
          <a:xfrm>
            <a:off x="1394566" y="3448632"/>
            <a:ext cx="2235075" cy="642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 ea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Titillium Web Light"/>
              <a:buChar char="▪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1pPr>
            <a:lvl2pPr marL="914400" marR="0" lvl="1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Titillium Web Light"/>
              <a:buChar char="▫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2pPr>
            <a:lvl3pPr marL="1371600" marR="0" lvl="2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Titillium Web Light"/>
              <a:buChar char="▫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3pPr>
            <a:lvl4pPr marL="1828800" marR="0" lvl="3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▫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4pPr>
            <a:lvl5pPr marL="2286000" marR="0" lvl="4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▫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5pPr>
            <a:lvl6pPr marL="2743200" marR="0" lvl="5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▫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6pPr>
            <a:lvl7pPr marL="3200400" marR="0" lvl="6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●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7pPr>
            <a:lvl8pPr marL="3657600" marR="0" lvl="7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○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8pPr>
            <a:lvl9pPr marL="4114800" marR="0" lvl="8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■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9pPr>
          </a:lstStyle>
          <a:p>
            <a:pPr marL="76200" indent="0">
              <a:buFont typeface="Titillium Web Light"/>
              <a:buNone/>
            </a:pPr>
            <a:r>
              <a:rPr lang="es-MX" dirty="0"/>
              <a:t>Indentación</a:t>
            </a:r>
          </a:p>
        </p:txBody>
      </p:sp>
    </p:spTree>
    <p:extLst>
      <p:ext uri="{BB962C8B-B14F-4D97-AF65-F5344CB8AC3E}">
        <p14:creationId xmlns:p14="http://schemas.microsoft.com/office/powerpoint/2010/main" val="27488362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E23535-F41D-E6F4-224E-FC135FA810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Sintaxis desglosada: </a:t>
            </a:r>
            <a:r>
              <a:rPr lang="es-MX" b="1" i="1" dirty="0"/>
              <a:t>for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43C7A4-66A5-6DDD-31C0-B37A956A4C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8300" y="2658978"/>
            <a:ext cx="6761100" cy="2055071"/>
          </a:xfrm>
        </p:spPr>
        <p:txBody>
          <a:bodyPr/>
          <a:lstStyle/>
          <a:p>
            <a:r>
              <a:rPr lang="es-MX" dirty="0"/>
              <a:t>Es la palabra clave para decirle a Python que queremos hacer un </a:t>
            </a:r>
            <a:r>
              <a:rPr lang="es-MX" b="1" i="1" dirty="0"/>
              <a:t>ciclo (</a:t>
            </a:r>
            <a:r>
              <a:rPr lang="es-MX" b="1" i="1" dirty="0" err="1"/>
              <a:t>loop</a:t>
            </a:r>
            <a:r>
              <a:rPr lang="es-MX" b="1" i="1" dirty="0"/>
              <a:t>)</a:t>
            </a:r>
            <a:r>
              <a:rPr lang="es-MX" dirty="0"/>
              <a:t> para </a:t>
            </a:r>
            <a:r>
              <a:rPr lang="es-MX" b="1" i="1" dirty="0"/>
              <a:t>iterar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E47979-8E33-CE8F-54D8-B2660D83448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5</a:t>
            </a:fld>
            <a:endParaRPr lang="e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71F9DF3-0613-EE5F-11C1-E9859197D5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6239" y="1759084"/>
            <a:ext cx="4664708" cy="812666"/>
          </a:xfrm>
          <a:prstGeom prst="rect">
            <a:avLst/>
          </a:prstGeom>
        </p:spPr>
      </p:pic>
      <p:sp>
        <p:nvSpPr>
          <p:cNvPr id="6" name="Oval 5">
            <a:extLst>
              <a:ext uri="{FF2B5EF4-FFF2-40B4-BE49-F238E27FC236}">
                <a16:creationId xmlns:a16="http://schemas.microsoft.com/office/drawing/2014/main" id="{27899C62-D75C-ED77-21BB-77EA24EF3E7C}"/>
              </a:ext>
            </a:extLst>
          </p:cNvPr>
          <p:cNvSpPr/>
          <p:nvPr/>
        </p:nvSpPr>
        <p:spPr>
          <a:xfrm>
            <a:off x="1931068" y="1828800"/>
            <a:ext cx="655722" cy="391026"/>
          </a:xfrm>
          <a:prstGeom prst="ellipse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2113202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E23535-F41D-E6F4-224E-FC135FA810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Sintaxis desglosada: </a:t>
            </a:r>
            <a:r>
              <a:rPr lang="es-MX" b="1" i="1" dirty="0"/>
              <a:t>variable a iterar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43C7A4-66A5-6DDD-31C0-B37A956A4C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8300" y="2658978"/>
            <a:ext cx="6761100" cy="2055071"/>
          </a:xfrm>
        </p:spPr>
        <p:txBody>
          <a:bodyPr/>
          <a:lstStyle/>
          <a:p>
            <a:r>
              <a:rPr lang="es-MX" dirty="0"/>
              <a:t>Es la variable que va a estar cambiando de valor en cada iteración</a:t>
            </a:r>
            <a:endParaRPr lang="es-MX" b="1" i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E47979-8E33-CE8F-54D8-B2660D83448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6</a:t>
            </a:fld>
            <a:endParaRPr lang="e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71F9DF3-0613-EE5F-11C1-E9859197D5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6239" y="1759084"/>
            <a:ext cx="4664708" cy="812666"/>
          </a:xfrm>
          <a:prstGeom prst="rect">
            <a:avLst/>
          </a:prstGeom>
        </p:spPr>
      </p:pic>
      <p:sp>
        <p:nvSpPr>
          <p:cNvPr id="6" name="Oval 5">
            <a:extLst>
              <a:ext uri="{FF2B5EF4-FFF2-40B4-BE49-F238E27FC236}">
                <a16:creationId xmlns:a16="http://schemas.microsoft.com/office/drawing/2014/main" id="{27899C62-D75C-ED77-21BB-77EA24EF3E7C}"/>
              </a:ext>
            </a:extLst>
          </p:cNvPr>
          <p:cNvSpPr/>
          <p:nvPr/>
        </p:nvSpPr>
        <p:spPr>
          <a:xfrm>
            <a:off x="2592804" y="1834816"/>
            <a:ext cx="1004638" cy="391026"/>
          </a:xfrm>
          <a:prstGeom prst="ellipse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5383444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E23535-F41D-E6F4-224E-FC135FA810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Sintaxis desglosada: </a:t>
            </a:r>
            <a:r>
              <a:rPr lang="es-MX" b="1" i="1" dirty="0"/>
              <a:t>in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43C7A4-66A5-6DDD-31C0-B37A956A4C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8300" y="2658978"/>
            <a:ext cx="6761100" cy="2055071"/>
          </a:xfrm>
        </p:spPr>
        <p:txBody>
          <a:bodyPr/>
          <a:lstStyle/>
          <a:p>
            <a:r>
              <a:rPr lang="es-MX" dirty="0"/>
              <a:t>Es la palabra clave con la que le decimos a Python que los valores de la </a:t>
            </a:r>
            <a:r>
              <a:rPr lang="es-MX" b="1" i="1" dirty="0"/>
              <a:t>variable </a:t>
            </a:r>
            <a:r>
              <a:rPr lang="es-MX" dirty="0"/>
              <a:t>los va a obtener de la </a:t>
            </a:r>
            <a:r>
              <a:rPr lang="es-MX" b="1" i="1" dirty="0"/>
              <a:t>lista </a:t>
            </a:r>
            <a:r>
              <a:rPr lang="es-MX" dirty="0"/>
              <a:t>a la derecha</a:t>
            </a:r>
            <a:endParaRPr lang="es-MX" b="1" i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E47979-8E33-CE8F-54D8-B2660D83448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7</a:t>
            </a:fld>
            <a:endParaRPr lang="e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71F9DF3-0613-EE5F-11C1-E9859197D5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6239" y="1759084"/>
            <a:ext cx="4664708" cy="812666"/>
          </a:xfrm>
          <a:prstGeom prst="rect">
            <a:avLst/>
          </a:prstGeom>
        </p:spPr>
      </p:pic>
      <p:sp>
        <p:nvSpPr>
          <p:cNvPr id="6" name="Oval 5">
            <a:extLst>
              <a:ext uri="{FF2B5EF4-FFF2-40B4-BE49-F238E27FC236}">
                <a16:creationId xmlns:a16="http://schemas.microsoft.com/office/drawing/2014/main" id="{27899C62-D75C-ED77-21BB-77EA24EF3E7C}"/>
              </a:ext>
            </a:extLst>
          </p:cNvPr>
          <p:cNvSpPr/>
          <p:nvPr/>
        </p:nvSpPr>
        <p:spPr>
          <a:xfrm>
            <a:off x="3653680" y="1816768"/>
            <a:ext cx="421106" cy="348649"/>
          </a:xfrm>
          <a:prstGeom prst="ellipse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647928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E23535-F41D-E6F4-224E-FC135FA810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Sintaxis desglosada: </a:t>
            </a:r>
            <a:r>
              <a:rPr lang="es-MX" b="1" i="1" dirty="0"/>
              <a:t>lista de valores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43C7A4-66A5-6DDD-31C0-B37A956A4C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8300" y="2658978"/>
            <a:ext cx="6761100" cy="2055071"/>
          </a:xfrm>
        </p:spPr>
        <p:txBody>
          <a:bodyPr/>
          <a:lstStyle/>
          <a:p>
            <a:r>
              <a:rPr lang="es-MX" b="1" i="1" dirty="0"/>
              <a:t>Lista </a:t>
            </a:r>
            <a:r>
              <a:rPr lang="es-MX" dirty="0"/>
              <a:t>de la que va a obtener los valores para la </a:t>
            </a:r>
            <a:r>
              <a:rPr lang="es-MX" b="1" i="1" dirty="0"/>
              <a:t>variable </a:t>
            </a:r>
            <a:r>
              <a:rPr lang="es-MX" dirty="0"/>
              <a:t>a iterar</a:t>
            </a:r>
          </a:p>
          <a:p>
            <a:r>
              <a:rPr lang="es-MX" dirty="0"/>
              <a:t>La función </a:t>
            </a:r>
            <a:r>
              <a:rPr lang="es-MX" b="1" i="1" dirty="0" err="1"/>
              <a:t>range</a:t>
            </a:r>
            <a:r>
              <a:rPr lang="es-MX" b="1" i="1" dirty="0"/>
              <a:t>(0,5)</a:t>
            </a:r>
            <a:r>
              <a:rPr lang="es-MX" dirty="0"/>
              <a:t> produce una </a:t>
            </a:r>
            <a:r>
              <a:rPr lang="es-MX" b="1" i="1" dirty="0"/>
              <a:t>lista</a:t>
            </a:r>
            <a:r>
              <a:rPr lang="es-MX" dirty="0"/>
              <a:t> con los números consecutivos iniciando en </a:t>
            </a:r>
            <a:r>
              <a:rPr lang="es-MX" b="1" i="1" dirty="0"/>
              <a:t>0</a:t>
            </a:r>
            <a:r>
              <a:rPr lang="es-MX" dirty="0"/>
              <a:t> y terminando antes del </a:t>
            </a:r>
            <a:r>
              <a:rPr lang="es-MX" b="1" i="1" dirty="0"/>
              <a:t>5</a:t>
            </a:r>
            <a:endParaRPr lang="es-MX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E47979-8E33-CE8F-54D8-B2660D83448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8</a:t>
            </a:fld>
            <a:endParaRPr lang="e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71F9DF3-0613-EE5F-11C1-E9859197D5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6239" y="1759084"/>
            <a:ext cx="4664708" cy="812666"/>
          </a:xfrm>
          <a:prstGeom prst="rect">
            <a:avLst/>
          </a:prstGeom>
        </p:spPr>
      </p:pic>
      <p:sp>
        <p:nvSpPr>
          <p:cNvPr id="6" name="Oval 5">
            <a:extLst>
              <a:ext uri="{FF2B5EF4-FFF2-40B4-BE49-F238E27FC236}">
                <a16:creationId xmlns:a16="http://schemas.microsoft.com/office/drawing/2014/main" id="{27899C62-D75C-ED77-21BB-77EA24EF3E7C}"/>
              </a:ext>
            </a:extLst>
          </p:cNvPr>
          <p:cNvSpPr/>
          <p:nvPr/>
        </p:nvSpPr>
        <p:spPr>
          <a:xfrm>
            <a:off x="4098850" y="1779227"/>
            <a:ext cx="1610134" cy="482710"/>
          </a:xfrm>
          <a:prstGeom prst="ellipse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4099551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E23535-F41D-E6F4-224E-FC135FA810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Sintaxis desglosada: </a:t>
            </a:r>
            <a:r>
              <a:rPr lang="es-MX" b="1" i="1" dirty="0"/>
              <a:t>sintaxis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43C7A4-66A5-6DDD-31C0-B37A956A4C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8300" y="2658978"/>
            <a:ext cx="6761100" cy="2055071"/>
          </a:xfrm>
        </p:spPr>
        <p:txBody>
          <a:bodyPr/>
          <a:lstStyle/>
          <a:p>
            <a:r>
              <a:rPr lang="es-MX" dirty="0"/>
              <a:t>Es necesario terminar la línea del </a:t>
            </a:r>
            <a:r>
              <a:rPr lang="es-MX" b="1" i="1" dirty="0"/>
              <a:t>for </a:t>
            </a:r>
            <a:r>
              <a:rPr lang="es-MX" dirty="0"/>
              <a:t>con “:”</a:t>
            </a:r>
          </a:p>
          <a:p>
            <a:r>
              <a:rPr lang="es-MX" dirty="0"/>
              <a:t>Python espera que la instrucción a realizar en el </a:t>
            </a:r>
            <a:r>
              <a:rPr lang="es-MX" b="1" i="1" dirty="0"/>
              <a:t>ciclo </a:t>
            </a:r>
            <a:r>
              <a:rPr lang="es-MX" dirty="0"/>
              <a:t>esté con una </a:t>
            </a:r>
            <a:r>
              <a:rPr lang="es-MX" b="1" i="1" dirty="0"/>
              <a:t>indentación</a:t>
            </a:r>
            <a:r>
              <a:rPr lang="es-MX" dirty="0"/>
              <a:t> mayor a la línea donde se declaró el </a:t>
            </a:r>
            <a:r>
              <a:rPr lang="es-MX" b="1" i="1" dirty="0"/>
              <a:t>for</a:t>
            </a:r>
            <a:endParaRPr lang="es-MX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E47979-8E33-CE8F-54D8-B2660D83448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9</a:t>
            </a:fld>
            <a:endParaRPr lang="e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71F9DF3-0613-EE5F-11C1-E9859197D5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6239" y="1759084"/>
            <a:ext cx="4664708" cy="812666"/>
          </a:xfrm>
          <a:prstGeom prst="rect">
            <a:avLst/>
          </a:prstGeom>
        </p:spPr>
      </p:pic>
      <p:sp>
        <p:nvSpPr>
          <p:cNvPr id="6" name="Oval 5">
            <a:extLst>
              <a:ext uri="{FF2B5EF4-FFF2-40B4-BE49-F238E27FC236}">
                <a16:creationId xmlns:a16="http://schemas.microsoft.com/office/drawing/2014/main" id="{27899C62-D75C-ED77-21BB-77EA24EF3E7C}"/>
              </a:ext>
            </a:extLst>
          </p:cNvPr>
          <p:cNvSpPr/>
          <p:nvPr/>
        </p:nvSpPr>
        <p:spPr>
          <a:xfrm>
            <a:off x="5636795" y="1876926"/>
            <a:ext cx="204537" cy="294774"/>
          </a:xfrm>
          <a:prstGeom prst="ellipse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1660588E-A1E1-E951-4F07-7F90FB43F797}"/>
              </a:ext>
            </a:extLst>
          </p:cNvPr>
          <p:cNvSpPr/>
          <p:nvPr/>
        </p:nvSpPr>
        <p:spPr>
          <a:xfrm>
            <a:off x="1997242" y="2173202"/>
            <a:ext cx="709863" cy="485775"/>
          </a:xfrm>
          <a:prstGeom prst="ellipse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384477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E23535-F41D-E6F4-224E-FC135FA810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Sintaxis desglosada: </a:t>
            </a:r>
            <a:r>
              <a:rPr lang="es-MX" b="1" i="1" dirty="0"/>
              <a:t>sintaxis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E47979-8E33-CE8F-54D8-B2660D83448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10</a:t>
            </a:fld>
            <a:endParaRPr lang="en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27899C62-D75C-ED77-21BB-77EA24EF3E7C}"/>
              </a:ext>
            </a:extLst>
          </p:cNvPr>
          <p:cNvSpPr/>
          <p:nvPr/>
        </p:nvSpPr>
        <p:spPr>
          <a:xfrm>
            <a:off x="5636795" y="1876926"/>
            <a:ext cx="204537" cy="294774"/>
          </a:xfrm>
          <a:prstGeom prst="ellipse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1660588E-A1E1-E951-4F07-7F90FB43F797}"/>
              </a:ext>
            </a:extLst>
          </p:cNvPr>
          <p:cNvSpPr/>
          <p:nvPr/>
        </p:nvSpPr>
        <p:spPr>
          <a:xfrm>
            <a:off x="1997242" y="2173202"/>
            <a:ext cx="709863" cy="485775"/>
          </a:xfrm>
          <a:prstGeom prst="ellipse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21AAA7A-DE3F-5631-BD94-7D5DE888AA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01795" y="2767262"/>
            <a:ext cx="1594184" cy="233966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6B4DF09-CB2E-4A97-33D2-A2CE347225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6234" y="1581851"/>
            <a:ext cx="5082653" cy="1185411"/>
          </a:xfrm>
          <a:prstGeom prst="rect">
            <a:avLst/>
          </a:prstGeom>
        </p:spPr>
      </p:pic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27EFD206-2D1B-5DB4-4F1C-92D3CC13AF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16234" y="2875547"/>
            <a:ext cx="4420561" cy="1838502"/>
          </a:xfrm>
        </p:spPr>
        <p:txBody>
          <a:bodyPr/>
          <a:lstStyle/>
          <a:p>
            <a:r>
              <a:rPr lang="es-MX" dirty="0"/>
              <a:t>Si hay muchas instrucciones, todas deben tener la misma indentación</a:t>
            </a:r>
          </a:p>
        </p:txBody>
      </p:sp>
    </p:spTree>
    <p:extLst>
      <p:ext uri="{BB962C8B-B14F-4D97-AF65-F5344CB8AC3E}">
        <p14:creationId xmlns:p14="http://schemas.microsoft.com/office/powerpoint/2010/main" val="3103792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E23535-F41D-E6F4-224E-FC135FA810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Sintaxis desglosada: </a:t>
            </a:r>
            <a:r>
              <a:rPr lang="es-MX" b="1" i="1" dirty="0"/>
              <a:t>sintaxis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E47979-8E33-CE8F-54D8-B2660D83448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11</a:t>
            </a:fld>
            <a:endParaRPr lang="en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27899C62-D75C-ED77-21BB-77EA24EF3E7C}"/>
              </a:ext>
            </a:extLst>
          </p:cNvPr>
          <p:cNvSpPr/>
          <p:nvPr/>
        </p:nvSpPr>
        <p:spPr>
          <a:xfrm>
            <a:off x="5636795" y="1876926"/>
            <a:ext cx="204537" cy="294774"/>
          </a:xfrm>
          <a:prstGeom prst="ellipse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1660588E-A1E1-E951-4F07-7F90FB43F797}"/>
              </a:ext>
            </a:extLst>
          </p:cNvPr>
          <p:cNvSpPr/>
          <p:nvPr/>
        </p:nvSpPr>
        <p:spPr>
          <a:xfrm>
            <a:off x="1997242" y="2173202"/>
            <a:ext cx="709863" cy="485775"/>
          </a:xfrm>
          <a:prstGeom prst="ellipse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BCF9C51-954F-8A8A-76B0-654EFF1062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6233" y="1561093"/>
            <a:ext cx="5085785" cy="109788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06A561F-B765-0A77-3615-AA2F7C8D7EA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90865"/>
          <a:stretch/>
        </p:blipFill>
        <p:spPr>
          <a:xfrm flipV="1">
            <a:off x="1672389" y="2598291"/>
            <a:ext cx="1236216" cy="60685"/>
          </a:xfrm>
          <a:prstGeom prst="rect">
            <a:avLst/>
          </a:prstGeom>
        </p:spPr>
      </p:pic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7215254C-1C92-38F7-51FA-1812C66A9A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16234" y="4011443"/>
            <a:ext cx="5936540" cy="702605"/>
          </a:xfrm>
        </p:spPr>
        <p:txBody>
          <a:bodyPr/>
          <a:lstStyle/>
          <a:p>
            <a:r>
              <a:rPr lang="es-MX" dirty="0"/>
              <a:t>Python nos señala primer lugar donde encuentra una indentación equivocada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D0A050FF-6332-3B28-B323-46A932A378E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64249" y="2658976"/>
            <a:ext cx="4737769" cy="12634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0361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E23535-F41D-E6F4-224E-FC135FA810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Sintaxis desglosada: </a:t>
            </a:r>
            <a:r>
              <a:rPr lang="es-MX" b="1" i="1" dirty="0"/>
              <a:t>sintaxis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E47979-8E33-CE8F-54D8-B2660D83448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12</a:t>
            </a:fld>
            <a:endParaRPr lang="en"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7215254C-1C92-38F7-51FA-1812C66A9A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71305" y="3638079"/>
            <a:ext cx="6351629" cy="702605"/>
          </a:xfrm>
        </p:spPr>
        <p:txBody>
          <a:bodyPr/>
          <a:lstStyle/>
          <a:p>
            <a:r>
              <a:rPr lang="es-MX" dirty="0"/>
              <a:t>En qué línea nos va a dar problemas Python?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F244DE27-EDD0-5B0E-E55A-35CA0EFB5CBF}"/>
              </a:ext>
            </a:extLst>
          </p:cNvPr>
          <p:cNvGrpSpPr/>
          <p:nvPr/>
        </p:nvGrpSpPr>
        <p:grpSpPr>
          <a:xfrm>
            <a:off x="1673914" y="1841949"/>
            <a:ext cx="4546412" cy="1550956"/>
            <a:chOff x="2191272" y="2090670"/>
            <a:chExt cx="3305636" cy="962159"/>
          </a:xfrm>
        </p:grpSpPr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862E1FCF-BFBA-7EC1-1E6F-1BB39257EE4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191272" y="2090670"/>
              <a:ext cx="3305636" cy="962159"/>
            </a:xfrm>
            <a:prstGeom prst="rect">
              <a:avLst/>
            </a:prstGeom>
          </p:spPr>
        </p:pic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8759B311-DC1A-79C1-D644-8B021016AC7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665082" y="2136231"/>
              <a:ext cx="2333951" cy="41915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5358648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E23535-F41D-E6F4-224E-FC135FA810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Un </a:t>
            </a:r>
            <a:r>
              <a:rPr lang="es-MX" b="1" i="1" dirty="0" err="1"/>
              <a:t>string</a:t>
            </a:r>
            <a:r>
              <a:rPr lang="es-MX" dirty="0"/>
              <a:t> es un tipo de </a:t>
            </a:r>
            <a:r>
              <a:rPr lang="es-MX" b="1" i="1" dirty="0"/>
              <a:t>lista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E47979-8E33-CE8F-54D8-B2660D83448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13</a:t>
            </a:fld>
            <a:endParaRPr lang="e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9AED067-6C07-3CB6-45C4-400FCC0662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8300" y="2834070"/>
            <a:ext cx="4961744" cy="1879979"/>
          </a:xfrm>
        </p:spPr>
        <p:txBody>
          <a:bodyPr/>
          <a:lstStyle/>
          <a:p>
            <a:r>
              <a:rPr lang="es-MX" dirty="0"/>
              <a:t>En cada iteración, </a:t>
            </a:r>
            <a:r>
              <a:rPr lang="es-MX" b="1" i="1" dirty="0"/>
              <a:t>letra </a:t>
            </a:r>
            <a:r>
              <a:rPr lang="es-MX" dirty="0"/>
              <a:t>toma el valor de cada una de los </a:t>
            </a:r>
            <a:r>
              <a:rPr lang="es-MX" b="1" i="1" dirty="0"/>
              <a:t>caracteres </a:t>
            </a:r>
            <a:r>
              <a:rPr lang="es-MX" dirty="0"/>
              <a:t>del </a:t>
            </a:r>
            <a:r>
              <a:rPr lang="es-MX" b="1" i="1" dirty="0" err="1"/>
              <a:t>string</a:t>
            </a:r>
            <a:endParaRPr lang="es-MX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1653C8B-A5BE-ADB8-E584-0FBF18142D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8765" y="1807961"/>
            <a:ext cx="4551279" cy="814924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A9C627A2-7BE3-DCAE-4CF7-1FF178B2D9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65337" y="1807961"/>
            <a:ext cx="548699" cy="26924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402365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E23535-F41D-E6F4-224E-FC135FA810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Se puede iterar sobre un número para que imprima sus dígitos?</a:t>
            </a:r>
            <a:endParaRPr lang="es-MX" b="1" i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E47979-8E33-CE8F-54D8-B2660D83448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14</a:t>
            </a:fld>
            <a:endParaRPr lang="e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626C5DF-6D22-434E-664C-4690ECEA00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0976" y="2161125"/>
            <a:ext cx="3768088" cy="821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009505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E23535-F41D-E6F4-224E-FC135FA810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Se puede iterar sobre un número para que imprima sus dígitos?</a:t>
            </a:r>
            <a:endParaRPr lang="es-MX" b="1" i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E47979-8E33-CE8F-54D8-B2660D83448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15</a:t>
            </a:fld>
            <a:endParaRPr lang="e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7F583F6-474D-1E10-265E-0734553557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0976" y="2976359"/>
            <a:ext cx="4784105" cy="821250"/>
          </a:xfrm>
          <a:prstGeom prst="rect">
            <a:avLst/>
          </a:prstGeom>
        </p:spPr>
      </p:pic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E2BE79C0-B69A-149B-A5F4-159BA29FD6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8300" y="3856649"/>
            <a:ext cx="6945816" cy="857400"/>
          </a:xfrm>
        </p:spPr>
        <p:txBody>
          <a:bodyPr/>
          <a:lstStyle/>
          <a:p>
            <a:r>
              <a:rPr lang="es-MX" dirty="0"/>
              <a:t>No, Python nos dice que un número no es un </a:t>
            </a:r>
            <a:r>
              <a:rPr lang="es-MX" b="1" i="1" dirty="0"/>
              <a:t>objeto </a:t>
            </a:r>
            <a:r>
              <a:rPr lang="es-MX" dirty="0"/>
              <a:t>sobre el que pueda iterar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6794875-2770-4EFA-9859-0DEA63650E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70976" y="2179866"/>
            <a:ext cx="3810198" cy="8004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20626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E23535-F41D-E6F4-224E-FC135FA810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Qué podemos hacer para imprimir los dígitos de un número?</a:t>
            </a:r>
            <a:endParaRPr lang="es-MX" b="1" i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E47979-8E33-CE8F-54D8-B2660D83448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16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50967267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E23535-F41D-E6F4-224E-FC135FA810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Qué podemos hacer para imprimir los dígitos de un número?</a:t>
            </a:r>
            <a:endParaRPr lang="es-MX" b="1" i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E47979-8E33-CE8F-54D8-B2660D83448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17</a:t>
            </a:fld>
            <a:endParaRPr lang="en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E2BE79C0-B69A-149B-A5F4-159BA29FD6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8300" y="3856649"/>
            <a:ext cx="6945816" cy="857400"/>
          </a:xfrm>
        </p:spPr>
        <p:txBody>
          <a:bodyPr/>
          <a:lstStyle/>
          <a:p>
            <a:r>
              <a:rPr lang="es-MX" dirty="0"/>
              <a:t>No, Python nos dice que un número no es un </a:t>
            </a:r>
            <a:r>
              <a:rPr lang="es-MX" b="1" i="1" dirty="0"/>
              <a:t>objeto </a:t>
            </a:r>
            <a:r>
              <a:rPr lang="es-MX" dirty="0"/>
              <a:t>sobre el que pueda iterar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0D02032-B7C7-C159-CF0F-B7B6FE9584E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6919"/>
          <a:stretch/>
        </p:blipFill>
        <p:spPr>
          <a:xfrm>
            <a:off x="1841630" y="1955834"/>
            <a:ext cx="4641627" cy="1052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314472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E23535-F41D-E6F4-224E-FC135FA810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Sobre qué otras cosas podemos </a:t>
            </a:r>
            <a:r>
              <a:rPr lang="es-MX" b="1" i="1" dirty="0"/>
              <a:t>iterar</a:t>
            </a:r>
            <a:r>
              <a:rPr lang="es-MX" dirty="0"/>
              <a:t>?</a:t>
            </a:r>
            <a:endParaRPr lang="es-MX" b="1" i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E47979-8E33-CE8F-54D8-B2660D83448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18</a:t>
            </a:fld>
            <a:endParaRPr lang="en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E2BE79C0-B69A-149B-A5F4-159BA29FD6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8300" y="1876926"/>
            <a:ext cx="6945816" cy="2837123"/>
          </a:xfrm>
        </p:spPr>
        <p:txBody>
          <a:bodyPr/>
          <a:lstStyle/>
          <a:p>
            <a:r>
              <a:rPr lang="es-MX" dirty="0"/>
              <a:t>Hay varios objetos </a:t>
            </a:r>
            <a:r>
              <a:rPr lang="es-MX" b="1" i="1" dirty="0"/>
              <a:t>iterables </a:t>
            </a:r>
            <a:r>
              <a:rPr lang="es-MX" dirty="0"/>
              <a:t>en Python</a:t>
            </a:r>
          </a:p>
          <a:p>
            <a:r>
              <a:rPr lang="es-MX" dirty="0"/>
              <a:t>El más sencillo es una </a:t>
            </a:r>
            <a:r>
              <a:rPr lang="es-MX" b="1" i="1" dirty="0"/>
              <a:t>lista</a:t>
            </a:r>
            <a:endParaRPr lang="es-MX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4FDE729-182E-F09A-CDCB-36C5C5D264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8300" y="2961842"/>
            <a:ext cx="6901983" cy="4178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702249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E23535-F41D-E6F4-224E-FC135FA810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Sintaxis </a:t>
            </a:r>
            <a:r>
              <a:rPr lang="es-MX" b="1" i="1" dirty="0"/>
              <a:t>lista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E47979-8E33-CE8F-54D8-B2660D83448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19</a:t>
            </a:fld>
            <a:endParaRPr lang="e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4FDE729-182E-F09A-CDCB-36C5C5D264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858" y="2792215"/>
            <a:ext cx="6901983" cy="417866"/>
          </a:xfrm>
          <a:prstGeom prst="rect">
            <a:avLst/>
          </a:prstGeom>
        </p:spPr>
      </p:pic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9549364A-66FE-27C2-2C22-28657135C915}"/>
              </a:ext>
            </a:extLst>
          </p:cNvPr>
          <p:cNvSpPr txBox="1">
            <a:spLocks/>
          </p:cNvSpPr>
          <p:nvPr/>
        </p:nvSpPr>
        <p:spPr>
          <a:xfrm>
            <a:off x="1454022" y="1499666"/>
            <a:ext cx="1582152" cy="642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 ea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Titillium Web Light"/>
              <a:buChar char="▪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1pPr>
            <a:lvl2pPr marL="914400" marR="0" lvl="1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Titillium Web Light"/>
              <a:buChar char="▫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2pPr>
            <a:lvl3pPr marL="1371600" marR="0" lvl="2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Titillium Web Light"/>
              <a:buChar char="▫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3pPr>
            <a:lvl4pPr marL="1828800" marR="0" lvl="3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▫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4pPr>
            <a:lvl5pPr marL="2286000" marR="0" lvl="4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▫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5pPr>
            <a:lvl6pPr marL="2743200" marR="0" lvl="5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▫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6pPr>
            <a:lvl7pPr marL="3200400" marR="0" lvl="6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●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7pPr>
            <a:lvl8pPr marL="3657600" marR="0" lvl="7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○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8pPr>
            <a:lvl9pPr marL="4114800" marR="0" lvl="8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■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9pPr>
          </a:lstStyle>
          <a:p>
            <a:pPr marL="76200" indent="0">
              <a:buFont typeface="Titillium Web Light"/>
              <a:buNone/>
            </a:pPr>
            <a:r>
              <a:rPr lang="en-US" dirty="0" err="1"/>
              <a:t>Nombre</a:t>
            </a:r>
            <a:r>
              <a:rPr lang="en-US" dirty="0"/>
              <a:t> de la </a:t>
            </a:r>
            <a:r>
              <a:rPr lang="en-US" dirty="0" err="1"/>
              <a:t>lista</a:t>
            </a:r>
            <a:endParaRPr lang="es-MX" dirty="0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9C33513B-0B25-4FAF-4307-C24BF02BE4AB}"/>
              </a:ext>
            </a:extLst>
          </p:cNvPr>
          <p:cNvCxnSpPr>
            <a:cxnSpLocks/>
          </p:cNvCxnSpPr>
          <p:nvPr/>
        </p:nvCxnSpPr>
        <p:spPr>
          <a:xfrm>
            <a:off x="2234275" y="2351285"/>
            <a:ext cx="0" cy="539416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1394BD4D-DEA0-8ACA-6D0A-3D678E578C53}"/>
              </a:ext>
            </a:extLst>
          </p:cNvPr>
          <p:cNvSpPr txBox="1">
            <a:spLocks/>
          </p:cNvSpPr>
          <p:nvPr/>
        </p:nvSpPr>
        <p:spPr>
          <a:xfrm>
            <a:off x="1784890" y="3443454"/>
            <a:ext cx="1884741" cy="642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 ea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Titillium Web Light"/>
              <a:buChar char="▪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1pPr>
            <a:lvl2pPr marL="914400" marR="0" lvl="1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Titillium Web Light"/>
              <a:buChar char="▫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2pPr>
            <a:lvl3pPr marL="1371600" marR="0" lvl="2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Titillium Web Light"/>
              <a:buChar char="▫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3pPr>
            <a:lvl4pPr marL="1828800" marR="0" lvl="3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▫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4pPr>
            <a:lvl5pPr marL="2286000" marR="0" lvl="4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▫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5pPr>
            <a:lvl6pPr marL="2743200" marR="0" lvl="5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▫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6pPr>
            <a:lvl7pPr marL="3200400" marR="0" lvl="6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●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7pPr>
            <a:lvl8pPr marL="3657600" marR="0" lvl="7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○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8pPr>
            <a:lvl9pPr marL="4114800" marR="0" lvl="8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■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9pPr>
          </a:lstStyle>
          <a:p>
            <a:pPr marL="76200" indent="0">
              <a:buFont typeface="Titillium Web Light"/>
              <a:buNone/>
            </a:pPr>
            <a:r>
              <a:rPr lang="es-MX" dirty="0"/>
              <a:t>Sintaxis de asignación de variable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B3492B36-BEF9-1A70-CE8C-F6B578B205D9}"/>
              </a:ext>
            </a:extLst>
          </p:cNvPr>
          <p:cNvCxnSpPr>
            <a:cxnSpLocks/>
          </p:cNvCxnSpPr>
          <p:nvPr/>
        </p:nvCxnSpPr>
        <p:spPr>
          <a:xfrm flipV="1">
            <a:off x="2727260" y="3111166"/>
            <a:ext cx="637984" cy="540418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899E1862-8677-552B-5002-2E01C1C00A72}"/>
              </a:ext>
            </a:extLst>
          </p:cNvPr>
          <p:cNvSpPr txBox="1">
            <a:spLocks/>
          </p:cNvSpPr>
          <p:nvPr/>
        </p:nvSpPr>
        <p:spPr>
          <a:xfrm>
            <a:off x="4098849" y="1165492"/>
            <a:ext cx="2418346" cy="808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 ea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Titillium Web Light"/>
              <a:buChar char="▪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1pPr>
            <a:lvl2pPr marL="914400" marR="0" lvl="1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Titillium Web Light"/>
              <a:buChar char="▫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2pPr>
            <a:lvl3pPr marL="1371600" marR="0" lvl="2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Titillium Web Light"/>
              <a:buChar char="▫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3pPr>
            <a:lvl4pPr marL="1828800" marR="0" lvl="3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▫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4pPr>
            <a:lvl5pPr marL="2286000" marR="0" lvl="4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▫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5pPr>
            <a:lvl6pPr marL="2743200" marR="0" lvl="5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▫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6pPr>
            <a:lvl7pPr marL="3200400" marR="0" lvl="6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●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7pPr>
            <a:lvl8pPr marL="3657600" marR="0" lvl="7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○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8pPr>
            <a:lvl9pPr marL="4114800" marR="0" lvl="8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■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9pPr>
          </a:lstStyle>
          <a:p>
            <a:pPr marL="76200" indent="0">
              <a:buFont typeface="Titillium Web Light"/>
              <a:buNone/>
            </a:pPr>
            <a:r>
              <a:rPr lang="es-MX" dirty="0"/>
              <a:t>Corchetes delimitando los </a:t>
            </a:r>
            <a:r>
              <a:rPr lang="es-MX" b="1" i="1" dirty="0"/>
              <a:t>elementos (</a:t>
            </a:r>
            <a:r>
              <a:rPr lang="es-MX" b="1" i="1" dirty="0" err="1"/>
              <a:t>items</a:t>
            </a:r>
            <a:r>
              <a:rPr lang="es-MX" b="1" i="1" dirty="0"/>
              <a:t>)</a:t>
            </a:r>
            <a:endParaRPr lang="es-MX" dirty="0"/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1CC92DC4-77C7-19D3-E0D4-E85EAA107251}"/>
              </a:ext>
            </a:extLst>
          </p:cNvPr>
          <p:cNvCxnSpPr>
            <a:cxnSpLocks/>
          </p:cNvCxnSpPr>
          <p:nvPr/>
        </p:nvCxnSpPr>
        <p:spPr>
          <a:xfrm>
            <a:off x="5469844" y="2351285"/>
            <a:ext cx="1520503" cy="539416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816454A4-D9AB-676C-9F70-1632EC2BF703}"/>
              </a:ext>
            </a:extLst>
          </p:cNvPr>
          <p:cNvCxnSpPr>
            <a:cxnSpLocks/>
          </p:cNvCxnSpPr>
          <p:nvPr/>
        </p:nvCxnSpPr>
        <p:spPr>
          <a:xfrm flipH="1">
            <a:off x="3669631" y="2351285"/>
            <a:ext cx="1800213" cy="539416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5A4B6125-F083-A606-B982-319F8859351C}"/>
              </a:ext>
            </a:extLst>
          </p:cNvPr>
          <p:cNvSpPr txBox="1">
            <a:spLocks/>
          </p:cNvSpPr>
          <p:nvPr/>
        </p:nvSpPr>
        <p:spPr>
          <a:xfrm>
            <a:off x="4539860" y="3360528"/>
            <a:ext cx="2418346" cy="808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 ea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Titillium Web Light"/>
              <a:buChar char="▪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1pPr>
            <a:lvl2pPr marL="914400" marR="0" lvl="1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Titillium Web Light"/>
              <a:buChar char="▫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2pPr>
            <a:lvl3pPr marL="1371600" marR="0" lvl="2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Titillium Web Light"/>
              <a:buChar char="▫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3pPr>
            <a:lvl4pPr marL="1828800" marR="0" lvl="3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▫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4pPr>
            <a:lvl5pPr marL="2286000" marR="0" lvl="4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▫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5pPr>
            <a:lvl6pPr marL="2743200" marR="0" lvl="5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▫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6pPr>
            <a:lvl7pPr marL="3200400" marR="0" lvl="6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●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7pPr>
            <a:lvl8pPr marL="3657600" marR="0" lvl="7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○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8pPr>
            <a:lvl9pPr marL="4114800" marR="0" lvl="8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■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9pPr>
          </a:lstStyle>
          <a:p>
            <a:pPr marL="76200" indent="0">
              <a:buFont typeface="Titillium Web Light"/>
              <a:buNone/>
            </a:pPr>
            <a:r>
              <a:rPr lang="es-MX" b="1" i="1" dirty="0"/>
              <a:t>Elementos </a:t>
            </a:r>
            <a:r>
              <a:rPr lang="es-MX" dirty="0"/>
              <a:t>separados por comas</a:t>
            </a:r>
            <a:endParaRPr lang="es-MX" b="1" i="1" dirty="0"/>
          </a:p>
        </p:txBody>
      </p:sp>
      <p:sp>
        <p:nvSpPr>
          <p:cNvPr id="23" name="Right Brace 22">
            <a:extLst>
              <a:ext uri="{FF2B5EF4-FFF2-40B4-BE49-F238E27FC236}">
                <a16:creationId xmlns:a16="http://schemas.microsoft.com/office/drawing/2014/main" id="{A7E2E18E-AA20-EC90-F3E2-FF921BA8D676}"/>
              </a:ext>
            </a:extLst>
          </p:cNvPr>
          <p:cNvSpPr/>
          <p:nvPr/>
        </p:nvSpPr>
        <p:spPr>
          <a:xfrm rot="5400000">
            <a:off x="5256509" y="1806728"/>
            <a:ext cx="294699" cy="3172975"/>
          </a:xfrm>
          <a:prstGeom prst="rightBrace">
            <a:avLst>
              <a:gd name="adj1" fmla="val 118565"/>
              <a:gd name="adj2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54506520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E23535-F41D-E6F4-224E-FC135FA810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Las listas pueden contener cualquier tipo de </a:t>
            </a:r>
            <a:r>
              <a:rPr lang="es-MX" b="1" i="1" dirty="0"/>
              <a:t>objetos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E47979-8E33-CE8F-54D8-B2660D83448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20</a:t>
            </a:fld>
            <a:endParaRPr lang="e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4245482-E331-78D5-A4F9-15BF7C74D2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1080" y="2509038"/>
            <a:ext cx="6432139" cy="9620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983434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E23535-F41D-E6F4-224E-FC135FA810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También pueden contener otras variables</a:t>
            </a:r>
            <a:endParaRPr lang="es-MX" b="1" i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E47979-8E33-CE8F-54D8-B2660D83448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21</a:t>
            </a:fld>
            <a:endParaRPr lang="e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B26A0DB-47E5-EE60-78A6-8AEB47BDF4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5692" y="2127785"/>
            <a:ext cx="4912587" cy="11568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287015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E23535-F41D-E6F4-224E-FC135FA810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Las </a:t>
            </a:r>
            <a:r>
              <a:rPr lang="es-MX" b="1" i="1" dirty="0"/>
              <a:t>listas </a:t>
            </a:r>
            <a:r>
              <a:rPr lang="es-MX" dirty="0"/>
              <a:t>pueden incluso contener otras listas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E47979-8E33-CE8F-54D8-B2660D83448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22</a:t>
            </a:fld>
            <a:endParaRPr lang="e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3405AE0-8B4D-FD92-1089-AEC3872AFB7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8955"/>
          <a:stretch/>
        </p:blipFill>
        <p:spPr>
          <a:xfrm>
            <a:off x="718300" y="2190697"/>
            <a:ext cx="6666720" cy="10397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091584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E23535-F41D-E6F4-224E-FC135FA810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6269" y="1082275"/>
            <a:ext cx="6761100" cy="857400"/>
          </a:xfrm>
        </p:spPr>
        <p:txBody>
          <a:bodyPr/>
          <a:lstStyle/>
          <a:p>
            <a:r>
              <a:rPr lang="es-MX" dirty="0"/>
              <a:t>Podemos agregarle o quitarle elementos a la </a:t>
            </a:r>
            <a:r>
              <a:rPr lang="es-MX" b="1" i="1" dirty="0"/>
              <a:t>lista</a:t>
            </a:r>
            <a:r>
              <a:rPr lang="es-MX" dirty="0"/>
              <a:t> usando sus </a:t>
            </a:r>
            <a:r>
              <a:rPr lang="es-MX" b="1" i="1" dirty="0"/>
              <a:t>métodos</a:t>
            </a:r>
            <a:endParaRPr lang="es-MX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E47979-8E33-CE8F-54D8-B2660D83448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23</a:t>
            </a:fld>
            <a:endParaRPr lang="e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910DC29-D78E-898E-56AF-692EF77527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0208" y="2139801"/>
            <a:ext cx="3652997" cy="148259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9782C5B-E078-9B67-A6CE-8AB2675520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47865" y="3622398"/>
            <a:ext cx="2277907" cy="3644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102241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E23535-F41D-E6F4-224E-FC135FA810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8300" y="943912"/>
            <a:ext cx="6761100" cy="857400"/>
          </a:xfrm>
        </p:spPr>
        <p:txBody>
          <a:bodyPr/>
          <a:lstStyle/>
          <a:p>
            <a:r>
              <a:rPr lang="es-MX" dirty="0"/>
              <a:t>Para crear una lista vacía se puede hacer de dos formas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E47979-8E33-CE8F-54D8-B2660D83448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24</a:t>
            </a:fld>
            <a:endParaRPr lang="e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FBD09FC-9FCC-775A-CA87-7698A2ECA1F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10271"/>
          <a:stretch/>
        </p:blipFill>
        <p:spPr>
          <a:xfrm>
            <a:off x="1791044" y="2292981"/>
            <a:ext cx="4044272" cy="868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935178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E23535-F41D-E6F4-224E-FC135FA810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8300" y="943912"/>
            <a:ext cx="6761100" cy="857400"/>
          </a:xfrm>
        </p:spPr>
        <p:txBody>
          <a:bodyPr/>
          <a:lstStyle/>
          <a:p>
            <a:r>
              <a:rPr lang="es-MX" dirty="0"/>
              <a:t>Hay que tener cuidado si tenemos listas con variables de diferentes tipos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E47979-8E33-CE8F-54D8-B2660D83448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25</a:t>
            </a:fld>
            <a:endParaRPr lang="en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1BCB9134-36E2-457F-7053-41AA581ABC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555" y="2019223"/>
            <a:ext cx="6409553" cy="1539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320190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E23535-F41D-E6F4-224E-FC135FA810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8300" y="943912"/>
            <a:ext cx="6761100" cy="857400"/>
          </a:xfrm>
        </p:spPr>
        <p:txBody>
          <a:bodyPr/>
          <a:lstStyle/>
          <a:p>
            <a:r>
              <a:rPr lang="es-MX" dirty="0"/>
              <a:t>Hay que tener cuidado si tenemos listas con variables de diferentes tipos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E47979-8E33-CE8F-54D8-B2660D83448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26</a:t>
            </a:fld>
            <a:endParaRPr lang="en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1BCB9134-36E2-457F-7053-41AA581ABC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555" y="2019223"/>
            <a:ext cx="6409553" cy="153935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07B8063-5514-790C-45C2-A572D1401A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0109" y="3558576"/>
            <a:ext cx="5558999" cy="6514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130638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E23535-F41D-E6F4-224E-FC135FA810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8300" y="943912"/>
            <a:ext cx="6761100" cy="857400"/>
          </a:xfrm>
        </p:spPr>
        <p:txBody>
          <a:bodyPr/>
          <a:lstStyle/>
          <a:p>
            <a:r>
              <a:rPr lang="es-MX" dirty="0"/>
              <a:t>Hay que tener cuidado si tenemos listas con variables de diferentes tipos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E47979-8E33-CE8F-54D8-B2660D83448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27</a:t>
            </a:fld>
            <a:endParaRPr lang="e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574DDD1-FE2D-A65F-5CE4-8AA1BD667A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6870" y="2009696"/>
            <a:ext cx="6025370" cy="150954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F89AB67-E476-B864-ABD2-95676F207D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8435" y="3504197"/>
            <a:ext cx="2005011" cy="1266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257879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E23535-F41D-E6F4-224E-FC135FA810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8300" y="943912"/>
            <a:ext cx="6761100" cy="857400"/>
          </a:xfrm>
        </p:spPr>
        <p:txBody>
          <a:bodyPr/>
          <a:lstStyle/>
          <a:p>
            <a:r>
              <a:rPr lang="es-MX" dirty="0"/>
              <a:t>Podemos utilizar un </a:t>
            </a:r>
            <a:r>
              <a:rPr lang="es-MX" b="1" i="1" dirty="0"/>
              <a:t>ciclo </a:t>
            </a:r>
            <a:r>
              <a:rPr lang="es-MX" dirty="0"/>
              <a:t>para llenar una lista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E47979-8E33-CE8F-54D8-B2660D83448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28</a:t>
            </a:fld>
            <a:endParaRPr lang="en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69DCB66-1508-8CB9-C1B5-9479F2FDE1E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6546"/>
          <a:stretch/>
        </p:blipFill>
        <p:spPr>
          <a:xfrm>
            <a:off x="1898308" y="1953560"/>
            <a:ext cx="3816691" cy="138862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234960F-BAC9-249D-1984-6992904C1F5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55698" y="3612900"/>
            <a:ext cx="4094694" cy="381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421691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E23535-F41D-E6F4-224E-FC135FA810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8300" y="943912"/>
            <a:ext cx="6761100" cy="857400"/>
          </a:xfrm>
        </p:spPr>
        <p:txBody>
          <a:bodyPr/>
          <a:lstStyle/>
          <a:p>
            <a:r>
              <a:rPr lang="es-MX" dirty="0"/>
              <a:t>Podemos utilizar un </a:t>
            </a:r>
            <a:r>
              <a:rPr lang="es-MX" b="1" i="1" dirty="0"/>
              <a:t>ciclo </a:t>
            </a:r>
            <a:r>
              <a:rPr lang="es-MX" dirty="0"/>
              <a:t>para llenar una lista… más interesante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E47979-8E33-CE8F-54D8-B2660D83448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29</a:t>
            </a:fld>
            <a:endParaRPr lang="e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237DD7C-6C9B-AFF7-EF24-C27EF064A0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55698" y="2024067"/>
            <a:ext cx="4007220" cy="141793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55A5710-002D-86F1-F8D1-74CF72939B4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55698" y="3664761"/>
            <a:ext cx="4777614" cy="3920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158033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CA869F-8F6F-B27C-CCFC-D7DE091D6E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Ya podemos empezar a hacer programas más interesantes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1366DEC-2C4F-9A96-869D-E37D666C5D3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 dirty="0"/>
              <a:t>Dada una secuencia de ADN contar cuántas veces aparece cada nucleótido</a:t>
            </a:r>
          </a:p>
          <a:p>
            <a:endParaRPr lang="es-MX" dirty="0"/>
          </a:p>
          <a:p>
            <a:endParaRPr lang="es-MX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413566-227E-7CB0-59C2-F2ABEBC7C8E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30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55002172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CA869F-8F6F-B27C-CCFC-D7DE091D6E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Ya podemos empezar a hacer programas más interesantes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1366DEC-2C4F-9A96-869D-E37D666C5D3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 dirty="0"/>
              <a:t>Dada una secuencia de Proteína contar cuántas veces aparece </a:t>
            </a:r>
            <a:r>
              <a:rPr lang="es-MX"/>
              <a:t>cada aminoácido</a:t>
            </a:r>
            <a:endParaRPr lang="es-MX" dirty="0"/>
          </a:p>
          <a:p>
            <a:endParaRPr lang="es-MX" dirty="0"/>
          </a:p>
          <a:p>
            <a:endParaRPr lang="es-MX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413566-227E-7CB0-59C2-F2ABEBC7C8E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31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792986629"/>
      </p:ext>
    </p:extLst>
  </p:cSld>
  <p:clrMapOvr>
    <a:masterClrMapping/>
  </p:clrMapOvr>
</p:sld>
</file>

<file path=ppt/theme/theme1.xml><?xml version="1.0" encoding="utf-8"?>
<a:theme xmlns:a="http://schemas.openxmlformats.org/drawingml/2006/main" name="Mowbray template">
  <a:themeElements>
    <a:clrScheme name="C3 Idea 1">
      <a:dk1>
        <a:srgbClr val="0F6082"/>
      </a:dk1>
      <a:lt1>
        <a:srgbClr val="F6EAD1"/>
      </a:lt1>
      <a:dk2>
        <a:srgbClr val="093C51"/>
      </a:dk2>
      <a:lt2>
        <a:srgbClr val="E9F4FB"/>
      </a:lt2>
      <a:accent1>
        <a:srgbClr val="5386A4"/>
      </a:accent1>
      <a:accent2>
        <a:srgbClr val="E9CB8D"/>
      </a:accent2>
      <a:accent3>
        <a:srgbClr val="C9E3F6"/>
      </a:accent3>
      <a:accent4>
        <a:srgbClr val="71A9BF"/>
      </a:accent4>
      <a:accent5>
        <a:srgbClr val="0F6082"/>
      </a:accent5>
      <a:accent6>
        <a:srgbClr val="6FAEC8"/>
      </a:accent6>
      <a:hlink>
        <a:srgbClr val="E9CB8D"/>
      </a:hlink>
      <a:folHlink>
        <a:srgbClr val="E9CB8D"/>
      </a:folHlink>
    </a:clrScheme>
    <a:fontScheme name="Custom 1">
      <a:majorFont>
        <a:latin typeface="Exo"/>
        <a:ea typeface=""/>
        <a:cs typeface=""/>
      </a:majorFont>
      <a:minorFont>
        <a:latin typeface="Alegreya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owbray · SlidesCarnival colores c3 template" id="{BDF81AEB-CF00-443C-8459-389E8714FB5F}" vid="{B4CCEA33-2A96-4F2F-B516-DD39C0EBEA65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template c3</Template>
  <TotalTime>216</TotalTime>
  <Words>607</Words>
  <Application>Microsoft Office PowerPoint</Application>
  <PresentationFormat>On-screen Show (16:9)</PresentationFormat>
  <Paragraphs>91</Paragraphs>
  <Slides>31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5" baseType="lpstr">
      <vt:lpstr>Arial</vt:lpstr>
      <vt:lpstr>Dosis ExtraLight</vt:lpstr>
      <vt:lpstr>Titillium Web Light</vt:lpstr>
      <vt:lpstr>Mowbray template</vt:lpstr>
      <vt:lpstr>Introducción a Python: Ciclos</vt:lpstr>
      <vt:lpstr>El punto de usar una computadora es hacer las tareas “simples” que ya hacemos más rápido y sin equivocarse</vt:lpstr>
      <vt:lpstr>Un ciclo es una forma de repetir muchas veces una tarea</vt:lpstr>
      <vt:lpstr>Un ciclo es una forma de repetir muchas veces una tarea</vt:lpstr>
      <vt:lpstr>Sintaxis desglosada: for</vt:lpstr>
      <vt:lpstr>Sintaxis desglosada: variable a iterar</vt:lpstr>
      <vt:lpstr>Sintaxis desglosada: in</vt:lpstr>
      <vt:lpstr>Sintaxis desglosada: lista de valores</vt:lpstr>
      <vt:lpstr>Sintaxis desglosada: sintaxis</vt:lpstr>
      <vt:lpstr>Sintaxis desglosada: sintaxis</vt:lpstr>
      <vt:lpstr>Sintaxis desglosada: sintaxis</vt:lpstr>
      <vt:lpstr>Sintaxis desglosada: sintaxis</vt:lpstr>
      <vt:lpstr>Un string es un tipo de lista</vt:lpstr>
      <vt:lpstr>Se puede iterar sobre un número para que imprima sus dígitos?</vt:lpstr>
      <vt:lpstr>Se puede iterar sobre un número para que imprima sus dígitos?</vt:lpstr>
      <vt:lpstr>Qué podemos hacer para imprimir los dígitos de un número?</vt:lpstr>
      <vt:lpstr>Qué podemos hacer para imprimir los dígitos de un número?</vt:lpstr>
      <vt:lpstr>Sobre qué otras cosas podemos iterar?</vt:lpstr>
      <vt:lpstr>Sintaxis lista</vt:lpstr>
      <vt:lpstr>Las listas pueden contener cualquier tipo de objetos</vt:lpstr>
      <vt:lpstr>También pueden contener otras variables</vt:lpstr>
      <vt:lpstr>Las listas pueden incluso contener otras listas</vt:lpstr>
      <vt:lpstr>Podemos agregarle o quitarle elementos a la lista usando sus métodos</vt:lpstr>
      <vt:lpstr>Para crear una lista vacía se puede hacer de dos formas</vt:lpstr>
      <vt:lpstr>Hay que tener cuidado si tenemos listas con variables de diferentes tipos</vt:lpstr>
      <vt:lpstr>Hay que tener cuidado si tenemos listas con variables de diferentes tipos</vt:lpstr>
      <vt:lpstr>Hay que tener cuidado si tenemos listas con variables de diferentes tipos</vt:lpstr>
      <vt:lpstr>Podemos utilizar un ciclo para llenar una lista</vt:lpstr>
      <vt:lpstr>Podemos utilizar un ciclo para llenar una lista… más interesante</vt:lpstr>
      <vt:lpstr>Ya podemos empezar a hacer programas más interesantes</vt:lpstr>
      <vt:lpstr>Ya podemos empezar a hacer programas más interesantes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Introducción a Python: Variables</dc:title>
  <dc:creator>Fernando Fontove</dc:creator>
  <cp:lastModifiedBy>Fernando Fontove</cp:lastModifiedBy>
  <cp:revision>2</cp:revision>
  <dcterms:created xsi:type="dcterms:W3CDTF">2023-08-17T04:46:33Z</dcterms:created>
  <dcterms:modified xsi:type="dcterms:W3CDTF">2025-08-28T19:31:42Z</dcterms:modified>
</cp:coreProperties>
</file>