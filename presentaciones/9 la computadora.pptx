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</p:sldIdLst>
  <p:sldSz cx="9144000" cy="5143500" type="screen16x9"/>
  <p:notesSz cx="6858000" cy="9144000"/>
  <p:embeddedFontLst>
    <p:embeddedFont>
      <p:font typeface="Dosis ExtraLight" pitchFamily="2" charset="0"/>
      <p:regular r:id="rId20"/>
      <p:bold r:id="rId21"/>
    </p:embeddedFont>
    <p:embeddedFont>
      <p:font typeface="Titillium Web Light" panose="000004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24753E-8A85-4BEE-97E2-441CDA198357}">
  <a:tblStyle styleId="{0F24753E-8A85-4BEE-97E2-441CDA1983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787F38-7B79-44E3-ACA7-109338EB0D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7" autoAdjust="0"/>
    <p:restoredTop sz="96652" autoAdjust="0"/>
  </p:normalViewPr>
  <p:slideViewPr>
    <p:cSldViewPr snapToGrid="0">
      <p:cViewPr varScale="1">
        <p:scale>
          <a:sx n="146" d="100"/>
          <a:sy n="146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Fontove" userId="39bcb981d82c3800" providerId="LiveId" clId="{0F86CB03-65BD-4E8E-B714-35112D2D44FF}"/>
    <pc:docChg chg="undo custSel addSld delSld modSld sldOrd">
      <pc:chgData name="Fernando Fontove" userId="39bcb981d82c3800" providerId="LiveId" clId="{0F86CB03-65BD-4E8E-B714-35112D2D44FF}" dt="2023-11-16T19:29:12.961" v="2503" actId="47"/>
      <pc:docMkLst>
        <pc:docMk/>
      </pc:docMkLst>
      <pc:sldChg chg="modSp mod">
        <pc:chgData name="Fernando Fontove" userId="39bcb981d82c3800" providerId="LiveId" clId="{0F86CB03-65BD-4E8E-B714-35112D2D44FF}" dt="2023-11-16T18:59:00.536" v="14" actId="20577"/>
        <pc:sldMkLst>
          <pc:docMk/>
          <pc:sldMk cId="0" sldId="256"/>
        </pc:sldMkLst>
        <pc:spChg chg="mod">
          <ac:chgData name="Fernando Fontove" userId="39bcb981d82c3800" providerId="LiveId" clId="{0F86CB03-65BD-4E8E-B714-35112D2D44FF}" dt="2023-11-16T18:59:00.536" v="14" actId="20577"/>
          <ac:spMkLst>
            <pc:docMk/>
            <pc:sldMk cId="0" sldId="256"/>
            <ac:spMk id="3836" creationId="{00000000-0000-0000-0000-000000000000}"/>
          </ac:spMkLst>
        </pc:spChg>
      </pc:sldChg>
      <pc:sldChg chg="modSp mod">
        <pc:chgData name="Fernando Fontove" userId="39bcb981d82c3800" providerId="LiveId" clId="{0F86CB03-65BD-4E8E-B714-35112D2D44FF}" dt="2023-11-16T18:59:28.037" v="118" actId="20577"/>
        <pc:sldMkLst>
          <pc:docMk/>
          <pc:sldMk cId="4290116703" sldId="266"/>
        </pc:sldMkLst>
        <pc:spChg chg="mod">
          <ac:chgData name="Fernando Fontove" userId="39bcb981d82c3800" providerId="LiveId" clId="{0F86CB03-65BD-4E8E-B714-35112D2D44FF}" dt="2023-11-16T18:59:06.775" v="37" actId="20577"/>
          <ac:spMkLst>
            <pc:docMk/>
            <pc:sldMk cId="4290116703" sldId="266"/>
            <ac:spMk id="2" creationId="{505FF2DE-D293-D21A-5ABC-761D05C12175}"/>
          </ac:spMkLst>
        </pc:spChg>
        <pc:spChg chg="mod">
          <ac:chgData name="Fernando Fontove" userId="39bcb981d82c3800" providerId="LiveId" clId="{0F86CB03-65BD-4E8E-B714-35112D2D44FF}" dt="2023-11-16T18:59:28.037" v="118" actId="20577"/>
          <ac:spMkLst>
            <pc:docMk/>
            <pc:sldMk cId="4290116703" sldId="266"/>
            <ac:spMk id="3" creationId="{16F84921-A05C-6D39-010A-7AD0D354E382}"/>
          </ac:spMkLst>
        </pc:spChg>
      </pc:sldChg>
      <pc:sldChg chg="addSp delSp modSp new mod">
        <pc:chgData name="Fernando Fontove" userId="39bcb981d82c3800" providerId="LiveId" clId="{0F86CB03-65BD-4E8E-B714-35112D2D44FF}" dt="2023-11-16T19:00:33.788" v="139" actId="14100"/>
        <pc:sldMkLst>
          <pc:docMk/>
          <pc:sldMk cId="797579564" sldId="267"/>
        </pc:sldMkLst>
        <pc:spChg chg="mod">
          <ac:chgData name="Fernando Fontove" userId="39bcb981d82c3800" providerId="LiveId" clId="{0F86CB03-65BD-4E8E-B714-35112D2D44FF}" dt="2023-11-16T19:00:27.108" v="136"/>
          <ac:spMkLst>
            <pc:docMk/>
            <pc:sldMk cId="797579564" sldId="267"/>
            <ac:spMk id="2" creationId="{729294C6-4B61-C852-171D-2017B1A9A650}"/>
          </ac:spMkLst>
        </pc:spChg>
        <pc:spChg chg="add del">
          <ac:chgData name="Fernando Fontove" userId="39bcb981d82c3800" providerId="LiveId" clId="{0F86CB03-65BD-4E8E-B714-35112D2D44FF}" dt="2023-11-16T19:00:01.700" v="121" actId="22"/>
          <ac:spMkLst>
            <pc:docMk/>
            <pc:sldMk cId="797579564" sldId="267"/>
            <ac:spMk id="6" creationId="{B6C4E5B8-641F-AA23-AFFB-9826DBEB25A5}"/>
          </ac:spMkLst>
        </pc:spChg>
        <pc:spChg chg="add mod">
          <ac:chgData name="Fernando Fontove" userId="39bcb981d82c3800" providerId="LiveId" clId="{0F86CB03-65BD-4E8E-B714-35112D2D44FF}" dt="2023-11-16T19:00:33.788" v="139" actId="14100"/>
          <ac:spMkLst>
            <pc:docMk/>
            <pc:sldMk cId="797579564" sldId="267"/>
            <ac:spMk id="10" creationId="{14A7E4D2-218F-11F0-A4B7-AC78A516043F}"/>
          </ac:spMkLst>
        </pc:spChg>
        <pc:picChg chg="add mod">
          <ac:chgData name="Fernando Fontove" userId="39bcb981d82c3800" providerId="LiveId" clId="{0F86CB03-65BD-4E8E-B714-35112D2D44FF}" dt="2023-11-16T19:00:11.344" v="127" actId="14100"/>
          <ac:picMkLst>
            <pc:docMk/>
            <pc:sldMk cId="797579564" sldId="267"/>
            <ac:picMk id="8" creationId="{73613D46-D7A6-134A-F0E9-5261FC88C90F}"/>
          </ac:picMkLst>
        </pc:picChg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3390567382" sldId="267"/>
        </pc:sldMkLst>
      </pc:sldChg>
      <pc:sldChg chg="modSp new mod">
        <pc:chgData name="Fernando Fontove" userId="39bcb981d82c3800" providerId="LiveId" clId="{0F86CB03-65BD-4E8E-B714-35112D2D44FF}" dt="2023-11-16T19:01:13.535" v="250" actId="5793"/>
        <pc:sldMkLst>
          <pc:docMk/>
          <pc:sldMk cId="1127358641" sldId="268"/>
        </pc:sldMkLst>
        <pc:spChg chg="mod">
          <ac:chgData name="Fernando Fontove" userId="39bcb981d82c3800" providerId="LiveId" clId="{0F86CB03-65BD-4E8E-B714-35112D2D44FF}" dt="2023-11-16T19:00:46.674" v="185" actId="20577"/>
          <ac:spMkLst>
            <pc:docMk/>
            <pc:sldMk cId="1127358641" sldId="268"/>
            <ac:spMk id="2" creationId="{E3A4F160-5A7B-59DA-AB98-B35CC52623BE}"/>
          </ac:spMkLst>
        </pc:spChg>
        <pc:spChg chg="mod">
          <ac:chgData name="Fernando Fontove" userId="39bcb981d82c3800" providerId="LiveId" clId="{0F86CB03-65BD-4E8E-B714-35112D2D44FF}" dt="2023-11-16T19:01:13.535" v="250" actId="5793"/>
          <ac:spMkLst>
            <pc:docMk/>
            <pc:sldMk cId="1127358641" sldId="268"/>
            <ac:spMk id="3" creationId="{7D450A29-D9BA-57E9-11D4-F08F11BCE2BC}"/>
          </ac:spMkLst>
        </pc:spChg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2470581162" sldId="268"/>
        </pc:sldMkLst>
      </pc:sldChg>
      <pc:sldChg chg="addSp delSp modSp new mod">
        <pc:chgData name="Fernando Fontove" userId="39bcb981d82c3800" providerId="LiveId" clId="{0F86CB03-65BD-4E8E-B714-35112D2D44FF}" dt="2023-11-16T19:02:58.710" v="367" actId="403"/>
        <pc:sldMkLst>
          <pc:docMk/>
          <pc:sldMk cId="1509826555" sldId="269"/>
        </pc:sldMkLst>
        <pc:spChg chg="mod">
          <ac:chgData name="Fernando Fontove" userId="39bcb981d82c3800" providerId="LiveId" clId="{0F86CB03-65BD-4E8E-B714-35112D2D44FF}" dt="2023-11-16T19:01:21.147" v="269" actId="20577"/>
          <ac:spMkLst>
            <pc:docMk/>
            <pc:sldMk cId="1509826555" sldId="269"/>
            <ac:spMk id="2" creationId="{999FA76E-DFFB-579C-4A3D-B6E22D3ADA21}"/>
          </ac:spMkLst>
        </pc:spChg>
        <pc:spChg chg="del">
          <ac:chgData name="Fernando Fontove" userId="39bcb981d82c3800" providerId="LiveId" clId="{0F86CB03-65BD-4E8E-B714-35112D2D44FF}" dt="2023-11-16T19:01:24.145" v="270" actId="478"/>
          <ac:spMkLst>
            <pc:docMk/>
            <pc:sldMk cId="1509826555" sldId="269"/>
            <ac:spMk id="3" creationId="{7732CC8D-E555-C5C1-DC7D-A67735F56EA0}"/>
          </ac:spMkLst>
        </pc:spChg>
        <pc:spChg chg="add mod">
          <ac:chgData name="Fernando Fontove" userId="39bcb981d82c3800" providerId="LiveId" clId="{0F86CB03-65BD-4E8E-B714-35112D2D44FF}" dt="2023-11-16T19:02:58.710" v="367" actId="403"/>
          <ac:spMkLst>
            <pc:docMk/>
            <pc:sldMk cId="1509826555" sldId="269"/>
            <ac:spMk id="5" creationId="{7EE97274-2877-B8F8-23B0-2CC872393EFE}"/>
          </ac:spMkLst>
        </pc:spChg>
        <pc:spChg chg="add del mod">
          <ac:chgData name="Fernando Fontove" userId="39bcb981d82c3800" providerId="LiveId" clId="{0F86CB03-65BD-4E8E-B714-35112D2D44FF}" dt="2023-11-16T19:02:16.858" v="327" actId="478"/>
          <ac:spMkLst>
            <pc:docMk/>
            <pc:sldMk cId="1509826555" sldId="269"/>
            <ac:spMk id="6" creationId="{E462B306-FED6-0B1C-665D-B50914B955FF}"/>
          </ac:spMkLst>
        </pc:spChg>
        <pc:spChg chg="add mod">
          <ac:chgData name="Fernando Fontove" userId="39bcb981d82c3800" providerId="LiveId" clId="{0F86CB03-65BD-4E8E-B714-35112D2D44FF}" dt="2023-11-16T19:02:54.949" v="362" actId="14100"/>
          <ac:spMkLst>
            <pc:docMk/>
            <pc:sldMk cId="1509826555" sldId="269"/>
            <ac:spMk id="7" creationId="{05220875-87CB-E76E-BDC2-C19E3C13920E}"/>
          </ac:spMkLst>
        </pc:spChg>
        <pc:spChg chg="add del">
          <ac:chgData name="Fernando Fontove" userId="39bcb981d82c3800" providerId="LiveId" clId="{0F86CB03-65BD-4E8E-B714-35112D2D44FF}" dt="2023-11-16T19:02:31.161" v="331" actId="478"/>
          <ac:spMkLst>
            <pc:docMk/>
            <pc:sldMk cId="1509826555" sldId="269"/>
            <ac:spMk id="8" creationId="{C05EDAB3-37C1-4C41-2CB3-EAA5D669AA0E}"/>
          </ac:spMkLst>
        </pc:spChg>
        <pc:spChg chg="add mod">
          <ac:chgData name="Fernando Fontove" userId="39bcb981d82c3800" providerId="LiveId" clId="{0F86CB03-65BD-4E8E-B714-35112D2D44FF}" dt="2023-11-16T19:02:54.949" v="362" actId="14100"/>
          <ac:spMkLst>
            <pc:docMk/>
            <pc:sldMk cId="1509826555" sldId="269"/>
            <ac:spMk id="9" creationId="{A663D0CB-A58F-1334-5CB7-FA5C3786D5EF}"/>
          </ac:spMkLst>
        </pc:spChg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780040563" sldId="270"/>
        </pc:sldMkLst>
      </pc:sldChg>
      <pc:sldChg chg="modSp new mod">
        <pc:chgData name="Fernando Fontove" userId="39bcb981d82c3800" providerId="LiveId" clId="{0F86CB03-65BD-4E8E-B714-35112D2D44FF}" dt="2023-11-16T19:05:54.074" v="632" actId="313"/>
        <pc:sldMkLst>
          <pc:docMk/>
          <pc:sldMk cId="2439072464" sldId="270"/>
        </pc:sldMkLst>
        <pc:spChg chg="mod">
          <ac:chgData name="Fernando Fontove" userId="39bcb981d82c3800" providerId="LiveId" clId="{0F86CB03-65BD-4E8E-B714-35112D2D44FF}" dt="2023-11-16T19:04:31.347" v="415" actId="20577"/>
          <ac:spMkLst>
            <pc:docMk/>
            <pc:sldMk cId="2439072464" sldId="270"/>
            <ac:spMk id="2" creationId="{27D36BEB-160F-CC3D-8D82-0C3104300EE1}"/>
          </ac:spMkLst>
        </pc:spChg>
        <pc:spChg chg="mod">
          <ac:chgData name="Fernando Fontove" userId="39bcb981d82c3800" providerId="LiveId" clId="{0F86CB03-65BD-4E8E-B714-35112D2D44FF}" dt="2023-11-16T19:05:54.074" v="632" actId="313"/>
          <ac:spMkLst>
            <pc:docMk/>
            <pc:sldMk cId="2439072464" sldId="270"/>
            <ac:spMk id="3" creationId="{AE5ADBB3-75EC-05B1-8628-AB2780AF11D8}"/>
          </ac:spMkLst>
        </pc:spChg>
      </pc:sldChg>
      <pc:sldChg chg="modSp add del mod">
        <pc:chgData name="Fernando Fontove" userId="39bcb981d82c3800" providerId="LiveId" clId="{0F86CB03-65BD-4E8E-B714-35112D2D44FF}" dt="2023-11-16T19:04:24.499" v="391" actId="47"/>
        <pc:sldMkLst>
          <pc:docMk/>
          <pc:sldMk cId="3171060540" sldId="270"/>
        </pc:sldMkLst>
        <pc:spChg chg="mod">
          <ac:chgData name="Fernando Fontove" userId="39bcb981d82c3800" providerId="LiveId" clId="{0F86CB03-65BD-4E8E-B714-35112D2D44FF}" dt="2023-11-16T19:04:22.459" v="390" actId="20577"/>
          <ac:spMkLst>
            <pc:docMk/>
            <pc:sldMk cId="3171060540" sldId="270"/>
            <ac:spMk id="2" creationId="{999FA76E-DFFB-579C-4A3D-B6E22D3ADA21}"/>
          </ac:spMkLst>
        </pc:spChg>
      </pc:sldChg>
      <pc:sldChg chg="modSp new mod">
        <pc:chgData name="Fernando Fontove" userId="39bcb981d82c3800" providerId="LiveId" clId="{0F86CB03-65BD-4E8E-B714-35112D2D44FF}" dt="2023-11-16T19:05:59.716" v="639" actId="20577"/>
        <pc:sldMkLst>
          <pc:docMk/>
          <pc:sldMk cId="463939943" sldId="271"/>
        </pc:sldMkLst>
        <pc:spChg chg="mod">
          <ac:chgData name="Fernando Fontove" userId="39bcb981d82c3800" providerId="LiveId" clId="{0F86CB03-65BD-4E8E-B714-35112D2D44FF}" dt="2023-11-16T19:05:07.590" v="536" actId="20577"/>
          <ac:spMkLst>
            <pc:docMk/>
            <pc:sldMk cId="463939943" sldId="271"/>
            <ac:spMk id="2" creationId="{B1ACFA8E-3420-DDC9-96C6-E7D8D2AED775}"/>
          </ac:spMkLst>
        </pc:spChg>
        <pc:spChg chg="mod">
          <ac:chgData name="Fernando Fontove" userId="39bcb981d82c3800" providerId="LiveId" clId="{0F86CB03-65BD-4E8E-B714-35112D2D44FF}" dt="2023-11-16T19:05:59.716" v="639" actId="20577"/>
          <ac:spMkLst>
            <pc:docMk/>
            <pc:sldMk cId="463939943" sldId="271"/>
            <ac:spMk id="3" creationId="{F17A38B4-AED2-5C9C-15EA-D0DD7A091353}"/>
          </ac:spMkLst>
        </pc:spChg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1149385590" sldId="271"/>
        </pc:sldMkLst>
      </pc:sldChg>
      <pc:sldChg chg="addSp delSp modSp new mod">
        <pc:chgData name="Fernando Fontove" userId="39bcb981d82c3800" providerId="LiveId" clId="{0F86CB03-65BD-4E8E-B714-35112D2D44FF}" dt="2023-11-16T19:07:55.127" v="719" actId="1076"/>
        <pc:sldMkLst>
          <pc:docMk/>
          <pc:sldMk cId="1655990771" sldId="272"/>
        </pc:sldMkLst>
        <pc:spChg chg="mod">
          <ac:chgData name="Fernando Fontove" userId="39bcb981d82c3800" providerId="LiveId" clId="{0F86CB03-65BD-4E8E-B714-35112D2D44FF}" dt="2023-11-16T19:06:06.582" v="643" actId="20577"/>
          <ac:spMkLst>
            <pc:docMk/>
            <pc:sldMk cId="1655990771" sldId="272"/>
            <ac:spMk id="2" creationId="{F3E06535-3730-23E0-1999-CE292ED72FD2}"/>
          </ac:spMkLst>
        </pc:spChg>
        <pc:spChg chg="del">
          <ac:chgData name="Fernando Fontove" userId="39bcb981d82c3800" providerId="LiveId" clId="{0F86CB03-65BD-4E8E-B714-35112D2D44FF}" dt="2023-11-16T19:06:10.662" v="644" actId="478"/>
          <ac:spMkLst>
            <pc:docMk/>
            <pc:sldMk cId="1655990771" sldId="272"/>
            <ac:spMk id="3" creationId="{9CE1999D-4897-B889-1678-37C6650FAB8C}"/>
          </ac:spMkLst>
        </pc:spChg>
        <pc:spChg chg="add del mod">
          <ac:chgData name="Fernando Fontove" userId="39bcb981d82c3800" providerId="LiveId" clId="{0F86CB03-65BD-4E8E-B714-35112D2D44FF}" dt="2023-11-16T19:06:55.085" v="682" actId="20577"/>
          <ac:spMkLst>
            <pc:docMk/>
            <pc:sldMk cId="1655990771" sldId="272"/>
            <ac:spMk id="5" creationId="{28FF632F-9980-2B1F-43B8-89ECD7515A7A}"/>
          </ac:spMkLst>
        </pc:spChg>
        <pc:spChg chg="add mod">
          <ac:chgData name="Fernando Fontove" userId="39bcb981d82c3800" providerId="LiveId" clId="{0F86CB03-65BD-4E8E-B714-35112D2D44FF}" dt="2023-11-16T19:07:55.127" v="719" actId="1076"/>
          <ac:spMkLst>
            <pc:docMk/>
            <pc:sldMk cId="1655990771" sldId="272"/>
            <ac:spMk id="6" creationId="{E004D764-D5A0-8711-25F5-E553C9A3C667}"/>
          </ac:spMkLst>
        </pc:spChg>
        <pc:spChg chg="add mod">
          <ac:chgData name="Fernando Fontove" userId="39bcb981d82c3800" providerId="LiveId" clId="{0F86CB03-65BD-4E8E-B714-35112D2D44FF}" dt="2023-11-16T19:07:52.962" v="718" actId="1076"/>
          <ac:spMkLst>
            <pc:docMk/>
            <pc:sldMk cId="1655990771" sldId="272"/>
            <ac:spMk id="7" creationId="{8964E696-A66A-B8EC-2769-5002A4DCD17E}"/>
          </ac:spMkLst>
        </pc:spChg>
        <pc:spChg chg="add mod">
          <ac:chgData name="Fernando Fontove" userId="39bcb981d82c3800" providerId="LiveId" clId="{0F86CB03-65BD-4E8E-B714-35112D2D44FF}" dt="2023-11-16T19:07:42.101" v="710" actId="20577"/>
          <ac:spMkLst>
            <pc:docMk/>
            <pc:sldMk cId="1655990771" sldId="272"/>
            <ac:spMk id="8" creationId="{FC7DD2D8-498F-7791-9B5F-11C469539ACD}"/>
          </ac:spMkLst>
        </pc:spChg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3661200922" sldId="272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1755970390" sldId="273"/>
        </pc:sldMkLst>
      </pc:sldChg>
      <pc:sldChg chg="addSp modSp new mod">
        <pc:chgData name="Fernando Fontove" userId="39bcb981d82c3800" providerId="LiveId" clId="{0F86CB03-65BD-4E8E-B714-35112D2D44FF}" dt="2023-11-16T19:09:49.325" v="931" actId="20577"/>
        <pc:sldMkLst>
          <pc:docMk/>
          <pc:sldMk cId="3839860104" sldId="273"/>
        </pc:sldMkLst>
        <pc:spChg chg="mod">
          <ac:chgData name="Fernando Fontove" userId="39bcb981d82c3800" providerId="LiveId" clId="{0F86CB03-65BD-4E8E-B714-35112D2D44FF}" dt="2023-11-16T19:08:01.030" v="723" actId="20577"/>
          <ac:spMkLst>
            <pc:docMk/>
            <pc:sldMk cId="3839860104" sldId="273"/>
            <ac:spMk id="2" creationId="{1E062195-003B-A5DA-6E76-8CCB4EF8098F}"/>
          </ac:spMkLst>
        </pc:spChg>
        <pc:spChg chg="mod">
          <ac:chgData name="Fernando Fontove" userId="39bcb981d82c3800" providerId="LiveId" clId="{0F86CB03-65BD-4E8E-B714-35112D2D44FF}" dt="2023-11-16T19:09:31.308" v="897" actId="948"/>
          <ac:spMkLst>
            <pc:docMk/>
            <pc:sldMk cId="3839860104" sldId="273"/>
            <ac:spMk id="3" creationId="{234271BA-49BC-9018-3BCB-8456A96F928C}"/>
          </ac:spMkLst>
        </pc:spChg>
        <pc:spChg chg="add mod">
          <ac:chgData name="Fernando Fontove" userId="39bcb981d82c3800" providerId="LiveId" clId="{0F86CB03-65BD-4E8E-B714-35112D2D44FF}" dt="2023-11-16T19:09:49.325" v="931" actId="20577"/>
          <ac:spMkLst>
            <pc:docMk/>
            <pc:sldMk cId="3839860104" sldId="273"/>
            <ac:spMk id="5" creationId="{4FF14F12-B059-9B9F-BBDB-E02C342F856A}"/>
          </ac:spMkLst>
        </pc:spChg>
      </pc:sldChg>
      <pc:sldChg chg="modSp new mod">
        <pc:chgData name="Fernando Fontove" userId="39bcb981d82c3800" providerId="LiveId" clId="{0F86CB03-65BD-4E8E-B714-35112D2D44FF}" dt="2023-11-16T19:11:03.076" v="1088" actId="20577"/>
        <pc:sldMkLst>
          <pc:docMk/>
          <pc:sldMk cId="3263404773" sldId="274"/>
        </pc:sldMkLst>
        <pc:spChg chg="mod">
          <ac:chgData name="Fernando Fontove" userId="39bcb981d82c3800" providerId="LiveId" clId="{0F86CB03-65BD-4E8E-B714-35112D2D44FF}" dt="2023-11-16T19:10:04.026" v="939" actId="20577"/>
          <ac:spMkLst>
            <pc:docMk/>
            <pc:sldMk cId="3263404773" sldId="274"/>
            <ac:spMk id="2" creationId="{B5564F89-53A6-C665-0C41-D87494D863A9}"/>
          </ac:spMkLst>
        </pc:spChg>
        <pc:spChg chg="mod">
          <ac:chgData name="Fernando Fontove" userId="39bcb981d82c3800" providerId="LiveId" clId="{0F86CB03-65BD-4E8E-B714-35112D2D44FF}" dt="2023-11-16T19:11:03.076" v="1088" actId="20577"/>
          <ac:spMkLst>
            <pc:docMk/>
            <pc:sldMk cId="3263404773" sldId="274"/>
            <ac:spMk id="3" creationId="{4176C912-2131-9E25-5C5D-18B481481AE1}"/>
          </ac:spMkLst>
        </pc:spChg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3278164415" sldId="274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2619951367" sldId="275"/>
        </pc:sldMkLst>
      </pc:sldChg>
      <pc:sldChg chg="addSp delSp modSp new mod">
        <pc:chgData name="Fernando Fontove" userId="39bcb981d82c3800" providerId="LiveId" clId="{0F86CB03-65BD-4E8E-B714-35112D2D44FF}" dt="2023-11-16T19:18:17.734" v="1570" actId="20577"/>
        <pc:sldMkLst>
          <pc:docMk/>
          <pc:sldMk cId="4149447617" sldId="275"/>
        </pc:sldMkLst>
        <pc:spChg chg="mod">
          <ac:chgData name="Fernando Fontove" userId="39bcb981d82c3800" providerId="LiveId" clId="{0F86CB03-65BD-4E8E-B714-35112D2D44FF}" dt="2023-11-16T19:18:17.734" v="1570" actId="20577"/>
          <ac:spMkLst>
            <pc:docMk/>
            <pc:sldMk cId="4149447617" sldId="275"/>
            <ac:spMk id="2" creationId="{DFA2D4E7-E87E-9F65-70D5-7AC5431F0293}"/>
          </ac:spMkLst>
        </pc:spChg>
        <pc:spChg chg="del">
          <ac:chgData name="Fernando Fontove" userId="39bcb981d82c3800" providerId="LiveId" clId="{0F86CB03-65BD-4E8E-B714-35112D2D44FF}" dt="2023-11-16T19:12:00.421" v="1128" actId="478"/>
          <ac:spMkLst>
            <pc:docMk/>
            <pc:sldMk cId="4149447617" sldId="275"/>
            <ac:spMk id="3" creationId="{46E1309A-C4F9-7F8D-1A89-C86BA612E17C}"/>
          </ac:spMkLst>
        </pc:spChg>
        <pc:spChg chg="add mod">
          <ac:chgData name="Fernando Fontove" userId="39bcb981d82c3800" providerId="LiveId" clId="{0F86CB03-65BD-4E8E-B714-35112D2D44FF}" dt="2023-11-16T19:12:05.036" v="1129" actId="1076"/>
          <ac:spMkLst>
            <pc:docMk/>
            <pc:sldMk cId="4149447617" sldId="275"/>
            <ac:spMk id="5" creationId="{74AA3853-FECE-774F-9AE6-9BC3E53F9810}"/>
          </ac:spMkLst>
        </pc:spChg>
        <pc:spChg chg="add mod">
          <ac:chgData name="Fernando Fontove" userId="39bcb981d82c3800" providerId="LiveId" clId="{0F86CB03-65BD-4E8E-B714-35112D2D44FF}" dt="2023-11-16T19:12:05.036" v="1129" actId="1076"/>
          <ac:spMkLst>
            <pc:docMk/>
            <pc:sldMk cId="4149447617" sldId="275"/>
            <ac:spMk id="6" creationId="{A400983A-03E4-1FDC-AFD4-88FFD92B0C3A}"/>
          </ac:spMkLst>
        </pc:spChg>
        <pc:spChg chg="add mod">
          <ac:chgData name="Fernando Fontove" userId="39bcb981d82c3800" providerId="LiveId" clId="{0F86CB03-65BD-4E8E-B714-35112D2D44FF}" dt="2023-11-16T19:12:05.036" v="1129" actId="1076"/>
          <ac:spMkLst>
            <pc:docMk/>
            <pc:sldMk cId="4149447617" sldId="275"/>
            <ac:spMk id="7" creationId="{0EDE3C4A-78A7-938D-C220-AD0F19622ECC}"/>
          </ac:spMkLst>
        </pc:spChg>
        <pc:spChg chg="add del mod">
          <ac:chgData name="Fernando Fontove" userId="39bcb981d82c3800" providerId="LiveId" clId="{0F86CB03-65BD-4E8E-B714-35112D2D44FF}" dt="2023-11-16T19:12:54.034" v="1167" actId="478"/>
          <ac:spMkLst>
            <pc:docMk/>
            <pc:sldMk cId="4149447617" sldId="275"/>
            <ac:spMk id="14" creationId="{317CADF0-FCF5-FC72-9D34-2477E5CC0B58}"/>
          </ac:spMkLst>
        </pc:spChg>
        <pc:spChg chg="add mod">
          <ac:chgData name="Fernando Fontove" userId="39bcb981d82c3800" providerId="LiveId" clId="{0F86CB03-65BD-4E8E-B714-35112D2D44FF}" dt="2023-11-16T19:13:26.023" v="1195" actId="1076"/>
          <ac:spMkLst>
            <pc:docMk/>
            <pc:sldMk cId="4149447617" sldId="275"/>
            <ac:spMk id="15" creationId="{52CB8135-F9DE-1913-46BF-7B92314256D5}"/>
          </ac:spMkLst>
        </pc:spChg>
        <pc:spChg chg="add mod">
          <ac:chgData name="Fernando Fontove" userId="39bcb981d82c3800" providerId="LiveId" clId="{0F86CB03-65BD-4E8E-B714-35112D2D44FF}" dt="2023-11-16T19:13:18.475" v="1194" actId="1076"/>
          <ac:spMkLst>
            <pc:docMk/>
            <pc:sldMk cId="4149447617" sldId="275"/>
            <ac:spMk id="16" creationId="{72C704A4-28EB-D945-C493-F8533AB0A0CA}"/>
          </ac:spMkLst>
        </pc:spChg>
        <pc:cxnChg chg="add mod">
          <ac:chgData name="Fernando Fontove" userId="39bcb981d82c3800" providerId="LiveId" clId="{0F86CB03-65BD-4E8E-B714-35112D2D44FF}" dt="2023-11-16T19:13:26.023" v="1195" actId="1076"/>
          <ac:cxnSpMkLst>
            <pc:docMk/>
            <pc:sldMk cId="4149447617" sldId="275"/>
            <ac:cxnSpMk id="9" creationId="{491A1864-5A1D-C844-9E19-14B9F2F02D8B}"/>
          </ac:cxnSpMkLst>
        </pc:cxnChg>
        <pc:cxnChg chg="add mod">
          <ac:chgData name="Fernando Fontove" userId="39bcb981d82c3800" providerId="LiveId" clId="{0F86CB03-65BD-4E8E-B714-35112D2D44FF}" dt="2023-11-16T19:13:15.698" v="1193" actId="1076"/>
          <ac:cxnSpMkLst>
            <pc:docMk/>
            <pc:sldMk cId="4149447617" sldId="275"/>
            <ac:cxnSpMk id="10" creationId="{FF20A3FE-66A4-9BB2-1AAA-9B895CFC8836}"/>
          </ac:cxnSpMkLst>
        </pc:cxnChg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2164121868" sldId="276"/>
        </pc:sldMkLst>
      </pc:sldChg>
      <pc:sldChg chg="addSp modSp new mod">
        <pc:chgData name="Fernando Fontove" userId="39bcb981d82c3800" providerId="LiveId" clId="{0F86CB03-65BD-4E8E-B714-35112D2D44FF}" dt="2023-11-16T19:18:22.912" v="1581" actId="20577"/>
        <pc:sldMkLst>
          <pc:docMk/>
          <pc:sldMk cId="3556843030" sldId="276"/>
        </pc:sldMkLst>
        <pc:spChg chg="mod">
          <ac:chgData name="Fernando Fontove" userId="39bcb981d82c3800" providerId="LiveId" clId="{0F86CB03-65BD-4E8E-B714-35112D2D44FF}" dt="2023-11-16T19:18:22.912" v="1581" actId="20577"/>
          <ac:spMkLst>
            <pc:docMk/>
            <pc:sldMk cId="3556843030" sldId="276"/>
            <ac:spMk id="2" creationId="{8AE3E1F6-5974-463B-CE8D-DE0855373FDE}"/>
          </ac:spMkLst>
        </pc:spChg>
        <pc:spChg chg="mod">
          <ac:chgData name="Fernando Fontove" userId="39bcb981d82c3800" providerId="LiveId" clId="{0F86CB03-65BD-4E8E-B714-35112D2D44FF}" dt="2023-11-16T19:16:11.638" v="1449" actId="20577"/>
          <ac:spMkLst>
            <pc:docMk/>
            <pc:sldMk cId="3556843030" sldId="276"/>
            <ac:spMk id="3" creationId="{CE636DFD-EAC6-EAB8-B34C-0B85711E48CE}"/>
          </ac:spMkLst>
        </pc:spChg>
        <pc:spChg chg="add mod">
          <ac:chgData name="Fernando Fontove" userId="39bcb981d82c3800" providerId="LiveId" clId="{0F86CB03-65BD-4E8E-B714-35112D2D44FF}" dt="2023-11-16T19:16:28.369" v="1459" actId="1076"/>
          <ac:spMkLst>
            <pc:docMk/>
            <pc:sldMk cId="3556843030" sldId="276"/>
            <ac:spMk id="5" creationId="{942D7D3C-0AC1-C1DA-CC67-F74569E29AC5}"/>
          </ac:spMkLst>
        </pc:spChg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984047494" sldId="277"/>
        </pc:sldMkLst>
      </pc:sldChg>
      <pc:sldChg chg="addSp delSp modSp add mod ord">
        <pc:chgData name="Fernando Fontove" userId="39bcb981d82c3800" providerId="LiveId" clId="{0F86CB03-65BD-4E8E-B714-35112D2D44FF}" dt="2023-11-16T19:17:52.857" v="1557" actId="20577"/>
        <pc:sldMkLst>
          <pc:docMk/>
          <pc:sldMk cId="1381456534" sldId="277"/>
        </pc:sldMkLst>
        <pc:spChg chg="mod">
          <ac:chgData name="Fernando Fontove" userId="39bcb981d82c3800" providerId="LiveId" clId="{0F86CB03-65BD-4E8E-B714-35112D2D44FF}" dt="2023-11-16T19:17:52.857" v="1557" actId="20577"/>
          <ac:spMkLst>
            <pc:docMk/>
            <pc:sldMk cId="1381456534" sldId="277"/>
            <ac:spMk id="2" creationId="{DFA2D4E7-E87E-9F65-70D5-7AC5431F0293}"/>
          </ac:spMkLst>
        </pc:spChg>
        <pc:spChg chg="mod">
          <ac:chgData name="Fernando Fontove" userId="39bcb981d82c3800" providerId="LiveId" clId="{0F86CB03-65BD-4E8E-B714-35112D2D44FF}" dt="2023-11-16T19:17:05.325" v="1472" actId="1076"/>
          <ac:spMkLst>
            <pc:docMk/>
            <pc:sldMk cId="1381456534" sldId="277"/>
            <ac:spMk id="5" creationId="{74AA3853-FECE-774F-9AE6-9BC3E53F9810}"/>
          </ac:spMkLst>
        </pc:spChg>
        <pc:spChg chg="mod">
          <ac:chgData name="Fernando Fontove" userId="39bcb981d82c3800" providerId="LiveId" clId="{0F86CB03-65BD-4E8E-B714-35112D2D44FF}" dt="2023-11-16T19:16:52.673" v="1467" actId="1076"/>
          <ac:spMkLst>
            <pc:docMk/>
            <pc:sldMk cId="1381456534" sldId="277"/>
            <ac:spMk id="6" creationId="{A400983A-03E4-1FDC-AFD4-88FFD92B0C3A}"/>
          </ac:spMkLst>
        </pc:spChg>
        <pc:spChg chg="mod">
          <ac:chgData name="Fernando Fontove" userId="39bcb981d82c3800" providerId="LiveId" clId="{0F86CB03-65BD-4E8E-B714-35112D2D44FF}" dt="2023-11-16T19:16:52.673" v="1467" actId="1076"/>
          <ac:spMkLst>
            <pc:docMk/>
            <pc:sldMk cId="1381456534" sldId="277"/>
            <ac:spMk id="7" creationId="{0EDE3C4A-78A7-938D-C220-AD0F19622ECC}"/>
          </ac:spMkLst>
        </pc:spChg>
        <pc:spChg chg="add mod">
          <ac:chgData name="Fernando Fontove" userId="39bcb981d82c3800" providerId="LiveId" clId="{0F86CB03-65BD-4E8E-B714-35112D2D44FF}" dt="2023-11-16T19:16:52.673" v="1467" actId="1076"/>
          <ac:spMkLst>
            <pc:docMk/>
            <pc:sldMk cId="1381456534" sldId="277"/>
            <ac:spMk id="11" creationId="{6357C8B7-2348-1164-C44D-DD25C42D6A48}"/>
          </ac:spMkLst>
        </pc:spChg>
        <pc:spChg chg="add del mod">
          <ac:chgData name="Fernando Fontove" userId="39bcb981d82c3800" providerId="LiveId" clId="{0F86CB03-65BD-4E8E-B714-35112D2D44FF}" dt="2023-11-16T19:15:52.088" v="1418" actId="478"/>
          <ac:spMkLst>
            <pc:docMk/>
            <pc:sldMk cId="1381456534" sldId="277"/>
            <ac:spMk id="13" creationId="{FF2B8AFD-64D5-F1D8-566A-0171C7C10289}"/>
          </ac:spMkLst>
        </pc:spChg>
        <pc:spChg chg="add del mod">
          <ac:chgData name="Fernando Fontove" userId="39bcb981d82c3800" providerId="LiveId" clId="{0F86CB03-65BD-4E8E-B714-35112D2D44FF}" dt="2023-11-16T19:16:58.214" v="1469" actId="478"/>
          <ac:spMkLst>
            <pc:docMk/>
            <pc:sldMk cId="1381456534" sldId="277"/>
            <ac:spMk id="14" creationId="{EA5F53F6-8A8D-6D23-B346-43EFB394C75E}"/>
          </ac:spMkLst>
        </pc:spChg>
        <pc:spChg chg="del">
          <ac:chgData name="Fernando Fontove" userId="39bcb981d82c3800" providerId="LiveId" clId="{0F86CB03-65BD-4E8E-B714-35112D2D44FF}" dt="2023-11-16T19:15:45.528" v="1415" actId="478"/>
          <ac:spMkLst>
            <pc:docMk/>
            <pc:sldMk cId="1381456534" sldId="277"/>
            <ac:spMk id="15" creationId="{52CB8135-F9DE-1913-46BF-7B92314256D5}"/>
          </ac:spMkLst>
        </pc:spChg>
        <pc:spChg chg="del">
          <ac:chgData name="Fernando Fontove" userId="39bcb981d82c3800" providerId="LiveId" clId="{0F86CB03-65BD-4E8E-B714-35112D2D44FF}" dt="2023-11-16T19:15:40.913" v="1412" actId="478"/>
          <ac:spMkLst>
            <pc:docMk/>
            <pc:sldMk cId="1381456534" sldId="277"/>
            <ac:spMk id="16" creationId="{72C704A4-28EB-D945-C493-F8533AB0A0CA}"/>
          </ac:spMkLst>
        </pc:spChg>
        <pc:spChg chg="add mod">
          <ac:chgData name="Fernando Fontove" userId="39bcb981d82c3800" providerId="LiveId" clId="{0F86CB03-65BD-4E8E-B714-35112D2D44FF}" dt="2023-11-16T19:17:16.816" v="1489" actId="14100"/>
          <ac:spMkLst>
            <pc:docMk/>
            <pc:sldMk cId="1381456534" sldId="277"/>
            <ac:spMk id="17" creationId="{40661586-40D0-4DE6-2EE7-AA17427F0E57}"/>
          </ac:spMkLst>
        </pc:spChg>
        <pc:spChg chg="add mod">
          <ac:chgData name="Fernando Fontove" userId="39bcb981d82c3800" providerId="LiveId" clId="{0F86CB03-65BD-4E8E-B714-35112D2D44FF}" dt="2023-11-16T19:17:25.634" v="1491" actId="1076"/>
          <ac:spMkLst>
            <pc:docMk/>
            <pc:sldMk cId="1381456534" sldId="277"/>
            <ac:spMk id="18" creationId="{8FB79EA5-99EE-7E70-40D4-12177B2145A1}"/>
          </ac:spMkLst>
        </pc:spChg>
        <pc:spChg chg="add mod">
          <ac:chgData name="Fernando Fontove" userId="39bcb981d82c3800" providerId="LiveId" clId="{0F86CB03-65BD-4E8E-B714-35112D2D44FF}" dt="2023-11-16T19:17:31.454" v="1511" actId="20577"/>
          <ac:spMkLst>
            <pc:docMk/>
            <pc:sldMk cId="1381456534" sldId="277"/>
            <ac:spMk id="19" creationId="{49C4D043-DAF4-6EFB-0510-B2240C4950F6}"/>
          </ac:spMkLst>
        </pc:spChg>
        <pc:cxnChg chg="add del">
          <ac:chgData name="Fernando Fontove" userId="39bcb981d82c3800" providerId="LiveId" clId="{0F86CB03-65BD-4E8E-B714-35112D2D44FF}" dt="2023-11-16T19:15:20.508" v="1410" actId="11529"/>
          <ac:cxnSpMkLst>
            <pc:docMk/>
            <pc:sldMk cId="1381456534" sldId="277"/>
            <ac:cxnSpMk id="8" creationId="{F2BB0A04-16FC-EDA1-3733-526563EC1393}"/>
          </ac:cxnSpMkLst>
        </pc:cxnChg>
        <pc:cxnChg chg="del">
          <ac:chgData name="Fernando Fontove" userId="39bcb981d82c3800" providerId="LiveId" clId="{0F86CB03-65BD-4E8E-B714-35112D2D44FF}" dt="2023-11-16T19:15:44.255" v="1414" actId="478"/>
          <ac:cxnSpMkLst>
            <pc:docMk/>
            <pc:sldMk cId="1381456534" sldId="277"/>
            <ac:cxnSpMk id="9" creationId="{491A1864-5A1D-C844-9E19-14B9F2F02D8B}"/>
          </ac:cxnSpMkLst>
        </pc:cxnChg>
        <pc:cxnChg chg="del">
          <ac:chgData name="Fernando Fontove" userId="39bcb981d82c3800" providerId="LiveId" clId="{0F86CB03-65BD-4E8E-B714-35112D2D44FF}" dt="2023-11-16T19:15:42.497" v="1413" actId="478"/>
          <ac:cxnSpMkLst>
            <pc:docMk/>
            <pc:sldMk cId="1381456534" sldId="277"/>
            <ac:cxnSpMk id="10" creationId="{FF20A3FE-66A4-9BB2-1AAA-9B895CFC8836}"/>
          </ac:cxnSpMkLst>
        </pc:cxnChg>
      </pc:sldChg>
      <pc:sldChg chg="modSp new mod">
        <pc:chgData name="Fernando Fontove" userId="39bcb981d82c3800" providerId="LiveId" clId="{0F86CB03-65BD-4E8E-B714-35112D2D44FF}" dt="2023-11-16T19:23:10.576" v="2079" actId="20577"/>
        <pc:sldMkLst>
          <pc:docMk/>
          <pc:sldMk cId="3830590189" sldId="278"/>
        </pc:sldMkLst>
        <pc:spChg chg="mod">
          <ac:chgData name="Fernando Fontove" userId="39bcb981d82c3800" providerId="LiveId" clId="{0F86CB03-65BD-4E8E-B714-35112D2D44FF}" dt="2023-11-16T19:19:10.465" v="1691" actId="20577"/>
          <ac:spMkLst>
            <pc:docMk/>
            <pc:sldMk cId="3830590189" sldId="278"/>
            <ac:spMk id="2" creationId="{1865E364-C862-E10A-376F-B9DAFEA3FFFA}"/>
          </ac:spMkLst>
        </pc:spChg>
        <pc:spChg chg="mod">
          <ac:chgData name="Fernando Fontove" userId="39bcb981d82c3800" providerId="LiveId" clId="{0F86CB03-65BD-4E8E-B714-35112D2D44FF}" dt="2023-11-16T19:23:10.576" v="2079" actId="20577"/>
          <ac:spMkLst>
            <pc:docMk/>
            <pc:sldMk cId="3830590189" sldId="278"/>
            <ac:spMk id="3" creationId="{C461882B-EC55-23B2-FF5F-9227ECEB4D28}"/>
          </ac:spMkLst>
        </pc:spChg>
      </pc:sldChg>
      <pc:sldChg chg="modSp new mod">
        <pc:chgData name="Fernando Fontove" userId="39bcb981d82c3800" providerId="LiveId" clId="{0F86CB03-65BD-4E8E-B714-35112D2D44FF}" dt="2023-11-16T19:25:13.944" v="2308" actId="20577"/>
        <pc:sldMkLst>
          <pc:docMk/>
          <pc:sldMk cId="107756273" sldId="279"/>
        </pc:sldMkLst>
        <pc:spChg chg="mod">
          <ac:chgData name="Fernando Fontove" userId="39bcb981d82c3800" providerId="LiveId" clId="{0F86CB03-65BD-4E8E-B714-35112D2D44FF}" dt="2023-11-16T19:23:31.253" v="2093" actId="20577"/>
          <ac:spMkLst>
            <pc:docMk/>
            <pc:sldMk cId="107756273" sldId="279"/>
            <ac:spMk id="2" creationId="{1A19DCB6-1E4B-AD75-0655-2F5DDE1C4D64}"/>
          </ac:spMkLst>
        </pc:spChg>
        <pc:spChg chg="mod">
          <ac:chgData name="Fernando Fontove" userId="39bcb981d82c3800" providerId="LiveId" clId="{0F86CB03-65BD-4E8E-B714-35112D2D44FF}" dt="2023-11-16T19:25:13.944" v="2308" actId="20577"/>
          <ac:spMkLst>
            <pc:docMk/>
            <pc:sldMk cId="107756273" sldId="279"/>
            <ac:spMk id="3" creationId="{B099377D-48FE-38CE-5F41-691B4BD56E6D}"/>
          </ac:spMkLst>
        </pc:spChg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1248298492" sldId="279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1424198329" sldId="280"/>
        </pc:sldMkLst>
      </pc:sldChg>
      <pc:sldChg chg="addSp delSp modSp add mod">
        <pc:chgData name="Fernando Fontove" userId="39bcb981d82c3800" providerId="LiveId" clId="{0F86CB03-65BD-4E8E-B714-35112D2D44FF}" dt="2023-11-16T19:28:22.824" v="2453" actId="20577"/>
        <pc:sldMkLst>
          <pc:docMk/>
          <pc:sldMk cId="1955795181" sldId="280"/>
        </pc:sldMkLst>
        <pc:spChg chg="mod">
          <ac:chgData name="Fernando Fontove" userId="39bcb981d82c3800" providerId="LiveId" clId="{0F86CB03-65BD-4E8E-B714-35112D2D44FF}" dt="2023-11-16T19:25:36.292" v="2328" actId="20577"/>
          <ac:spMkLst>
            <pc:docMk/>
            <pc:sldMk cId="1955795181" sldId="280"/>
            <ac:spMk id="2" creationId="{DFA2D4E7-E87E-9F65-70D5-7AC5431F0293}"/>
          </ac:spMkLst>
        </pc:spChg>
        <pc:spChg chg="add mod">
          <ac:chgData name="Fernando Fontove" userId="39bcb981d82c3800" providerId="LiveId" clId="{0F86CB03-65BD-4E8E-B714-35112D2D44FF}" dt="2023-11-16T19:27:07.891" v="2375" actId="1076"/>
          <ac:spMkLst>
            <pc:docMk/>
            <pc:sldMk cId="1955795181" sldId="280"/>
            <ac:spMk id="3" creationId="{6D062503-53A3-2F5C-8BCE-8D34CAD1C9E0}"/>
          </ac:spMkLst>
        </pc:spChg>
        <pc:spChg chg="mod">
          <ac:chgData name="Fernando Fontove" userId="39bcb981d82c3800" providerId="LiveId" clId="{0F86CB03-65BD-4E8E-B714-35112D2D44FF}" dt="2023-11-16T19:27:07.891" v="2375" actId="1076"/>
          <ac:spMkLst>
            <pc:docMk/>
            <pc:sldMk cId="1955795181" sldId="280"/>
            <ac:spMk id="5" creationId="{74AA3853-FECE-774F-9AE6-9BC3E53F9810}"/>
          </ac:spMkLst>
        </pc:spChg>
        <pc:spChg chg="mod">
          <ac:chgData name="Fernando Fontove" userId="39bcb981d82c3800" providerId="LiveId" clId="{0F86CB03-65BD-4E8E-B714-35112D2D44FF}" dt="2023-11-16T19:27:07.891" v="2375" actId="1076"/>
          <ac:spMkLst>
            <pc:docMk/>
            <pc:sldMk cId="1955795181" sldId="280"/>
            <ac:spMk id="6" creationId="{A400983A-03E4-1FDC-AFD4-88FFD92B0C3A}"/>
          </ac:spMkLst>
        </pc:spChg>
        <pc:spChg chg="mod">
          <ac:chgData name="Fernando Fontove" userId="39bcb981d82c3800" providerId="LiveId" clId="{0F86CB03-65BD-4E8E-B714-35112D2D44FF}" dt="2023-11-16T19:27:07.891" v="2375" actId="1076"/>
          <ac:spMkLst>
            <pc:docMk/>
            <pc:sldMk cId="1955795181" sldId="280"/>
            <ac:spMk id="7" creationId="{0EDE3C4A-78A7-938D-C220-AD0F19622ECC}"/>
          </ac:spMkLst>
        </pc:spChg>
        <pc:spChg chg="add del mod">
          <ac:chgData name="Fernando Fontove" userId="39bcb981d82c3800" providerId="LiveId" clId="{0F86CB03-65BD-4E8E-B714-35112D2D44FF}" dt="2023-11-16T19:25:51.366" v="2332"/>
          <ac:spMkLst>
            <pc:docMk/>
            <pc:sldMk cId="1955795181" sldId="280"/>
            <ac:spMk id="8" creationId="{867C712D-33ED-96D1-2C9C-E84D4C2E41EE}"/>
          </ac:spMkLst>
        </pc:spChg>
        <pc:spChg chg="add mod">
          <ac:chgData name="Fernando Fontove" userId="39bcb981d82c3800" providerId="LiveId" clId="{0F86CB03-65BD-4E8E-B714-35112D2D44FF}" dt="2023-11-16T19:27:07.891" v="2375" actId="1076"/>
          <ac:spMkLst>
            <pc:docMk/>
            <pc:sldMk cId="1955795181" sldId="280"/>
            <ac:spMk id="9" creationId="{B468C84A-D1EA-7F86-3B39-FB99984EC092}"/>
          </ac:spMkLst>
        </pc:spChg>
        <pc:spChg chg="add mod">
          <ac:chgData name="Fernando Fontove" userId="39bcb981d82c3800" providerId="LiveId" clId="{0F86CB03-65BD-4E8E-B714-35112D2D44FF}" dt="2023-11-16T19:27:30.977" v="2408" actId="20577"/>
          <ac:spMkLst>
            <pc:docMk/>
            <pc:sldMk cId="1955795181" sldId="280"/>
            <ac:spMk id="10" creationId="{8F5B08B8-8BB1-03EA-8780-E0E300930C92}"/>
          </ac:spMkLst>
        </pc:spChg>
        <pc:spChg chg="mod">
          <ac:chgData name="Fernando Fontove" userId="39bcb981d82c3800" providerId="LiveId" clId="{0F86CB03-65BD-4E8E-B714-35112D2D44FF}" dt="2023-11-16T19:27:07.891" v="2375" actId="1076"/>
          <ac:spMkLst>
            <pc:docMk/>
            <pc:sldMk cId="1955795181" sldId="280"/>
            <ac:spMk id="11" creationId="{6357C8B7-2348-1164-C44D-DD25C42D6A48}"/>
          </ac:spMkLst>
        </pc:spChg>
        <pc:spChg chg="add mod">
          <ac:chgData name="Fernando Fontove" userId="39bcb981d82c3800" providerId="LiveId" clId="{0F86CB03-65BD-4E8E-B714-35112D2D44FF}" dt="2023-11-16T19:27:49.518" v="2441" actId="1076"/>
          <ac:spMkLst>
            <pc:docMk/>
            <pc:sldMk cId="1955795181" sldId="280"/>
            <ac:spMk id="12" creationId="{30DE8612-A919-CD7F-7517-ED2230E08271}"/>
          </ac:spMkLst>
        </pc:spChg>
        <pc:spChg chg="add mod">
          <ac:chgData name="Fernando Fontove" userId="39bcb981d82c3800" providerId="LiveId" clId="{0F86CB03-65BD-4E8E-B714-35112D2D44FF}" dt="2023-11-16T19:28:13.625" v="2446" actId="404"/>
          <ac:spMkLst>
            <pc:docMk/>
            <pc:sldMk cId="1955795181" sldId="280"/>
            <ac:spMk id="13" creationId="{DE498963-12AF-101B-D298-DE80A4903B84}"/>
          </ac:spMkLst>
        </pc:spChg>
        <pc:spChg chg="add mod">
          <ac:chgData name="Fernando Fontove" userId="39bcb981d82c3800" providerId="LiveId" clId="{0F86CB03-65BD-4E8E-B714-35112D2D44FF}" dt="2023-11-16T19:28:22.824" v="2453" actId="20577"/>
          <ac:spMkLst>
            <pc:docMk/>
            <pc:sldMk cId="1955795181" sldId="280"/>
            <ac:spMk id="14" creationId="{486401C0-51C8-65D5-9443-1762B715722E}"/>
          </ac:spMkLst>
        </pc:spChg>
        <pc:spChg chg="mod">
          <ac:chgData name="Fernando Fontove" userId="39bcb981d82c3800" providerId="LiveId" clId="{0F86CB03-65BD-4E8E-B714-35112D2D44FF}" dt="2023-11-16T19:27:45.169" v="2440" actId="20577"/>
          <ac:spMkLst>
            <pc:docMk/>
            <pc:sldMk cId="1955795181" sldId="280"/>
            <ac:spMk id="17" creationId="{40661586-40D0-4DE6-2EE7-AA17427F0E57}"/>
          </ac:spMkLst>
        </pc:spChg>
        <pc:spChg chg="mod">
          <ac:chgData name="Fernando Fontove" userId="39bcb981d82c3800" providerId="LiveId" clId="{0F86CB03-65BD-4E8E-B714-35112D2D44FF}" dt="2023-11-16T19:27:07.891" v="2375" actId="1076"/>
          <ac:spMkLst>
            <pc:docMk/>
            <pc:sldMk cId="1955795181" sldId="280"/>
            <ac:spMk id="18" creationId="{8FB79EA5-99EE-7E70-40D4-12177B2145A1}"/>
          </ac:spMkLst>
        </pc:spChg>
        <pc:spChg chg="mod">
          <ac:chgData name="Fernando Fontove" userId="39bcb981d82c3800" providerId="LiveId" clId="{0F86CB03-65BD-4E8E-B714-35112D2D44FF}" dt="2023-11-16T19:27:39.863" v="2432" actId="20577"/>
          <ac:spMkLst>
            <pc:docMk/>
            <pc:sldMk cId="1955795181" sldId="280"/>
            <ac:spMk id="19" creationId="{49C4D043-DAF4-6EFB-0510-B2240C4950F6}"/>
          </ac:spMkLst>
        </pc:spChg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2385764778" sldId="281"/>
        </pc:sldMkLst>
      </pc:sldChg>
      <pc:sldChg chg="modSp add del mod">
        <pc:chgData name="Fernando Fontove" userId="39bcb981d82c3800" providerId="LiveId" clId="{0F86CB03-65BD-4E8E-B714-35112D2D44FF}" dt="2023-11-16T19:29:12.961" v="2503" actId="47"/>
        <pc:sldMkLst>
          <pc:docMk/>
          <pc:sldMk cId="3514265395" sldId="281"/>
        </pc:sldMkLst>
        <pc:spChg chg="mod">
          <ac:chgData name="Fernando Fontove" userId="39bcb981d82c3800" providerId="LiveId" clId="{0F86CB03-65BD-4E8E-B714-35112D2D44FF}" dt="2023-11-16T19:28:54.468" v="2489" actId="20577"/>
          <ac:spMkLst>
            <pc:docMk/>
            <pc:sldMk cId="3514265395" sldId="281"/>
            <ac:spMk id="2" creationId="{DFA2D4E7-E87E-9F65-70D5-7AC5431F0293}"/>
          </ac:spMkLst>
        </pc:spChg>
        <pc:spChg chg="mod">
          <ac:chgData name="Fernando Fontove" userId="39bcb981d82c3800" providerId="LiveId" clId="{0F86CB03-65BD-4E8E-B714-35112D2D44FF}" dt="2023-11-16T19:28:59.618" v="2502" actId="20577"/>
          <ac:spMkLst>
            <pc:docMk/>
            <pc:sldMk cId="3514265395" sldId="281"/>
            <ac:spMk id="17" creationId="{40661586-40D0-4DE6-2EE7-AA17427F0E57}"/>
          </ac:spMkLst>
        </pc:spChg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2437566105" sldId="282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2463402450" sldId="283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2157794986" sldId="284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3918906073" sldId="285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2524553299" sldId="286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2392061078" sldId="287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493004546" sldId="288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3961529824" sldId="289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4191005803" sldId="290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960620664" sldId="291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3521832915" sldId="292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1918460381" sldId="293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1021536293" sldId="294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286315448" sldId="295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813117388" sldId="296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60185692" sldId="297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306086915" sldId="298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1472003183" sldId="299"/>
        </pc:sldMkLst>
      </pc:sldChg>
      <pc:sldChg chg="del">
        <pc:chgData name="Fernando Fontove" userId="39bcb981d82c3800" providerId="LiveId" clId="{0F86CB03-65BD-4E8E-B714-35112D2D44FF}" dt="2023-11-16T18:58:53.725" v="0" actId="47"/>
        <pc:sldMkLst>
          <pc:docMk/>
          <pc:sldMk cId="3995569830" sldId="300"/>
        </pc:sldMkLst>
      </pc:sldChg>
    </pc:docChg>
  </pc:docChgLst>
  <pc:docChgLst>
    <pc:chgData name="Fernando Fontove" userId="39bcb981d82c3800" providerId="LiveId" clId="{6D861FB5-C227-42C2-A17F-A65BA0B6AFEA}"/>
    <pc:docChg chg="custSel delSld modSld">
      <pc:chgData name="Fernando Fontove" userId="39bcb981d82c3800" providerId="LiveId" clId="{6D861FB5-C227-42C2-A17F-A65BA0B6AFEA}" dt="2023-11-05T03:30:29.601" v="2" actId="478"/>
      <pc:docMkLst>
        <pc:docMk/>
      </pc:docMkLst>
      <pc:sldChg chg="delSp modSp mod">
        <pc:chgData name="Fernando Fontove" userId="39bcb981d82c3800" providerId="LiveId" clId="{6D861FB5-C227-42C2-A17F-A65BA0B6AFEA}" dt="2023-11-05T03:30:29.601" v="2" actId="478"/>
        <pc:sldMkLst>
          <pc:docMk/>
          <pc:sldMk cId="4290116703" sldId="266"/>
        </pc:sldMkLst>
        <pc:spChg chg="mod">
          <ac:chgData name="Fernando Fontove" userId="39bcb981d82c3800" providerId="LiveId" clId="{6D861FB5-C227-42C2-A17F-A65BA0B6AFEA}" dt="2023-11-05T03:30:27.084" v="1" actId="6549"/>
          <ac:spMkLst>
            <pc:docMk/>
            <pc:sldMk cId="4290116703" sldId="266"/>
            <ac:spMk id="3" creationId="{16F84921-A05C-6D39-010A-7AD0D354E382}"/>
          </ac:spMkLst>
        </pc:spChg>
        <pc:picChg chg="del">
          <ac:chgData name="Fernando Fontove" userId="39bcb981d82c3800" providerId="LiveId" clId="{6D861FB5-C227-42C2-A17F-A65BA0B6AFEA}" dt="2023-11-05T03:30:29.601" v="2" actId="478"/>
          <ac:picMkLst>
            <pc:docMk/>
            <pc:sldMk cId="4290116703" sldId="266"/>
            <ac:picMk id="8" creationId="{1081B02F-D8E0-8EBE-0527-9BDB3802E30A}"/>
          </ac:picMkLst>
        </pc:picChg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809358222" sldId="267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3188961381" sldId="268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732065202" sldId="269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3511748949" sldId="270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2360212880" sldId="272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18121688" sldId="273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3693746346" sldId="274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2495342709" sldId="275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862119957" sldId="276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2760426602" sldId="277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632239261" sldId="278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39566711" sldId="279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2737485060" sldId="280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962908847" sldId="281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3604465708" sldId="282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2860400581" sldId="283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40944073" sldId="284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3891513047" sldId="285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961779521" sldId="286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3186291883" sldId="287"/>
        </pc:sldMkLst>
      </pc:sldChg>
    </pc:docChg>
  </pc:docChgLst>
  <pc:docChgLst>
    <pc:chgData name="Fernando Fontove" userId="39bcb981d82c3800" providerId="LiveId" clId="{34890C78-56BA-483C-AC2E-E6195FF2EDB1}"/>
    <pc:docChg chg="modSld">
      <pc:chgData name="Fernando Fontove" userId="39bcb981d82c3800" providerId="LiveId" clId="{34890C78-56BA-483C-AC2E-E6195FF2EDB1}" dt="2024-02-27T21:34:24.467" v="15" actId="20577"/>
      <pc:docMkLst>
        <pc:docMk/>
      </pc:docMkLst>
      <pc:sldChg chg="addSp modSp mod">
        <pc:chgData name="Fernando Fontove" userId="39bcb981d82c3800" providerId="LiveId" clId="{34890C78-56BA-483C-AC2E-E6195FF2EDB1}" dt="2024-02-27T21:34:24.467" v="15" actId="20577"/>
        <pc:sldMkLst>
          <pc:docMk/>
          <pc:sldMk cId="4149447617" sldId="275"/>
        </pc:sldMkLst>
        <pc:spChg chg="add mod">
          <ac:chgData name="Fernando Fontove" userId="39bcb981d82c3800" providerId="LiveId" clId="{34890C78-56BA-483C-AC2E-E6195FF2EDB1}" dt="2024-02-27T21:34:24.467" v="15" actId="20577"/>
          <ac:spMkLst>
            <pc:docMk/>
            <pc:sldMk cId="4149447617" sldId="275"/>
            <ac:spMk id="3" creationId="{1BECD5D4-72E0-8820-FFE2-D29B202BA0F4}"/>
          </ac:spMkLst>
        </pc:spChg>
      </pc:sldChg>
    </pc:docChg>
  </pc:docChgLst>
  <pc:docChgLst>
    <pc:chgData name="Fernando Fontove" userId="39bcb981d82c3800" providerId="LiveId" clId="{3EF3BC35-D20B-4FEE-860A-C6405EA7A32B}"/>
    <pc:docChg chg="undo custSel addSld modSld">
      <pc:chgData name="Fernando Fontove" userId="39bcb981d82c3800" providerId="LiveId" clId="{3EF3BC35-D20B-4FEE-860A-C6405EA7A32B}" dt="2023-10-03T03:22:32.279" v="956" actId="1076"/>
      <pc:docMkLst>
        <pc:docMk/>
      </pc:docMkLst>
      <pc:sldChg chg="addSp modSp new mod">
        <pc:chgData name="Fernando Fontove" userId="39bcb981d82c3800" providerId="LiveId" clId="{3EF3BC35-D20B-4FEE-860A-C6405EA7A32B}" dt="2023-10-03T03:06:04.110" v="61" actId="14100"/>
        <pc:sldMkLst>
          <pc:docMk/>
          <pc:sldMk cId="2907384208" sldId="279"/>
        </pc:sldMkLst>
        <pc:spChg chg="mod">
          <ac:chgData name="Fernando Fontove" userId="39bcb981d82c3800" providerId="LiveId" clId="{3EF3BC35-D20B-4FEE-860A-C6405EA7A32B}" dt="2023-10-03T03:05:55.906" v="58" actId="20577"/>
          <ac:spMkLst>
            <pc:docMk/>
            <pc:sldMk cId="2907384208" sldId="279"/>
            <ac:spMk id="2" creationId="{F4A68075-E96E-4640-7107-B6243B0CF7FD}"/>
          </ac:spMkLst>
        </pc:spChg>
        <pc:picChg chg="add mod">
          <ac:chgData name="Fernando Fontove" userId="39bcb981d82c3800" providerId="LiveId" clId="{3EF3BC35-D20B-4FEE-860A-C6405EA7A32B}" dt="2023-10-03T03:06:04.110" v="61" actId="14100"/>
          <ac:picMkLst>
            <pc:docMk/>
            <pc:sldMk cId="2907384208" sldId="279"/>
            <ac:picMk id="6" creationId="{70EC6A96-C837-31CC-A25F-98CAA9E14EBE}"/>
          </ac:picMkLst>
        </pc:picChg>
      </pc:sldChg>
      <pc:sldChg chg="modSp add mod">
        <pc:chgData name="Fernando Fontove" userId="39bcb981d82c3800" providerId="LiveId" clId="{3EF3BC35-D20B-4FEE-860A-C6405EA7A32B}" dt="2023-10-03T03:06:41.846" v="161" actId="20577"/>
        <pc:sldMkLst>
          <pc:docMk/>
          <pc:sldMk cId="3777351056" sldId="280"/>
        </pc:sldMkLst>
        <pc:spChg chg="mod">
          <ac:chgData name="Fernando Fontove" userId="39bcb981d82c3800" providerId="LiveId" clId="{3EF3BC35-D20B-4FEE-860A-C6405EA7A32B}" dt="2023-10-03T03:06:41.846" v="161" actId="20577"/>
          <ac:spMkLst>
            <pc:docMk/>
            <pc:sldMk cId="3777351056" sldId="280"/>
            <ac:spMk id="2" creationId="{F4A68075-E96E-4640-7107-B6243B0CF7FD}"/>
          </ac:spMkLst>
        </pc:spChg>
      </pc:sldChg>
      <pc:sldChg chg="addSp delSp modSp add mod">
        <pc:chgData name="Fernando Fontove" userId="39bcb981d82c3800" providerId="LiveId" clId="{3EF3BC35-D20B-4FEE-860A-C6405EA7A32B}" dt="2023-10-03T03:08:47.332" v="172" actId="478"/>
        <pc:sldMkLst>
          <pc:docMk/>
          <pc:sldMk cId="3614157062" sldId="281"/>
        </pc:sldMkLst>
        <pc:spChg chg="add mod">
          <ac:chgData name="Fernando Fontove" userId="39bcb981d82c3800" providerId="LiveId" clId="{3EF3BC35-D20B-4FEE-860A-C6405EA7A32B}" dt="2023-10-03T03:07:09.545" v="167" actId="14100"/>
          <ac:spMkLst>
            <pc:docMk/>
            <pc:sldMk cId="3614157062" sldId="281"/>
            <ac:spMk id="5" creationId="{B414D44E-568E-2F02-ED77-4581597FF24C}"/>
          </ac:spMkLst>
        </pc:spChg>
        <pc:spChg chg="add mod">
          <ac:chgData name="Fernando Fontove" userId="39bcb981d82c3800" providerId="LiveId" clId="{3EF3BC35-D20B-4FEE-860A-C6405EA7A32B}" dt="2023-10-03T03:07:18.893" v="170" actId="14100"/>
          <ac:spMkLst>
            <pc:docMk/>
            <pc:sldMk cId="3614157062" sldId="281"/>
            <ac:spMk id="7" creationId="{3C7CABF1-934D-2C0E-EAC8-D905D49F31CE}"/>
          </ac:spMkLst>
        </pc:spChg>
        <pc:picChg chg="add del">
          <ac:chgData name="Fernando Fontove" userId="39bcb981d82c3800" providerId="LiveId" clId="{3EF3BC35-D20B-4FEE-860A-C6405EA7A32B}" dt="2023-10-03T03:08:47.332" v="172" actId="478"/>
          <ac:picMkLst>
            <pc:docMk/>
            <pc:sldMk cId="3614157062" sldId="281"/>
            <ac:picMk id="6" creationId="{70EC6A96-C837-31CC-A25F-98CAA9E14EBE}"/>
          </ac:picMkLst>
        </pc:picChg>
      </pc:sldChg>
      <pc:sldChg chg="addSp delSp modSp new mod">
        <pc:chgData name="Fernando Fontove" userId="39bcb981d82c3800" providerId="LiveId" clId="{3EF3BC35-D20B-4FEE-860A-C6405EA7A32B}" dt="2023-10-03T03:12:50.072" v="368" actId="114"/>
        <pc:sldMkLst>
          <pc:docMk/>
          <pc:sldMk cId="2993439966" sldId="282"/>
        </pc:sldMkLst>
        <pc:spChg chg="mod">
          <ac:chgData name="Fernando Fontove" userId="39bcb981d82c3800" providerId="LiveId" clId="{3EF3BC35-D20B-4FEE-860A-C6405EA7A32B}" dt="2023-10-03T03:09:13.298" v="268" actId="20577"/>
          <ac:spMkLst>
            <pc:docMk/>
            <pc:sldMk cId="2993439966" sldId="282"/>
            <ac:spMk id="2" creationId="{DFC2E6A4-B45D-E833-6722-9E0BD45ADF56}"/>
          </ac:spMkLst>
        </pc:spChg>
        <pc:spChg chg="del">
          <ac:chgData name="Fernando Fontove" userId="39bcb981d82c3800" providerId="LiveId" clId="{3EF3BC35-D20B-4FEE-860A-C6405EA7A32B}" dt="2023-10-03T03:09:15.532" v="269" actId="478"/>
          <ac:spMkLst>
            <pc:docMk/>
            <pc:sldMk cId="2993439966" sldId="282"/>
            <ac:spMk id="3" creationId="{2D72C082-8209-A234-D50F-5519442C2010}"/>
          </ac:spMkLst>
        </pc:spChg>
        <pc:spChg chg="add mod">
          <ac:chgData name="Fernando Fontove" userId="39bcb981d82c3800" providerId="LiveId" clId="{3EF3BC35-D20B-4FEE-860A-C6405EA7A32B}" dt="2023-10-03T03:10:47.750" v="286" actId="1076"/>
          <ac:spMkLst>
            <pc:docMk/>
            <pc:sldMk cId="2993439966" sldId="282"/>
            <ac:spMk id="13" creationId="{E19CAB75-C5E0-840C-3642-F863877774A6}"/>
          </ac:spMkLst>
        </pc:spChg>
        <pc:spChg chg="add mod">
          <ac:chgData name="Fernando Fontove" userId="39bcb981d82c3800" providerId="LiveId" clId="{3EF3BC35-D20B-4FEE-860A-C6405EA7A32B}" dt="2023-10-03T03:10:58.568" v="289" actId="14100"/>
          <ac:spMkLst>
            <pc:docMk/>
            <pc:sldMk cId="2993439966" sldId="282"/>
            <ac:spMk id="14" creationId="{60492A12-33A3-1808-F45E-3BA83E064F91}"/>
          </ac:spMkLst>
        </pc:spChg>
        <pc:spChg chg="add del mod">
          <ac:chgData name="Fernando Fontove" userId="39bcb981d82c3800" providerId="LiveId" clId="{3EF3BC35-D20B-4FEE-860A-C6405EA7A32B}" dt="2023-10-03T03:11:12.267" v="297"/>
          <ac:spMkLst>
            <pc:docMk/>
            <pc:sldMk cId="2993439966" sldId="282"/>
            <ac:spMk id="15" creationId="{03090B38-21C7-DE1F-0D30-76BCAD7041A8}"/>
          </ac:spMkLst>
        </pc:spChg>
        <pc:spChg chg="add mod">
          <ac:chgData name="Fernando Fontove" userId="39bcb981d82c3800" providerId="LiveId" clId="{3EF3BC35-D20B-4FEE-860A-C6405EA7A32B}" dt="2023-10-03T03:11:41.784" v="304" actId="1076"/>
          <ac:spMkLst>
            <pc:docMk/>
            <pc:sldMk cId="2993439966" sldId="282"/>
            <ac:spMk id="16" creationId="{5B927325-47C2-DA6B-79DD-087D9D1E823B}"/>
          </ac:spMkLst>
        </pc:spChg>
        <pc:spChg chg="add mod">
          <ac:chgData name="Fernando Fontove" userId="39bcb981d82c3800" providerId="LiveId" clId="{3EF3BC35-D20B-4FEE-860A-C6405EA7A32B}" dt="2023-10-03T03:12:50.072" v="368" actId="114"/>
          <ac:spMkLst>
            <pc:docMk/>
            <pc:sldMk cId="2993439966" sldId="282"/>
            <ac:spMk id="24" creationId="{3A5FE75C-8819-6FAF-AFE3-461395C85119}"/>
          </ac:spMkLst>
        </pc:spChg>
        <pc:picChg chg="add del mod">
          <ac:chgData name="Fernando Fontove" userId="39bcb981d82c3800" providerId="LiveId" clId="{3EF3BC35-D20B-4FEE-860A-C6405EA7A32B}" dt="2023-10-03T03:09:49.395" v="272" actId="478"/>
          <ac:picMkLst>
            <pc:docMk/>
            <pc:sldMk cId="2993439966" sldId="282"/>
            <ac:picMk id="6" creationId="{9356132F-7778-F8B7-C5F6-9308A7BA4D78}"/>
          </ac:picMkLst>
        </pc:picChg>
        <pc:picChg chg="add mod modCrop">
          <ac:chgData name="Fernando Fontove" userId="39bcb981d82c3800" providerId="LiveId" clId="{3EF3BC35-D20B-4FEE-860A-C6405EA7A32B}" dt="2023-10-03T03:10:38.443" v="283" actId="1076"/>
          <ac:picMkLst>
            <pc:docMk/>
            <pc:sldMk cId="2993439966" sldId="282"/>
            <ac:picMk id="8" creationId="{79B926D6-596F-F2BB-A01A-3B8FABE6288A}"/>
          </ac:picMkLst>
        </pc:picChg>
        <pc:picChg chg="add del mod">
          <ac:chgData name="Fernando Fontove" userId="39bcb981d82c3800" providerId="LiveId" clId="{3EF3BC35-D20B-4FEE-860A-C6405EA7A32B}" dt="2023-10-03T03:10:23.818" v="278" actId="478"/>
          <ac:picMkLst>
            <pc:docMk/>
            <pc:sldMk cId="2993439966" sldId="282"/>
            <ac:picMk id="10" creationId="{E3AE130E-7614-DA6C-6F4B-DCA0C7034A7F}"/>
          </ac:picMkLst>
        </pc:picChg>
        <pc:picChg chg="add mod modCrop">
          <ac:chgData name="Fernando Fontove" userId="39bcb981d82c3800" providerId="LiveId" clId="{3EF3BC35-D20B-4FEE-860A-C6405EA7A32B}" dt="2023-10-03T03:10:39.875" v="284" actId="1076"/>
          <ac:picMkLst>
            <pc:docMk/>
            <pc:sldMk cId="2993439966" sldId="282"/>
            <ac:picMk id="12" creationId="{5F013754-A098-6798-F847-E454B5D0D854}"/>
          </ac:picMkLst>
        </pc:picChg>
        <pc:cxnChg chg="add mod">
          <ac:chgData name="Fernando Fontove" userId="39bcb981d82c3800" providerId="LiveId" clId="{3EF3BC35-D20B-4FEE-860A-C6405EA7A32B}" dt="2023-10-03T03:11:51.739" v="306" actId="1582"/>
          <ac:cxnSpMkLst>
            <pc:docMk/>
            <pc:sldMk cId="2993439966" sldId="282"/>
            <ac:cxnSpMk id="18" creationId="{65DE68AD-E53C-481E-FF30-7DEDEC0F6467}"/>
          </ac:cxnSpMkLst>
        </pc:cxnChg>
        <pc:cxnChg chg="add mod">
          <ac:chgData name="Fernando Fontove" userId="39bcb981d82c3800" providerId="LiveId" clId="{3EF3BC35-D20B-4FEE-860A-C6405EA7A32B}" dt="2023-10-03T03:12:06.082" v="310" actId="14100"/>
          <ac:cxnSpMkLst>
            <pc:docMk/>
            <pc:sldMk cId="2993439966" sldId="282"/>
            <ac:cxnSpMk id="19" creationId="{7837ADAE-DF9C-6774-E02E-504F59FEDFE4}"/>
          </ac:cxnSpMkLst>
        </pc:cxnChg>
        <pc:cxnChg chg="add mod">
          <ac:chgData name="Fernando Fontove" userId="39bcb981d82c3800" providerId="LiveId" clId="{3EF3BC35-D20B-4FEE-860A-C6405EA7A32B}" dt="2023-10-03T03:12:15.116" v="313" actId="14100"/>
          <ac:cxnSpMkLst>
            <pc:docMk/>
            <pc:sldMk cId="2993439966" sldId="282"/>
            <ac:cxnSpMk id="21" creationId="{E3330CFD-D8C7-4051-EF4A-A65CF947A266}"/>
          </ac:cxnSpMkLst>
        </pc:cxnChg>
      </pc:sldChg>
      <pc:sldChg chg="addSp modSp new mod">
        <pc:chgData name="Fernando Fontove" userId="39bcb981d82c3800" providerId="LiveId" clId="{3EF3BC35-D20B-4FEE-860A-C6405EA7A32B}" dt="2023-10-03T03:16:17.265" v="474" actId="14100"/>
        <pc:sldMkLst>
          <pc:docMk/>
          <pc:sldMk cId="2575599280" sldId="283"/>
        </pc:sldMkLst>
        <pc:spChg chg="mod">
          <ac:chgData name="Fernando Fontove" userId="39bcb981d82c3800" providerId="LiveId" clId="{3EF3BC35-D20B-4FEE-860A-C6405EA7A32B}" dt="2023-10-03T03:13:52.530" v="466" actId="6549"/>
          <ac:spMkLst>
            <pc:docMk/>
            <pc:sldMk cId="2575599280" sldId="283"/>
            <ac:spMk id="2" creationId="{5145F235-EFEA-49F3-C94E-59E5C535A2D6}"/>
          </ac:spMkLst>
        </pc:spChg>
        <pc:picChg chg="add mod modCrop">
          <ac:chgData name="Fernando Fontove" userId="39bcb981d82c3800" providerId="LiveId" clId="{3EF3BC35-D20B-4FEE-860A-C6405EA7A32B}" dt="2023-10-03T03:16:17.265" v="474" actId="14100"/>
          <ac:picMkLst>
            <pc:docMk/>
            <pc:sldMk cId="2575599280" sldId="283"/>
            <ac:picMk id="6" creationId="{F5AF38A1-FFF1-E732-C271-13A53EBEDEFE}"/>
          </ac:picMkLst>
        </pc:picChg>
      </pc:sldChg>
      <pc:sldChg chg="addSp delSp modSp add mod">
        <pc:chgData name="Fernando Fontove" userId="39bcb981d82c3800" providerId="LiveId" clId="{3EF3BC35-D20B-4FEE-860A-C6405EA7A32B}" dt="2023-10-03T03:18:35.552" v="605" actId="478"/>
        <pc:sldMkLst>
          <pc:docMk/>
          <pc:sldMk cId="3428166178" sldId="284"/>
        </pc:sldMkLst>
        <pc:spChg chg="mod">
          <ac:chgData name="Fernando Fontove" userId="39bcb981d82c3800" providerId="LiveId" clId="{3EF3BC35-D20B-4FEE-860A-C6405EA7A32B}" dt="2023-10-03T03:17:54.071" v="571" actId="6549"/>
          <ac:spMkLst>
            <pc:docMk/>
            <pc:sldMk cId="3428166178" sldId="284"/>
            <ac:spMk id="2" creationId="{5145F235-EFEA-49F3-C94E-59E5C535A2D6}"/>
          </ac:spMkLst>
        </pc:spChg>
        <pc:spChg chg="add del mod">
          <ac:chgData name="Fernando Fontove" userId="39bcb981d82c3800" providerId="LiveId" clId="{3EF3BC35-D20B-4FEE-860A-C6405EA7A32B}" dt="2023-10-03T03:18:26.731" v="601" actId="478"/>
          <ac:spMkLst>
            <pc:docMk/>
            <pc:sldMk cId="3428166178" sldId="284"/>
            <ac:spMk id="3" creationId="{B27030D9-57BC-44A5-409F-FC49D417895B}"/>
          </ac:spMkLst>
        </pc:spChg>
        <pc:spChg chg="add mod">
          <ac:chgData name="Fernando Fontove" userId="39bcb981d82c3800" providerId="LiveId" clId="{3EF3BC35-D20B-4FEE-860A-C6405EA7A32B}" dt="2023-10-03T03:16:48.619" v="497"/>
          <ac:spMkLst>
            <pc:docMk/>
            <pc:sldMk cId="3428166178" sldId="284"/>
            <ac:spMk id="5" creationId="{14B59378-DB66-DAF3-C53E-FF372FAEBD8F}"/>
          </ac:spMkLst>
        </pc:spChg>
        <pc:spChg chg="add mod">
          <ac:chgData name="Fernando Fontove" userId="39bcb981d82c3800" providerId="LiveId" clId="{3EF3BC35-D20B-4FEE-860A-C6405EA7A32B}" dt="2023-10-03T03:17:44.866" v="569" actId="790"/>
          <ac:spMkLst>
            <pc:docMk/>
            <pc:sldMk cId="3428166178" sldId="284"/>
            <ac:spMk id="8" creationId="{014285C0-5E81-6A34-5AA1-9EDF5E1EF20D}"/>
          </ac:spMkLst>
        </pc:spChg>
        <pc:spChg chg="add mod">
          <ac:chgData name="Fernando Fontove" userId="39bcb981d82c3800" providerId="LiveId" clId="{3EF3BC35-D20B-4FEE-860A-C6405EA7A32B}" dt="2023-10-03T03:17:40.897" v="568" actId="790"/>
          <ac:spMkLst>
            <pc:docMk/>
            <pc:sldMk cId="3428166178" sldId="284"/>
            <ac:spMk id="12" creationId="{6984315F-E915-753B-E6E5-5034F447F99C}"/>
          </ac:spMkLst>
        </pc:spChg>
        <pc:spChg chg="add del mod">
          <ac:chgData name="Fernando Fontove" userId="39bcb981d82c3800" providerId="LiveId" clId="{3EF3BC35-D20B-4FEE-860A-C6405EA7A32B}" dt="2023-10-03T03:18:35.552" v="605" actId="478"/>
          <ac:spMkLst>
            <pc:docMk/>
            <pc:sldMk cId="3428166178" sldId="284"/>
            <ac:spMk id="18" creationId="{26BA227F-5708-E71D-815F-05CB0ED87FB5}"/>
          </ac:spMkLst>
        </pc:spChg>
        <pc:cxnChg chg="add mod">
          <ac:chgData name="Fernando Fontove" userId="39bcb981d82c3800" providerId="LiveId" clId="{3EF3BC35-D20B-4FEE-860A-C6405EA7A32B}" dt="2023-10-03T03:16:48.619" v="497"/>
          <ac:cxnSpMkLst>
            <pc:docMk/>
            <pc:sldMk cId="3428166178" sldId="284"/>
            <ac:cxnSpMk id="7" creationId="{18A437D4-79BC-7477-FC0B-86C117F2BC9A}"/>
          </ac:cxnSpMkLst>
        </pc:cxnChg>
        <pc:cxnChg chg="add mod">
          <ac:chgData name="Fernando Fontove" userId="39bcb981d82c3800" providerId="LiveId" clId="{3EF3BC35-D20B-4FEE-860A-C6405EA7A32B}" dt="2023-10-03T03:18:00.263" v="575" actId="1076"/>
          <ac:cxnSpMkLst>
            <pc:docMk/>
            <pc:sldMk cId="3428166178" sldId="284"/>
            <ac:cxnSpMk id="9" creationId="{EBF123CF-6872-7595-9A09-EA7832CFDAD2}"/>
          </ac:cxnSpMkLst>
        </pc:cxnChg>
        <pc:cxnChg chg="add mod">
          <ac:chgData name="Fernando Fontove" userId="39bcb981d82c3800" providerId="LiveId" clId="{3EF3BC35-D20B-4FEE-860A-C6405EA7A32B}" dt="2023-10-03T03:17:58.688" v="573" actId="571"/>
          <ac:cxnSpMkLst>
            <pc:docMk/>
            <pc:sldMk cId="3428166178" sldId="284"/>
            <ac:cxnSpMk id="13" creationId="{6C3A39E5-0037-A1C0-1616-90ACD22180A9}"/>
          </ac:cxnSpMkLst>
        </pc:cxnChg>
        <pc:cxnChg chg="add mod">
          <ac:chgData name="Fernando Fontove" userId="39bcb981d82c3800" providerId="LiveId" clId="{3EF3BC35-D20B-4FEE-860A-C6405EA7A32B}" dt="2023-10-03T03:18:09.636" v="579" actId="14100"/>
          <ac:cxnSpMkLst>
            <pc:docMk/>
            <pc:sldMk cId="3428166178" sldId="284"/>
            <ac:cxnSpMk id="14" creationId="{1BEADF93-D1B9-9C0A-90A2-C8B8E0DC3E12}"/>
          </ac:cxnSpMkLst>
        </pc:cxnChg>
      </pc:sldChg>
      <pc:sldChg chg="delSp modSp add mod">
        <pc:chgData name="Fernando Fontove" userId="39bcb981d82c3800" providerId="LiveId" clId="{3EF3BC35-D20B-4FEE-860A-C6405EA7A32B}" dt="2023-10-03T03:19:28.560" v="686" actId="20577"/>
        <pc:sldMkLst>
          <pc:docMk/>
          <pc:sldMk cId="1197321745" sldId="285"/>
        </pc:sldMkLst>
        <pc:spChg chg="del">
          <ac:chgData name="Fernando Fontove" userId="39bcb981d82c3800" providerId="LiveId" clId="{3EF3BC35-D20B-4FEE-860A-C6405EA7A32B}" dt="2023-10-03T03:18:48.542" v="606" actId="478"/>
          <ac:spMkLst>
            <pc:docMk/>
            <pc:sldMk cId="1197321745" sldId="285"/>
            <ac:spMk id="5" creationId="{14B59378-DB66-DAF3-C53E-FF372FAEBD8F}"/>
          </ac:spMkLst>
        </pc:spChg>
        <pc:spChg chg="del">
          <ac:chgData name="Fernando Fontove" userId="39bcb981d82c3800" providerId="LiveId" clId="{3EF3BC35-D20B-4FEE-860A-C6405EA7A32B}" dt="2023-10-03T03:18:48.542" v="606" actId="478"/>
          <ac:spMkLst>
            <pc:docMk/>
            <pc:sldMk cId="1197321745" sldId="285"/>
            <ac:spMk id="8" creationId="{014285C0-5E81-6A34-5AA1-9EDF5E1EF20D}"/>
          </ac:spMkLst>
        </pc:spChg>
        <pc:spChg chg="del">
          <ac:chgData name="Fernando Fontove" userId="39bcb981d82c3800" providerId="LiveId" clId="{3EF3BC35-D20B-4FEE-860A-C6405EA7A32B}" dt="2023-10-03T03:18:48.542" v="606" actId="478"/>
          <ac:spMkLst>
            <pc:docMk/>
            <pc:sldMk cId="1197321745" sldId="285"/>
            <ac:spMk id="12" creationId="{6984315F-E915-753B-E6E5-5034F447F99C}"/>
          </ac:spMkLst>
        </pc:spChg>
        <pc:spChg chg="mod">
          <ac:chgData name="Fernando Fontove" userId="39bcb981d82c3800" providerId="LiveId" clId="{3EF3BC35-D20B-4FEE-860A-C6405EA7A32B}" dt="2023-10-03T03:19:28.560" v="686" actId="20577"/>
          <ac:spMkLst>
            <pc:docMk/>
            <pc:sldMk cId="1197321745" sldId="285"/>
            <ac:spMk id="18" creationId="{26BA227F-5708-E71D-815F-05CB0ED87FB5}"/>
          </ac:spMkLst>
        </pc:spChg>
        <pc:picChg chg="mod">
          <ac:chgData name="Fernando Fontove" userId="39bcb981d82c3800" providerId="LiveId" clId="{3EF3BC35-D20B-4FEE-860A-C6405EA7A32B}" dt="2023-10-03T03:19:00.432" v="608" actId="1076"/>
          <ac:picMkLst>
            <pc:docMk/>
            <pc:sldMk cId="1197321745" sldId="285"/>
            <ac:picMk id="6" creationId="{F5AF38A1-FFF1-E732-C271-13A53EBEDEFE}"/>
          </ac:picMkLst>
        </pc:picChg>
        <pc:cxnChg chg="del">
          <ac:chgData name="Fernando Fontove" userId="39bcb981d82c3800" providerId="LiveId" clId="{3EF3BC35-D20B-4FEE-860A-C6405EA7A32B}" dt="2023-10-03T03:18:48.542" v="606" actId="478"/>
          <ac:cxnSpMkLst>
            <pc:docMk/>
            <pc:sldMk cId="1197321745" sldId="285"/>
            <ac:cxnSpMk id="7" creationId="{18A437D4-79BC-7477-FC0B-86C117F2BC9A}"/>
          </ac:cxnSpMkLst>
        </pc:cxnChg>
        <pc:cxnChg chg="del">
          <ac:chgData name="Fernando Fontove" userId="39bcb981d82c3800" providerId="LiveId" clId="{3EF3BC35-D20B-4FEE-860A-C6405EA7A32B}" dt="2023-10-03T03:18:48.542" v="606" actId="478"/>
          <ac:cxnSpMkLst>
            <pc:docMk/>
            <pc:sldMk cId="1197321745" sldId="285"/>
            <ac:cxnSpMk id="9" creationId="{EBF123CF-6872-7595-9A09-EA7832CFDAD2}"/>
          </ac:cxnSpMkLst>
        </pc:cxnChg>
        <pc:cxnChg chg="del">
          <ac:chgData name="Fernando Fontove" userId="39bcb981d82c3800" providerId="LiveId" clId="{3EF3BC35-D20B-4FEE-860A-C6405EA7A32B}" dt="2023-10-03T03:18:48.542" v="606" actId="478"/>
          <ac:cxnSpMkLst>
            <pc:docMk/>
            <pc:sldMk cId="1197321745" sldId="285"/>
            <ac:cxnSpMk id="14" creationId="{1BEADF93-D1B9-9C0A-90A2-C8B8E0DC3E12}"/>
          </ac:cxnSpMkLst>
        </pc:cxnChg>
      </pc:sldChg>
      <pc:sldChg chg="addSp delSp modSp add mod">
        <pc:chgData name="Fernando Fontove" userId="39bcb981d82c3800" providerId="LiveId" clId="{3EF3BC35-D20B-4FEE-860A-C6405EA7A32B}" dt="2023-10-03T03:20:35.414" v="761" actId="1076"/>
        <pc:sldMkLst>
          <pc:docMk/>
          <pc:sldMk cId="3809083301" sldId="286"/>
        </pc:sldMkLst>
        <pc:spChg chg="mod">
          <ac:chgData name="Fernando Fontove" userId="39bcb981d82c3800" providerId="LiveId" clId="{3EF3BC35-D20B-4FEE-860A-C6405EA7A32B}" dt="2023-10-03T03:20:16.153" v="757" actId="14100"/>
          <ac:spMkLst>
            <pc:docMk/>
            <pc:sldMk cId="3809083301" sldId="286"/>
            <ac:spMk id="18" creationId="{26BA227F-5708-E71D-815F-05CB0ED87FB5}"/>
          </ac:spMkLst>
        </pc:spChg>
        <pc:picChg chg="add mod">
          <ac:chgData name="Fernando Fontove" userId="39bcb981d82c3800" providerId="LiveId" clId="{3EF3BC35-D20B-4FEE-860A-C6405EA7A32B}" dt="2023-10-03T03:20:35.414" v="761" actId="1076"/>
          <ac:picMkLst>
            <pc:docMk/>
            <pc:sldMk cId="3809083301" sldId="286"/>
            <ac:picMk id="5" creationId="{DC1A6F68-D565-DBCB-6F59-D0CE5691E818}"/>
          </ac:picMkLst>
        </pc:picChg>
        <pc:picChg chg="del">
          <ac:chgData name="Fernando Fontove" userId="39bcb981d82c3800" providerId="LiveId" clId="{3EF3BC35-D20B-4FEE-860A-C6405EA7A32B}" dt="2023-10-03T03:19:50.722" v="692" actId="478"/>
          <ac:picMkLst>
            <pc:docMk/>
            <pc:sldMk cId="3809083301" sldId="286"/>
            <ac:picMk id="6" creationId="{F5AF38A1-FFF1-E732-C271-13A53EBEDEFE}"/>
          </ac:picMkLst>
        </pc:picChg>
        <pc:picChg chg="add mod">
          <ac:chgData name="Fernando Fontove" userId="39bcb981d82c3800" providerId="LiveId" clId="{3EF3BC35-D20B-4FEE-860A-C6405EA7A32B}" dt="2023-10-03T03:20:35.414" v="761" actId="1076"/>
          <ac:picMkLst>
            <pc:docMk/>
            <pc:sldMk cId="3809083301" sldId="286"/>
            <ac:picMk id="8" creationId="{BB0D45B0-D867-214C-0A43-5C438D88F20D}"/>
          </ac:picMkLst>
        </pc:picChg>
      </pc:sldChg>
      <pc:sldChg chg="addSp modSp new mod">
        <pc:chgData name="Fernando Fontove" userId="39bcb981d82c3800" providerId="LiveId" clId="{3EF3BC35-D20B-4FEE-860A-C6405EA7A32B}" dt="2023-10-03T03:22:32.279" v="956" actId="1076"/>
        <pc:sldMkLst>
          <pc:docMk/>
          <pc:sldMk cId="3762214050" sldId="287"/>
        </pc:sldMkLst>
        <pc:spChg chg="mod">
          <ac:chgData name="Fernando Fontove" userId="39bcb981d82c3800" providerId="LiveId" clId="{3EF3BC35-D20B-4FEE-860A-C6405EA7A32B}" dt="2023-10-03T03:20:51.057" v="822" actId="20577"/>
          <ac:spMkLst>
            <pc:docMk/>
            <pc:sldMk cId="3762214050" sldId="287"/>
            <ac:spMk id="2" creationId="{39A191F5-B9A8-BF8C-BCA3-4ABDB89A3649}"/>
          </ac:spMkLst>
        </pc:spChg>
        <pc:spChg chg="mod">
          <ac:chgData name="Fernando Fontove" userId="39bcb981d82c3800" providerId="LiveId" clId="{3EF3BC35-D20B-4FEE-860A-C6405EA7A32B}" dt="2023-10-03T03:22:24.171" v="955" actId="27107"/>
          <ac:spMkLst>
            <pc:docMk/>
            <pc:sldMk cId="3762214050" sldId="287"/>
            <ac:spMk id="3" creationId="{C5B1443C-6544-4935-F703-D7A5B7024F6C}"/>
          </ac:spMkLst>
        </pc:spChg>
        <pc:picChg chg="add mod">
          <ac:chgData name="Fernando Fontove" userId="39bcb981d82c3800" providerId="LiveId" clId="{3EF3BC35-D20B-4FEE-860A-C6405EA7A32B}" dt="2023-10-03T03:22:32.279" v="956" actId="1076"/>
          <ac:picMkLst>
            <pc:docMk/>
            <pc:sldMk cId="3762214050" sldId="287"/>
            <ac:picMk id="6" creationId="{0B4B2436-1089-3A39-3748-A60A74193990}"/>
          </ac:picMkLst>
        </pc:picChg>
      </pc:sldChg>
    </pc:docChg>
  </pc:docChgLst>
  <pc:docChgLst>
    <pc:chgData name="Fernando Fontove" userId="39bcb981d82c3800" providerId="LiveId" clId="{F4C63BE8-E3A5-4AB2-9214-13CABF02652A}"/>
    <pc:docChg chg="undo redo custSel addSld delSld modSld">
      <pc:chgData name="Fernando Fontove" userId="39bcb981d82c3800" providerId="LiveId" clId="{F4C63BE8-E3A5-4AB2-9214-13CABF02652A}" dt="2023-10-12T00:04:15.896" v="5213" actId="20577"/>
      <pc:docMkLst>
        <pc:docMk/>
      </pc:docMkLst>
      <pc:sldChg chg="modSp mod">
        <pc:chgData name="Fernando Fontove" userId="39bcb981d82c3800" providerId="LiveId" clId="{F4C63BE8-E3A5-4AB2-9214-13CABF02652A}" dt="2023-10-11T23:40:09.836" v="3537" actId="20577"/>
        <pc:sldMkLst>
          <pc:docMk/>
          <pc:sldMk cId="0" sldId="256"/>
        </pc:sldMkLst>
        <pc:spChg chg="mod">
          <ac:chgData name="Fernando Fontove" userId="39bcb981d82c3800" providerId="LiveId" clId="{F4C63BE8-E3A5-4AB2-9214-13CABF02652A}" dt="2023-10-11T23:40:09.836" v="3537" actId="20577"/>
          <ac:spMkLst>
            <pc:docMk/>
            <pc:sldMk cId="0" sldId="256"/>
            <ac:spMk id="3836" creationId="{00000000-0000-0000-0000-000000000000}"/>
          </ac:spMkLst>
        </pc:spChg>
      </pc:sldChg>
      <pc:sldChg chg="addSp delSp modSp mod">
        <pc:chgData name="Fernando Fontove" userId="39bcb981d82c3800" providerId="LiveId" clId="{F4C63BE8-E3A5-4AB2-9214-13CABF02652A}" dt="2023-10-04T17:33:27.053" v="150" actId="1076"/>
        <pc:sldMkLst>
          <pc:docMk/>
          <pc:sldMk cId="1905306405" sldId="262"/>
        </pc:sldMkLst>
        <pc:spChg chg="mod">
          <ac:chgData name="Fernando Fontove" userId="39bcb981d82c3800" providerId="LiveId" clId="{F4C63BE8-E3A5-4AB2-9214-13CABF02652A}" dt="2023-10-04T17:20:15.244" v="145" actId="20577"/>
          <ac:spMkLst>
            <pc:docMk/>
            <pc:sldMk cId="1905306405" sldId="262"/>
            <ac:spMk id="3870" creationId="{00000000-0000-0000-0000-000000000000}"/>
          </ac:spMkLst>
        </pc:spChg>
        <pc:picChg chg="add mod">
          <ac:chgData name="Fernando Fontove" userId="39bcb981d82c3800" providerId="LiveId" clId="{F4C63BE8-E3A5-4AB2-9214-13CABF02652A}" dt="2023-10-04T17:33:27.053" v="150" actId="1076"/>
          <ac:picMkLst>
            <pc:docMk/>
            <pc:sldMk cId="1905306405" sldId="262"/>
            <ac:picMk id="3" creationId="{CB914041-9E58-F909-1778-26FB797C66EE}"/>
          </ac:picMkLst>
        </pc:picChg>
        <pc:picChg chg="del">
          <ac:chgData name="Fernando Fontove" userId="39bcb981d82c3800" providerId="LiveId" clId="{F4C63BE8-E3A5-4AB2-9214-13CABF02652A}" dt="2023-10-04T17:33:19.593" v="146" actId="478"/>
          <ac:picMkLst>
            <pc:docMk/>
            <pc:sldMk cId="1905306405" sldId="262"/>
            <ac:picMk id="9" creationId="{AF3C1BC7-BE4B-8558-D58E-2A6131564F1D}"/>
          </ac:picMkLst>
        </pc:picChg>
      </pc:sldChg>
      <pc:sldChg chg="addSp delSp modSp mod">
        <pc:chgData name="Fernando Fontove" userId="39bcb981d82c3800" providerId="LiveId" clId="{F4C63BE8-E3A5-4AB2-9214-13CABF02652A}" dt="2023-10-04T17:35:32.370" v="283"/>
        <pc:sldMkLst>
          <pc:docMk/>
          <pc:sldMk cId="860822654" sldId="264"/>
        </pc:sldMkLst>
        <pc:spChg chg="del mod">
          <ac:chgData name="Fernando Fontove" userId="39bcb981d82c3800" providerId="LiveId" clId="{F4C63BE8-E3A5-4AB2-9214-13CABF02652A}" dt="2023-10-04T17:35:31.977" v="282" actId="478"/>
          <ac:spMkLst>
            <pc:docMk/>
            <pc:sldMk cId="860822654" sldId="264"/>
            <ac:spMk id="3" creationId="{12B5A773-5949-3585-A60E-44EAE520743A}"/>
          </ac:spMkLst>
        </pc:spChg>
        <pc:spChg chg="del">
          <ac:chgData name="Fernando Fontove" userId="39bcb981d82c3800" providerId="LiveId" clId="{F4C63BE8-E3A5-4AB2-9214-13CABF02652A}" dt="2023-10-04T17:34:04.753" v="173" actId="478"/>
          <ac:spMkLst>
            <pc:docMk/>
            <pc:sldMk cId="860822654" sldId="264"/>
            <ac:spMk id="8" creationId="{6EB8F5AD-1513-2CF2-50FB-B2A02678F3F1}"/>
          </ac:spMkLst>
        </pc:spChg>
        <pc:spChg chg="del">
          <ac:chgData name="Fernando Fontove" userId="39bcb981d82c3800" providerId="LiveId" clId="{F4C63BE8-E3A5-4AB2-9214-13CABF02652A}" dt="2023-10-04T17:34:56.254" v="219" actId="478"/>
          <ac:spMkLst>
            <pc:docMk/>
            <pc:sldMk cId="860822654" sldId="264"/>
            <ac:spMk id="10" creationId="{28143E2A-332E-9DD8-CC4F-B882EDD66BAF}"/>
          </ac:spMkLst>
        </pc:spChg>
        <pc:spChg chg="del">
          <ac:chgData name="Fernando Fontove" userId="39bcb981d82c3800" providerId="LiveId" clId="{F4C63BE8-E3A5-4AB2-9214-13CABF02652A}" dt="2023-10-04T17:34:57.495" v="220" actId="478"/>
          <ac:spMkLst>
            <pc:docMk/>
            <pc:sldMk cId="860822654" sldId="264"/>
            <ac:spMk id="11" creationId="{4E01D663-D8CC-06E2-72B9-49B6C7B37743}"/>
          </ac:spMkLst>
        </pc:spChg>
        <pc:spChg chg="del">
          <ac:chgData name="Fernando Fontove" userId="39bcb981d82c3800" providerId="LiveId" clId="{F4C63BE8-E3A5-4AB2-9214-13CABF02652A}" dt="2023-10-04T17:34:14.817" v="194" actId="478"/>
          <ac:spMkLst>
            <pc:docMk/>
            <pc:sldMk cId="860822654" sldId="264"/>
            <ac:spMk id="13" creationId="{2EC4EFE5-09A4-17ED-86CC-A9935B2AD778}"/>
          </ac:spMkLst>
        </pc:spChg>
        <pc:spChg chg="del mod">
          <ac:chgData name="Fernando Fontove" userId="39bcb981d82c3800" providerId="LiveId" clId="{F4C63BE8-E3A5-4AB2-9214-13CABF02652A}" dt="2023-10-04T17:35:31.977" v="282" actId="478"/>
          <ac:spMkLst>
            <pc:docMk/>
            <pc:sldMk cId="860822654" sldId="264"/>
            <ac:spMk id="17" creationId="{7EFB2097-25DE-22B9-FD78-71EDF35115EB}"/>
          </ac:spMkLst>
        </pc:spChg>
        <pc:spChg chg="del mod">
          <ac:chgData name="Fernando Fontove" userId="39bcb981d82c3800" providerId="LiveId" clId="{F4C63BE8-E3A5-4AB2-9214-13CABF02652A}" dt="2023-10-04T17:35:31.977" v="282" actId="478"/>
          <ac:spMkLst>
            <pc:docMk/>
            <pc:sldMk cId="860822654" sldId="264"/>
            <ac:spMk id="19" creationId="{BC657EDB-4C58-504C-C677-5F7AF8176221}"/>
          </ac:spMkLst>
        </pc:spChg>
        <pc:spChg chg="del mod">
          <ac:chgData name="Fernando Fontove" userId="39bcb981d82c3800" providerId="LiveId" clId="{F4C63BE8-E3A5-4AB2-9214-13CABF02652A}" dt="2023-10-04T17:35:31.977" v="282" actId="478"/>
          <ac:spMkLst>
            <pc:docMk/>
            <pc:sldMk cId="860822654" sldId="264"/>
            <ac:spMk id="22" creationId="{76B0294B-6312-8757-FFA1-E2DE7C63CB8E}"/>
          </ac:spMkLst>
        </pc:spChg>
        <pc:spChg chg="mod">
          <ac:chgData name="Fernando Fontove" userId="39bcb981d82c3800" providerId="LiveId" clId="{F4C63BE8-E3A5-4AB2-9214-13CABF02652A}" dt="2023-10-04T17:34:39.433" v="201" actId="1076"/>
          <ac:spMkLst>
            <pc:docMk/>
            <pc:sldMk cId="860822654" sldId="264"/>
            <ac:spMk id="3870" creationId="{00000000-0000-0000-0000-000000000000}"/>
          </ac:spMkLst>
        </pc:spChg>
        <pc:picChg chg="add del mod ord modCrop">
          <ac:chgData name="Fernando Fontove" userId="39bcb981d82c3800" providerId="LiveId" clId="{F4C63BE8-E3A5-4AB2-9214-13CABF02652A}" dt="2023-10-04T17:35:28.014" v="281" actId="21"/>
          <ac:picMkLst>
            <pc:docMk/>
            <pc:sldMk cId="860822654" sldId="264"/>
            <ac:picMk id="5" creationId="{2ED9F38B-4CBA-D6D7-9BDD-EC73E8C1DE60}"/>
          </ac:picMkLst>
        </pc:picChg>
        <pc:picChg chg="del">
          <ac:chgData name="Fernando Fontove" userId="39bcb981d82c3800" providerId="LiveId" clId="{F4C63BE8-E3A5-4AB2-9214-13CABF02652A}" dt="2023-10-04T17:33:39.818" v="165" actId="478"/>
          <ac:picMkLst>
            <pc:docMk/>
            <pc:sldMk cId="860822654" sldId="264"/>
            <ac:picMk id="6" creationId="{DF7260D0-EEB1-A7BB-2479-A3B075E5FBDF}"/>
          </ac:picMkLst>
        </pc:picChg>
        <pc:picChg chg="add mod">
          <ac:chgData name="Fernando Fontove" userId="39bcb981d82c3800" providerId="LiveId" clId="{F4C63BE8-E3A5-4AB2-9214-13CABF02652A}" dt="2023-10-04T17:35:32.370" v="283"/>
          <ac:picMkLst>
            <pc:docMk/>
            <pc:sldMk cId="860822654" sldId="264"/>
            <ac:picMk id="14" creationId="{74C39BE6-2C23-B6BC-97FB-D3F1C01A73A3}"/>
          </ac:picMkLst>
        </pc:picChg>
        <pc:cxnChg chg="del mod">
          <ac:chgData name="Fernando Fontove" userId="39bcb981d82c3800" providerId="LiveId" clId="{F4C63BE8-E3A5-4AB2-9214-13CABF02652A}" dt="2023-10-04T17:35:31.977" v="282" actId="478"/>
          <ac:cxnSpMkLst>
            <pc:docMk/>
            <pc:sldMk cId="860822654" sldId="264"/>
            <ac:cxnSpMk id="4" creationId="{4926CEA3-0575-7E82-D8ED-AE1317A5A99D}"/>
          </ac:cxnSpMkLst>
        </pc:cxnChg>
        <pc:cxnChg chg="del">
          <ac:chgData name="Fernando Fontove" userId="39bcb981d82c3800" providerId="LiveId" clId="{F4C63BE8-E3A5-4AB2-9214-13CABF02652A}" dt="2023-10-04T17:34:05.224" v="174" actId="478"/>
          <ac:cxnSpMkLst>
            <pc:docMk/>
            <pc:sldMk cId="860822654" sldId="264"/>
            <ac:cxnSpMk id="7" creationId="{16BF8D13-2E1E-822F-D758-17859066A6E6}"/>
          </ac:cxnSpMkLst>
        </pc:cxnChg>
        <pc:cxnChg chg="del">
          <ac:chgData name="Fernando Fontove" userId="39bcb981d82c3800" providerId="LiveId" clId="{F4C63BE8-E3A5-4AB2-9214-13CABF02652A}" dt="2023-10-04T17:34:13.753" v="193" actId="478"/>
          <ac:cxnSpMkLst>
            <pc:docMk/>
            <pc:sldMk cId="860822654" sldId="264"/>
            <ac:cxnSpMk id="12" creationId="{99DAD492-6441-FD4D-2D4B-A09320951539}"/>
          </ac:cxnSpMkLst>
        </pc:cxnChg>
        <pc:cxnChg chg="del mod">
          <ac:chgData name="Fernando Fontove" userId="39bcb981d82c3800" providerId="LiveId" clId="{F4C63BE8-E3A5-4AB2-9214-13CABF02652A}" dt="2023-10-04T17:35:31.977" v="282" actId="478"/>
          <ac:cxnSpMkLst>
            <pc:docMk/>
            <pc:sldMk cId="860822654" sldId="264"/>
            <ac:cxnSpMk id="16" creationId="{6FD56292-55B7-91FF-73F7-7721B8AEE25D}"/>
          </ac:cxnSpMkLst>
        </pc:cxnChg>
        <pc:cxnChg chg="del mod">
          <ac:chgData name="Fernando Fontove" userId="39bcb981d82c3800" providerId="LiveId" clId="{F4C63BE8-E3A5-4AB2-9214-13CABF02652A}" dt="2023-10-04T17:35:31.977" v="282" actId="478"/>
          <ac:cxnSpMkLst>
            <pc:docMk/>
            <pc:sldMk cId="860822654" sldId="264"/>
            <ac:cxnSpMk id="20" creationId="{E42DEC50-1534-EBD2-584B-ACEBE3D4505D}"/>
          </ac:cxnSpMkLst>
        </pc:cxnChg>
        <pc:cxnChg chg="del mod">
          <ac:chgData name="Fernando Fontove" userId="39bcb981d82c3800" providerId="LiveId" clId="{F4C63BE8-E3A5-4AB2-9214-13CABF02652A}" dt="2023-10-04T17:35:31.977" v="282" actId="478"/>
          <ac:cxnSpMkLst>
            <pc:docMk/>
            <pc:sldMk cId="860822654" sldId="264"/>
            <ac:cxnSpMk id="23" creationId="{7730DEF2-837B-5317-F53C-963726F985CC}"/>
          </ac:cxnSpMkLst>
        </pc:cxnChg>
      </pc:sldChg>
      <pc:sldChg chg="add">
        <pc:chgData name="Fernando Fontove" userId="39bcb981d82c3800" providerId="LiveId" clId="{F4C63BE8-E3A5-4AB2-9214-13CABF02652A}" dt="2023-10-04T17:35:24.444" v="280"/>
        <pc:sldMkLst>
          <pc:docMk/>
          <pc:sldMk cId="1681442814" sldId="265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48578708" sldId="266"/>
        </pc:sldMkLst>
      </pc:sldChg>
      <pc:sldChg chg="addSp delSp modSp new mod">
        <pc:chgData name="Fernando Fontove" userId="39bcb981d82c3800" providerId="LiveId" clId="{F4C63BE8-E3A5-4AB2-9214-13CABF02652A}" dt="2023-10-04T17:40:53.574" v="484" actId="1076"/>
        <pc:sldMkLst>
          <pc:docMk/>
          <pc:sldMk cId="620655336" sldId="266"/>
        </pc:sldMkLst>
        <pc:spChg chg="mod">
          <ac:chgData name="Fernando Fontove" userId="39bcb981d82c3800" providerId="LiveId" clId="{F4C63BE8-E3A5-4AB2-9214-13CABF02652A}" dt="2023-10-04T17:36:00.505" v="325" actId="20577"/>
          <ac:spMkLst>
            <pc:docMk/>
            <pc:sldMk cId="620655336" sldId="266"/>
            <ac:spMk id="2" creationId="{30196D73-FD7C-3A45-EA5E-CC37BDD1C1D1}"/>
          </ac:spMkLst>
        </pc:spChg>
        <pc:spChg chg="del mod">
          <ac:chgData name="Fernando Fontove" userId="39bcb981d82c3800" providerId="LiveId" clId="{F4C63BE8-E3A5-4AB2-9214-13CABF02652A}" dt="2023-10-04T17:40:27.976" v="478" actId="478"/>
          <ac:spMkLst>
            <pc:docMk/>
            <pc:sldMk cId="620655336" sldId="266"/>
            <ac:spMk id="3" creationId="{8AB9DE4D-D880-83CE-4390-D17A6FAB8270}"/>
          </ac:spMkLst>
        </pc:spChg>
        <pc:spChg chg="add del mod">
          <ac:chgData name="Fernando Fontove" userId="39bcb981d82c3800" providerId="LiveId" clId="{F4C63BE8-E3A5-4AB2-9214-13CABF02652A}" dt="2023-10-04T17:40:22.184" v="474"/>
          <ac:spMkLst>
            <pc:docMk/>
            <pc:sldMk cId="620655336" sldId="266"/>
            <ac:spMk id="9" creationId="{3B251DC4-474F-2BD6-55AB-6229B56C2942}"/>
          </ac:spMkLst>
        </pc:spChg>
        <pc:spChg chg="add del mod">
          <ac:chgData name="Fernando Fontove" userId="39bcb981d82c3800" providerId="LiveId" clId="{F4C63BE8-E3A5-4AB2-9214-13CABF02652A}" dt="2023-10-04T17:40:46.004" v="480" actId="478"/>
          <ac:spMkLst>
            <pc:docMk/>
            <pc:sldMk cId="620655336" sldId="266"/>
            <ac:spMk id="11" creationId="{A081FF54-EE7A-8922-8430-1F8DC2DF1AD3}"/>
          </ac:spMkLst>
        </pc:spChg>
        <pc:grpChg chg="add del mod">
          <ac:chgData name="Fernando Fontove" userId="39bcb981d82c3800" providerId="LiveId" clId="{F4C63BE8-E3A5-4AB2-9214-13CABF02652A}" dt="2023-10-04T17:40:47.559" v="481" actId="478"/>
          <ac:grpSpMkLst>
            <pc:docMk/>
            <pc:sldMk cId="620655336" sldId="266"/>
            <ac:grpSpMk id="8" creationId="{52C90C1A-F8E1-F5A4-23F1-CE86C595FFB5}"/>
          </ac:grpSpMkLst>
        </pc:grpChg>
        <pc:picChg chg="add mod modCrop">
          <ac:chgData name="Fernando Fontove" userId="39bcb981d82c3800" providerId="LiveId" clId="{F4C63BE8-E3A5-4AB2-9214-13CABF02652A}" dt="2023-10-04T17:39:43.863" v="460" actId="164"/>
          <ac:picMkLst>
            <pc:docMk/>
            <pc:sldMk cId="620655336" sldId="266"/>
            <ac:picMk id="6" creationId="{8564BF69-9CDA-371C-6A16-EFABC651B31B}"/>
          </ac:picMkLst>
        </pc:picChg>
        <pc:picChg chg="add mod modCrop">
          <ac:chgData name="Fernando Fontove" userId="39bcb981d82c3800" providerId="LiveId" clId="{F4C63BE8-E3A5-4AB2-9214-13CABF02652A}" dt="2023-10-04T17:39:43.863" v="460" actId="164"/>
          <ac:picMkLst>
            <pc:docMk/>
            <pc:sldMk cId="620655336" sldId="266"/>
            <ac:picMk id="7" creationId="{B13B6708-4B94-75B9-7CF5-5DE18F16EB75}"/>
          </ac:picMkLst>
        </pc:picChg>
        <pc:picChg chg="add mod">
          <ac:chgData name="Fernando Fontove" userId="39bcb981d82c3800" providerId="LiveId" clId="{F4C63BE8-E3A5-4AB2-9214-13CABF02652A}" dt="2023-10-04T17:40:53.574" v="484" actId="1076"/>
          <ac:picMkLst>
            <pc:docMk/>
            <pc:sldMk cId="620655336" sldId="266"/>
            <ac:picMk id="13" creationId="{A313C005-A0A4-081D-32AB-465EC76107D9}"/>
          </ac:picMkLst>
        </pc:pic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542286832" sldId="267"/>
        </pc:sldMkLst>
      </pc:sldChg>
      <pc:sldChg chg="delSp modSp add mod">
        <pc:chgData name="Fernando Fontove" userId="39bcb981d82c3800" providerId="LiveId" clId="{F4C63BE8-E3A5-4AB2-9214-13CABF02652A}" dt="2023-10-04T17:42:44.385" v="596" actId="114"/>
        <pc:sldMkLst>
          <pc:docMk/>
          <pc:sldMk cId="4220986048" sldId="267"/>
        </pc:sldMkLst>
        <pc:spChg chg="mod">
          <ac:chgData name="Fernando Fontove" userId="39bcb981d82c3800" providerId="LiveId" clId="{F4C63BE8-E3A5-4AB2-9214-13CABF02652A}" dt="2023-10-04T17:41:10.108" v="488"/>
          <ac:spMkLst>
            <pc:docMk/>
            <pc:sldMk cId="4220986048" sldId="267"/>
            <ac:spMk id="2" creationId="{30196D73-FD7C-3A45-EA5E-CC37BDD1C1D1}"/>
          </ac:spMkLst>
        </pc:spChg>
        <pc:spChg chg="mod">
          <ac:chgData name="Fernando Fontove" userId="39bcb981d82c3800" providerId="LiveId" clId="{F4C63BE8-E3A5-4AB2-9214-13CABF02652A}" dt="2023-10-04T17:42:44.385" v="596" actId="114"/>
          <ac:spMkLst>
            <pc:docMk/>
            <pc:sldMk cId="4220986048" sldId="267"/>
            <ac:spMk id="3" creationId="{8AB9DE4D-D880-83CE-4390-D17A6FAB8270}"/>
          </ac:spMkLst>
        </pc:spChg>
        <pc:grpChg chg="del">
          <ac:chgData name="Fernando Fontove" userId="39bcb981d82c3800" providerId="LiveId" clId="{F4C63BE8-E3A5-4AB2-9214-13CABF02652A}" dt="2023-10-04T17:40:56.334" v="485" actId="478"/>
          <ac:grpSpMkLst>
            <pc:docMk/>
            <pc:sldMk cId="4220986048" sldId="267"/>
            <ac:grpSpMk id="8" creationId="{52C90C1A-F8E1-F5A4-23F1-CE86C595FFB5}"/>
          </ac:grpSpMkLst>
        </pc:grp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081408953" sldId="268"/>
        </pc:sldMkLst>
      </pc:sldChg>
      <pc:sldChg chg="addSp modSp new mod">
        <pc:chgData name="Fernando Fontove" userId="39bcb981d82c3800" providerId="LiveId" clId="{F4C63BE8-E3A5-4AB2-9214-13CABF02652A}" dt="2023-10-04T17:44:09.840" v="725" actId="20577"/>
        <pc:sldMkLst>
          <pc:docMk/>
          <pc:sldMk cId="1788963926" sldId="268"/>
        </pc:sldMkLst>
        <pc:spChg chg="mod">
          <ac:chgData name="Fernando Fontove" userId="39bcb981d82c3800" providerId="LiveId" clId="{F4C63BE8-E3A5-4AB2-9214-13CABF02652A}" dt="2023-10-04T17:43:39.208" v="671" actId="20577"/>
          <ac:spMkLst>
            <pc:docMk/>
            <pc:sldMk cId="1788963926" sldId="268"/>
            <ac:spMk id="2" creationId="{D233BA64-5F10-529D-00E4-FAB5ECEEC809}"/>
          </ac:spMkLst>
        </pc:spChg>
        <pc:spChg chg="mod">
          <ac:chgData name="Fernando Fontove" userId="39bcb981d82c3800" providerId="LiveId" clId="{F4C63BE8-E3A5-4AB2-9214-13CABF02652A}" dt="2023-10-04T17:44:09.840" v="725" actId="20577"/>
          <ac:spMkLst>
            <pc:docMk/>
            <pc:sldMk cId="1788963926" sldId="268"/>
            <ac:spMk id="3" creationId="{D1617895-4716-5DB8-0C76-1C387E45DC69}"/>
          </ac:spMkLst>
        </pc:spChg>
        <pc:picChg chg="add mod">
          <ac:chgData name="Fernando Fontove" userId="39bcb981d82c3800" providerId="LiveId" clId="{F4C63BE8-E3A5-4AB2-9214-13CABF02652A}" dt="2023-10-04T17:43:52.065" v="673" actId="1076"/>
          <ac:picMkLst>
            <pc:docMk/>
            <pc:sldMk cId="1788963926" sldId="268"/>
            <ac:picMk id="5" creationId="{15931D0E-68E2-E249-C572-256207D6995E}"/>
          </ac:picMkLst>
        </pc:picChg>
      </pc:sldChg>
      <pc:sldChg chg="addSp modSp new mod">
        <pc:chgData name="Fernando Fontove" userId="39bcb981d82c3800" providerId="LiveId" clId="{F4C63BE8-E3A5-4AB2-9214-13CABF02652A}" dt="2023-10-04T17:55:13.397" v="1627" actId="1076"/>
        <pc:sldMkLst>
          <pc:docMk/>
          <pc:sldMk cId="614817203" sldId="269"/>
        </pc:sldMkLst>
        <pc:spChg chg="mod">
          <ac:chgData name="Fernando Fontove" userId="39bcb981d82c3800" providerId="LiveId" clId="{F4C63BE8-E3A5-4AB2-9214-13CABF02652A}" dt="2023-10-04T17:44:35.291" v="805" actId="20577"/>
          <ac:spMkLst>
            <pc:docMk/>
            <pc:sldMk cId="614817203" sldId="269"/>
            <ac:spMk id="2" creationId="{8577DC91-7306-3B89-A556-F1F3430AEA82}"/>
          </ac:spMkLst>
        </pc:spChg>
        <pc:picChg chg="add mod">
          <ac:chgData name="Fernando Fontove" userId="39bcb981d82c3800" providerId="LiveId" clId="{F4C63BE8-E3A5-4AB2-9214-13CABF02652A}" dt="2023-10-04T17:55:13.397" v="1627" actId="1076"/>
          <ac:picMkLst>
            <pc:docMk/>
            <pc:sldMk cId="614817203" sldId="269"/>
            <ac:picMk id="6" creationId="{BC9AF104-5E4B-69C4-4A24-1A9699EE3FEA}"/>
          </ac:picMkLst>
        </pc:pic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850595264" sldId="269"/>
        </pc:sldMkLst>
      </pc:sldChg>
      <pc:sldChg chg="addSp delSp modSp new mod">
        <pc:chgData name="Fernando Fontove" userId="39bcb981d82c3800" providerId="LiveId" clId="{F4C63BE8-E3A5-4AB2-9214-13CABF02652A}" dt="2023-10-04T17:47:58.260" v="898" actId="14100"/>
        <pc:sldMkLst>
          <pc:docMk/>
          <pc:sldMk cId="949055272" sldId="270"/>
        </pc:sldMkLst>
        <pc:spChg chg="mod">
          <ac:chgData name="Fernando Fontove" userId="39bcb981d82c3800" providerId="LiveId" clId="{F4C63BE8-E3A5-4AB2-9214-13CABF02652A}" dt="2023-10-04T17:46:44.752" v="887" actId="20577"/>
          <ac:spMkLst>
            <pc:docMk/>
            <pc:sldMk cId="949055272" sldId="270"/>
            <ac:spMk id="2" creationId="{1606DA56-3F34-916B-4A0F-7D48A3CAE1F8}"/>
          </ac:spMkLst>
        </pc:spChg>
        <pc:picChg chg="add del mod">
          <ac:chgData name="Fernando Fontove" userId="39bcb981d82c3800" providerId="LiveId" clId="{F4C63BE8-E3A5-4AB2-9214-13CABF02652A}" dt="2023-10-04T17:47:35.328" v="891" actId="478"/>
          <ac:picMkLst>
            <pc:docMk/>
            <pc:sldMk cId="949055272" sldId="270"/>
            <ac:picMk id="6" creationId="{9436BEEE-8F21-EE7A-F8FE-96C8413B7CCB}"/>
          </ac:picMkLst>
        </pc:picChg>
        <pc:picChg chg="add mod">
          <ac:chgData name="Fernando Fontove" userId="39bcb981d82c3800" providerId="LiveId" clId="{F4C63BE8-E3A5-4AB2-9214-13CABF02652A}" dt="2023-10-04T17:47:42.497" v="895" actId="1076"/>
          <ac:picMkLst>
            <pc:docMk/>
            <pc:sldMk cId="949055272" sldId="270"/>
            <ac:picMk id="8" creationId="{AC20AAAF-D364-9383-03C0-63D405B1E8DA}"/>
          </ac:picMkLst>
        </pc:picChg>
        <pc:picChg chg="add mod">
          <ac:chgData name="Fernando Fontove" userId="39bcb981d82c3800" providerId="LiveId" clId="{F4C63BE8-E3A5-4AB2-9214-13CABF02652A}" dt="2023-10-04T17:47:58.260" v="898" actId="14100"/>
          <ac:picMkLst>
            <pc:docMk/>
            <pc:sldMk cId="949055272" sldId="270"/>
            <ac:picMk id="10" creationId="{8B8AD0AD-FEA0-7DB5-2FFC-7757C9ACA712}"/>
          </ac:picMkLst>
        </pc:pic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462750760" sldId="270"/>
        </pc:sldMkLst>
      </pc:sldChg>
      <pc:sldChg chg="addSp modSp new mod">
        <pc:chgData name="Fernando Fontove" userId="39bcb981d82c3800" providerId="LiveId" clId="{F4C63BE8-E3A5-4AB2-9214-13CABF02652A}" dt="2023-10-04T17:50:35.485" v="1110" actId="1076"/>
        <pc:sldMkLst>
          <pc:docMk/>
          <pc:sldMk cId="1262989655" sldId="271"/>
        </pc:sldMkLst>
        <pc:spChg chg="mod">
          <ac:chgData name="Fernando Fontove" userId="39bcb981d82c3800" providerId="LiveId" clId="{F4C63BE8-E3A5-4AB2-9214-13CABF02652A}" dt="2023-10-04T17:50:03.885" v="1104" actId="14100"/>
          <ac:spMkLst>
            <pc:docMk/>
            <pc:sldMk cId="1262989655" sldId="271"/>
            <ac:spMk id="2" creationId="{3CECB7B8-4826-477F-F792-724086FCF128}"/>
          </ac:spMkLst>
        </pc:spChg>
        <pc:picChg chg="add mod">
          <ac:chgData name="Fernando Fontove" userId="39bcb981d82c3800" providerId="LiveId" clId="{F4C63BE8-E3A5-4AB2-9214-13CABF02652A}" dt="2023-10-04T17:49:45.505" v="1054" actId="14100"/>
          <ac:picMkLst>
            <pc:docMk/>
            <pc:sldMk cId="1262989655" sldId="271"/>
            <ac:picMk id="6" creationId="{A93705C0-710F-1B3B-F924-E69AF683E60A}"/>
          </ac:picMkLst>
        </pc:picChg>
        <pc:picChg chg="add mod">
          <ac:chgData name="Fernando Fontove" userId="39bcb981d82c3800" providerId="LiveId" clId="{F4C63BE8-E3A5-4AB2-9214-13CABF02652A}" dt="2023-10-04T17:50:33.548" v="1109" actId="14100"/>
          <ac:picMkLst>
            <pc:docMk/>
            <pc:sldMk cId="1262989655" sldId="271"/>
            <ac:picMk id="8" creationId="{A315B0BF-C835-AF9F-AE5E-353D56B1479F}"/>
          </ac:picMkLst>
        </pc:picChg>
        <pc:picChg chg="add mod">
          <ac:chgData name="Fernando Fontove" userId="39bcb981d82c3800" providerId="LiveId" clId="{F4C63BE8-E3A5-4AB2-9214-13CABF02652A}" dt="2023-10-04T17:50:35.485" v="1110" actId="1076"/>
          <ac:picMkLst>
            <pc:docMk/>
            <pc:sldMk cId="1262989655" sldId="271"/>
            <ac:picMk id="10" creationId="{F073B1B9-D63E-38C0-9338-BFEBEE7B0037}"/>
          </ac:picMkLst>
        </pc:pic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940837265" sldId="271"/>
        </pc:sldMkLst>
      </pc:sldChg>
      <pc:sldChg chg="addSp modSp add mod">
        <pc:chgData name="Fernando Fontove" userId="39bcb981d82c3800" providerId="LiveId" clId="{F4C63BE8-E3A5-4AB2-9214-13CABF02652A}" dt="2023-10-04T17:49:10.649" v="982" actId="14100"/>
        <pc:sldMkLst>
          <pc:docMk/>
          <pc:sldMk cId="314425507" sldId="272"/>
        </pc:sldMkLst>
        <pc:spChg chg="mod">
          <ac:chgData name="Fernando Fontove" userId="39bcb981d82c3800" providerId="LiveId" clId="{F4C63BE8-E3A5-4AB2-9214-13CABF02652A}" dt="2023-10-04T17:48:55.825" v="979" actId="5793"/>
          <ac:spMkLst>
            <pc:docMk/>
            <pc:sldMk cId="314425507" sldId="272"/>
            <ac:spMk id="3" creationId="{8D8C8140-C600-FD6A-2703-E34A44C25F73}"/>
          </ac:spMkLst>
        </pc:spChg>
        <pc:cxnChg chg="add mod">
          <ac:chgData name="Fernando Fontove" userId="39bcb981d82c3800" providerId="LiveId" clId="{F4C63BE8-E3A5-4AB2-9214-13CABF02652A}" dt="2023-10-04T17:49:10.649" v="982" actId="14100"/>
          <ac:cxnSpMkLst>
            <pc:docMk/>
            <pc:sldMk cId="314425507" sldId="272"/>
            <ac:cxnSpMk id="5" creationId="{AD587F80-D788-3AD7-B103-9661D1AC158B}"/>
          </ac:cxnSpMkLst>
        </pc:cxn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409832962" sldId="272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692563733" sldId="273"/>
        </pc:sldMkLst>
      </pc:sldChg>
      <pc:sldChg chg="modSp new mod">
        <pc:chgData name="Fernando Fontove" userId="39bcb981d82c3800" providerId="LiveId" clId="{F4C63BE8-E3A5-4AB2-9214-13CABF02652A}" dt="2023-10-04T17:53:52.225" v="1623" actId="20577"/>
        <pc:sldMkLst>
          <pc:docMk/>
          <pc:sldMk cId="2112397207" sldId="273"/>
        </pc:sldMkLst>
        <pc:spChg chg="mod">
          <ac:chgData name="Fernando Fontove" userId="39bcb981d82c3800" providerId="LiveId" clId="{F4C63BE8-E3A5-4AB2-9214-13CABF02652A}" dt="2023-10-04T17:51:20.906" v="1180" actId="313"/>
          <ac:spMkLst>
            <pc:docMk/>
            <pc:sldMk cId="2112397207" sldId="273"/>
            <ac:spMk id="2" creationId="{DC813823-12CB-D654-5555-DA461097F749}"/>
          </ac:spMkLst>
        </pc:spChg>
        <pc:spChg chg="mod">
          <ac:chgData name="Fernando Fontove" userId="39bcb981d82c3800" providerId="LiveId" clId="{F4C63BE8-E3A5-4AB2-9214-13CABF02652A}" dt="2023-10-04T17:53:52.225" v="1623" actId="20577"/>
          <ac:spMkLst>
            <pc:docMk/>
            <pc:sldMk cId="2112397207" sldId="273"/>
            <ac:spMk id="3" creationId="{027751DE-457E-DF64-FBC1-FC453E06E64A}"/>
          </ac:spMkLst>
        </pc:spChg>
      </pc:sldChg>
      <pc:sldChg chg="addSp modSp new mod">
        <pc:chgData name="Fernando Fontove" userId="39bcb981d82c3800" providerId="LiveId" clId="{F4C63BE8-E3A5-4AB2-9214-13CABF02652A}" dt="2023-10-04T17:57:36.934" v="1677" actId="14100"/>
        <pc:sldMkLst>
          <pc:docMk/>
          <pc:sldMk cId="2249712072" sldId="274"/>
        </pc:sldMkLst>
        <pc:spChg chg="mod">
          <ac:chgData name="Fernando Fontove" userId="39bcb981d82c3800" providerId="LiveId" clId="{F4C63BE8-E3A5-4AB2-9214-13CABF02652A}" dt="2023-10-04T17:56:56.788" v="1674" actId="20577"/>
          <ac:spMkLst>
            <pc:docMk/>
            <pc:sldMk cId="2249712072" sldId="274"/>
            <ac:spMk id="2" creationId="{57B81424-6488-53CD-0B92-A65B40912DA0}"/>
          </ac:spMkLst>
        </pc:spChg>
        <pc:picChg chg="add mod">
          <ac:chgData name="Fernando Fontove" userId="39bcb981d82c3800" providerId="LiveId" clId="{F4C63BE8-E3A5-4AB2-9214-13CABF02652A}" dt="2023-10-04T17:57:36.934" v="1677" actId="14100"/>
          <ac:picMkLst>
            <pc:docMk/>
            <pc:sldMk cId="2249712072" sldId="274"/>
            <ac:picMk id="6" creationId="{494B9A28-6B85-AE1A-93E8-7AFB8364B815}"/>
          </ac:picMkLst>
        </pc:pic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552824779" sldId="274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540957780" sldId="275"/>
        </pc:sldMkLst>
      </pc:sldChg>
      <pc:sldChg chg="modSp add mod">
        <pc:chgData name="Fernando Fontove" userId="39bcb981d82c3800" providerId="LiveId" clId="{F4C63BE8-E3A5-4AB2-9214-13CABF02652A}" dt="2023-10-04T17:58:13.528" v="1771" actId="20577"/>
        <pc:sldMkLst>
          <pc:docMk/>
          <pc:sldMk cId="4002436094" sldId="275"/>
        </pc:sldMkLst>
        <pc:spChg chg="mod">
          <ac:chgData name="Fernando Fontove" userId="39bcb981d82c3800" providerId="LiveId" clId="{F4C63BE8-E3A5-4AB2-9214-13CABF02652A}" dt="2023-10-04T17:58:13.528" v="1771" actId="20577"/>
          <ac:spMkLst>
            <pc:docMk/>
            <pc:sldMk cId="4002436094" sldId="275"/>
            <ac:spMk id="3" creationId="{1473EB0C-4486-FEE1-CFF9-F3843AD84804}"/>
          </ac:spMkLst>
        </pc:spChg>
      </pc:sldChg>
      <pc:sldChg chg="addSp delSp modSp new mod">
        <pc:chgData name="Fernando Fontove" userId="39bcb981d82c3800" providerId="LiveId" clId="{F4C63BE8-E3A5-4AB2-9214-13CABF02652A}" dt="2023-10-04T18:00:43.106" v="1972" actId="14100"/>
        <pc:sldMkLst>
          <pc:docMk/>
          <pc:sldMk cId="1448514978" sldId="276"/>
        </pc:sldMkLst>
        <pc:spChg chg="mod">
          <ac:chgData name="Fernando Fontove" userId="39bcb981d82c3800" providerId="LiveId" clId="{F4C63BE8-E3A5-4AB2-9214-13CABF02652A}" dt="2023-10-04T17:58:49.334" v="1865" actId="1076"/>
          <ac:spMkLst>
            <pc:docMk/>
            <pc:sldMk cId="1448514978" sldId="276"/>
            <ac:spMk id="2" creationId="{407D4F3C-EDE4-C5B2-440E-E5D905CB368A}"/>
          </ac:spMkLst>
        </pc:spChg>
        <pc:spChg chg="mod">
          <ac:chgData name="Fernando Fontove" userId="39bcb981d82c3800" providerId="LiveId" clId="{F4C63BE8-E3A5-4AB2-9214-13CABF02652A}" dt="2023-10-04T17:59:30.577" v="1956" actId="14100"/>
          <ac:spMkLst>
            <pc:docMk/>
            <pc:sldMk cId="1448514978" sldId="276"/>
            <ac:spMk id="3" creationId="{E89D00BE-300C-B86A-4893-F8B44B690EE6}"/>
          </ac:spMkLst>
        </pc:spChg>
        <pc:spChg chg="add del">
          <ac:chgData name="Fernando Fontove" userId="39bcb981d82c3800" providerId="LiveId" clId="{F4C63BE8-E3A5-4AB2-9214-13CABF02652A}" dt="2023-10-04T18:00:06.998" v="1963" actId="22"/>
          <ac:spMkLst>
            <pc:docMk/>
            <pc:sldMk cId="1448514978" sldId="276"/>
            <ac:spMk id="8" creationId="{FEFAC713-44D7-B878-B957-BF4A9DA68A89}"/>
          </ac:spMkLst>
        </pc:spChg>
        <pc:picChg chg="add mod modCrop">
          <ac:chgData name="Fernando Fontove" userId="39bcb981d82c3800" providerId="LiveId" clId="{F4C63BE8-E3A5-4AB2-9214-13CABF02652A}" dt="2023-10-04T18:00:22.707" v="1968" actId="1076"/>
          <ac:picMkLst>
            <pc:docMk/>
            <pc:sldMk cId="1448514978" sldId="276"/>
            <ac:picMk id="6" creationId="{D5E46C6F-6389-B4D9-410A-BD04E2B2080E}"/>
          </ac:picMkLst>
        </pc:picChg>
        <pc:picChg chg="add mod">
          <ac:chgData name="Fernando Fontove" userId="39bcb981d82c3800" providerId="LiveId" clId="{F4C63BE8-E3A5-4AB2-9214-13CABF02652A}" dt="2023-10-04T18:00:25.602" v="1969" actId="1076"/>
          <ac:picMkLst>
            <pc:docMk/>
            <pc:sldMk cId="1448514978" sldId="276"/>
            <ac:picMk id="10" creationId="{240425C2-01AB-280D-628B-E9499F81535C}"/>
          </ac:picMkLst>
        </pc:picChg>
        <pc:cxnChg chg="add mod">
          <ac:chgData name="Fernando Fontove" userId="39bcb981d82c3800" providerId="LiveId" clId="{F4C63BE8-E3A5-4AB2-9214-13CABF02652A}" dt="2023-10-04T18:00:43.106" v="1972" actId="14100"/>
          <ac:cxnSpMkLst>
            <pc:docMk/>
            <pc:sldMk cId="1448514978" sldId="276"/>
            <ac:cxnSpMk id="11" creationId="{DABFEDB2-D6C6-A8AB-5F28-FCD17825A7A3}"/>
          </ac:cxnSpMkLst>
        </pc:cxn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800809582" sldId="276"/>
        </pc:sldMkLst>
      </pc:sldChg>
      <pc:sldChg chg="modSp add mod">
        <pc:chgData name="Fernando Fontove" userId="39bcb981d82c3800" providerId="LiveId" clId="{F4C63BE8-E3A5-4AB2-9214-13CABF02652A}" dt="2023-10-04T18:00:52.511" v="1975" actId="1076"/>
        <pc:sldMkLst>
          <pc:docMk/>
          <pc:sldMk cId="1441599412" sldId="277"/>
        </pc:sldMkLst>
        <pc:cxnChg chg="mod">
          <ac:chgData name="Fernando Fontove" userId="39bcb981d82c3800" providerId="LiveId" clId="{F4C63BE8-E3A5-4AB2-9214-13CABF02652A}" dt="2023-10-04T18:00:52.511" v="1975" actId="1076"/>
          <ac:cxnSpMkLst>
            <pc:docMk/>
            <pc:sldMk cId="1441599412" sldId="277"/>
            <ac:cxnSpMk id="11" creationId="{DABFEDB2-D6C6-A8AB-5F28-FCD17825A7A3}"/>
          </ac:cxnSpMkLst>
        </pc:cxn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4275750078" sldId="277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72966575" sldId="278"/>
        </pc:sldMkLst>
      </pc:sldChg>
      <pc:sldChg chg="modSp add mod">
        <pc:chgData name="Fernando Fontove" userId="39bcb981d82c3800" providerId="LiveId" clId="{F4C63BE8-E3A5-4AB2-9214-13CABF02652A}" dt="2023-10-04T18:00:57.031" v="1977" actId="14100"/>
        <pc:sldMkLst>
          <pc:docMk/>
          <pc:sldMk cId="3017140369" sldId="278"/>
        </pc:sldMkLst>
        <pc:cxnChg chg="mod">
          <ac:chgData name="Fernando Fontove" userId="39bcb981d82c3800" providerId="LiveId" clId="{F4C63BE8-E3A5-4AB2-9214-13CABF02652A}" dt="2023-10-04T18:00:57.031" v="1977" actId="14100"/>
          <ac:cxnSpMkLst>
            <pc:docMk/>
            <pc:sldMk cId="3017140369" sldId="278"/>
            <ac:cxnSpMk id="11" creationId="{DABFEDB2-D6C6-A8AB-5F28-FCD17825A7A3}"/>
          </ac:cxnSpMkLst>
        </pc:cxnChg>
      </pc:sldChg>
      <pc:sldChg chg="add">
        <pc:chgData name="Fernando Fontove" userId="39bcb981d82c3800" providerId="LiveId" clId="{F4C63BE8-E3A5-4AB2-9214-13CABF02652A}" dt="2023-10-04T18:01:08.603" v="1978"/>
        <pc:sldMkLst>
          <pc:docMk/>
          <pc:sldMk cId="2702125440" sldId="279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907384208" sldId="279"/>
        </pc:sldMkLst>
      </pc:sldChg>
      <pc:sldChg chg="modSp add del mod">
        <pc:chgData name="Fernando Fontove" userId="39bcb981d82c3800" providerId="LiveId" clId="{F4C63BE8-E3A5-4AB2-9214-13CABF02652A}" dt="2023-10-04T18:02:28.295" v="2055" actId="47"/>
        <pc:sldMkLst>
          <pc:docMk/>
          <pc:sldMk cId="3230019784" sldId="280"/>
        </pc:sldMkLst>
        <pc:spChg chg="mod">
          <ac:chgData name="Fernando Fontove" userId="39bcb981d82c3800" providerId="LiveId" clId="{F4C63BE8-E3A5-4AB2-9214-13CABF02652A}" dt="2023-10-04T18:01:46.167" v="2008" actId="20577"/>
          <ac:spMkLst>
            <pc:docMk/>
            <pc:sldMk cId="3230019784" sldId="280"/>
            <ac:spMk id="2" creationId="{407D4F3C-EDE4-C5B2-440E-E5D905CB368A}"/>
          </ac:spMkLst>
        </pc:sp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777351056" sldId="280"/>
        </pc:sldMkLst>
      </pc:sldChg>
      <pc:sldChg chg="addSp delSp modSp add mod">
        <pc:chgData name="Fernando Fontove" userId="39bcb981d82c3800" providerId="LiveId" clId="{F4C63BE8-E3A5-4AB2-9214-13CABF02652A}" dt="2023-10-04T18:02:22.989" v="2054" actId="478"/>
        <pc:sldMkLst>
          <pc:docMk/>
          <pc:sldMk cId="1753243267" sldId="281"/>
        </pc:sldMkLst>
        <pc:spChg chg="mod">
          <ac:chgData name="Fernando Fontove" userId="39bcb981d82c3800" providerId="LiveId" clId="{F4C63BE8-E3A5-4AB2-9214-13CABF02652A}" dt="2023-10-04T18:02:02.727" v="2052" actId="20577"/>
          <ac:spMkLst>
            <pc:docMk/>
            <pc:sldMk cId="1753243267" sldId="281"/>
            <ac:spMk id="2" creationId="{57B81424-6488-53CD-0B92-A65B40912DA0}"/>
          </ac:spMkLst>
        </pc:spChg>
        <pc:spChg chg="del">
          <ac:chgData name="Fernando Fontove" userId="39bcb981d82c3800" providerId="LiveId" clId="{F4C63BE8-E3A5-4AB2-9214-13CABF02652A}" dt="2023-10-04T18:02:20.417" v="2053" actId="478"/>
          <ac:spMkLst>
            <pc:docMk/>
            <pc:sldMk cId="1753243267" sldId="281"/>
            <ac:spMk id="3" creationId="{1473EB0C-4486-FEE1-CFF9-F3843AD84804}"/>
          </ac:spMkLst>
        </pc:spChg>
        <pc:spChg chg="add del mod">
          <ac:chgData name="Fernando Fontove" userId="39bcb981d82c3800" providerId="LiveId" clId="{F4C63BE8-E3A5-4AB2-9214-13CABF02652A}" dt="2023-10-04T18:02:22.989" v="2054" actId="478"/>
          <ac:spMkLst>
            <pc:docMk/>
            <pc:sldMk cId="1753243267" sldId="281"/>
            <ac:spMk id="7" creationId="{72F3F509-7CAB-149C-B6F8-1FAB24DA9C39}"/>
          </ac:spMkLst>
        </pc:sp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614157062" sldId="281"/>
        </pc:sldMkLst>
      </pc:sldChg>
      <pc:sldChg chg="addSp delSp modSp new mod">
        <pc:chgData name="Fernando Fontove" userId="39bcb981d82c3800" providerId="LiveId" clId="{F4C63BE8-E3A5-4AB2-9214-13CABF02652A}" dt="2023-10-04T18:04:24.933" v="2191" actId="14100"/>
        <pc:sldMkLst>
          <pc:docMk/>
          <pc:sldMk cId="2187979709" sldId="282"/>
        </pc:sldMkLst>
        <pc:spChg chg="mod">
          <ac:chgData name="Fernando Fontove" userId="39bcb981d82c3800" providerId="LiveId" clId="{F4C63BE8-E3A5-4AB2-9214-13CABF02652A}" dt="2023-10-04T18:03:44.241" v="2136" actId="6549"/>
          <ac:spMkLst>
            <pc:docMk/>
            <pc:sldMk cId="2187979709" sldId="282"/>
            <ac:spMk id="2" creationId="{71DAA702-BC44-BCDD-25FC-FC6A6BF03014}"/>
          </ac:spMkLst>
        </pc:spChg>
        <pc:spChg chg="mod">
          <ac:chgData name="Fernando Fontove" userId="39bcb981d82c3800" providerId="LiveId" clId="{F4C63BE8-E3A5-4AB2-9214-13CABF02652A}" dt="2023-10-04T18:03:56.416" v="2186" actId="20577"/>
          <ac:spMkLst>
            <pc:docMk/>
            <pc:sldMk cId="2187979709" sldId="282"/>
            <ac:spMk id="3" creationId="{95EC5272-538B-1409-9714-5653BB371028}"/>
          </ac:spMkLst>
        </pc:spChg>
        <pc:spChg chg="add del">
          <ac:chgData name="Fernando Fontove" userId="39bcb981d82c3800" providerId="LiveId" clId="{F4C63BE8-E3A5-4AB2-9214-13CABF02652A}" dt="2023-10-04T18:04:12.289" v="2188" actId="22"/>
          <ac:spMkLst>
            <pc:docMk/>
            <pc:sldMk cId="2187979709" sldId="282"/>
            <ac:spMk id="6" creationId="{B57AEAB8-D5E2-BC22-8BD0-DAEFF937EA37}"/>
          </ac:spMkLst>
        </pc:spChg>
        <pc:picChg chg="add mod">
          <ac:chgData name="Fernando Fontove" userId="39bcb981d82c3800" providerId="LiveId" clId="{F4C63BE8-E3A5-4AB2-9214-13CABF02652A}" dt="2023-10-04T18:04:24.933" v="2191" actId="14100"/>
          <ac:picMkLst>
            <pc:docMk/>
            <pc:sldMk cId="2187979709" sldId="282"/>
            <ac:picMk id="8" creationId="{89149F03-EB05-6DE7-DA83-6FE45ABC52BC}"/>
          </ac:picMkLst>
        </pc:pic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993439966" sldId="282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575599280" sldId="283"/>
        </pc:sldMkLst>
      </pc:sldChg>
      <pc:sldChg chg="addSp delSp modSp new mod modShow">
        <pc:chgData name="Fernando Fontove" userId="39bcb981d82c3800" providerId="LiveId" clId="{F4C63BE8-E3A5-4AB2-9214-13CABF02652A}" dt="2023-10-04T22:22:17.698" v="2740" actId="729"/>
        <pc:sldMkLst>
          <pc:docMk/>
          <pc:sldMk cId="3869626013" sldId="283"/>
        </pc:sldMkLst>
        <pc:spChg chg="mod">
          <ac:chgData name="Fernando Fontove" userId="39bcb981d82c3800" providerId="LiveId" clId="{F4C63BE8-E3A5-4AB2-9214-13CABF02652A}" dt="2023-10-04T22:04:57.121" v="2267" actId="20577"/>
          <ac:spMkLst>
            <pc:docMk/>
            <pc:sldMk cId="3869626013" sldId="283"/>
            <ac:spMk id="2" creationId="{B14402A1-9CBC-F37B-4374-7160472EFC21}"/>
          </ac:spMkLst>
        </pc:spChg>
        <pc:spChg chg="mod">
          <ac:chgData name="Fernando Fontove" userId="39bcb981d82c3800" providerId="LiveId" clId="{F4C63BE8-E3A5-4AB2-9214-13CABF02652A}" dt="2023-10-04T22:06:49.361" v="2355" actId="20577"/>
          <ac:spMkLst>
            <pc:docMk/>
            <pc:sldMk cId="3869626013" sldId="283"/>
            <ac:spMk id="3" creationId="{15374A8D-8AE4-6A61-7828-7873CEEA3DF5}"/>
          </ac:spMkLst>
        </pc:spChg>
        <pc:picChg chg="add del mod">
          <ac:chgData name="Fernando Fontove" userId="39bcb981d82c3800" providerId="LiveId" clId="{F4C63BE8-E3A5-4AB2-9214-13CABF02652A}" dt="2023-10-04T22:08:59.497" v="2486" actId="478"/>
          <ac:picMkLst>
            <pc:docMk/>
            <pc:sldMk cId="3869626013" sldId="283"/>
            <ac:picMk id="6" creationId="{21B643E2-C062-2C83-FEF9-2A78EC388500}"/>
          </ac:picMkLst>
        </pc:picChg>
        <pc:picChg chg="add del">
          <ac:chgData name="Fernando Fontove" userId="39bcb981d82c3800" providerId="LiveId" clId="{F4C63BE8-E3A5-4AB2-9214-13CABF02652A}" dt="2023-10-04T22:06:53.426" v="2357" actId="22"/>
          <ac:picMkLst>
            <pc:docMk/>
            <pc:sldMk cId="3869626013" sldId="283"/>
            <ac:picMk id="8" creationId="{D2B78D13-E0D7-7435-036F-8210FE7A42F1}"/>
          </ac:picMkLst>
        </pc:picChg>
        <pc:picChg chg="add mod">
          <ac:chgData name="Fernando Fontove" userId="39bcb981d82c3800" providerId="LiveId" clId="{F4C63BE8-E3A5-4AB2-9214-13CABF02652A}" dt="2023-10-04T22:09:02.549" v="2487" actId="1076"/>
          <ac:picMkLst>
            <pc:docMk/>
            <pc:sldMk cId="3869626013" sldId="283"/>
            <ac:picMk id="10" creationId="{7862BF93-7DB2-5DAC-52C6-9D0E3D7AC546}"/>
          </ac:picMkLst>
        </pc:picChg>
      </pc:sldChg>
      <pc:sldChg chg="addSp delSp modSp add mod modShow">
        <pc:chgData name="Fernando Fontove" userId="39bcb981d82c3800" providerId="LiveId" clId="{F4C63BE8-E3A5-4AB2-9214-13CABF02652A}" dt="2023-10-04T22:22:17.698" v="2740" actId="729"/>
        <pc:sldMkLst>
          <pc:docMk/>
          <pc:sldMk cId="178941492" sldId="284"/>
        </pc:sldMkLst>
        <pc:picChg chg="add mod">
          <ac:chgData name="Fernando Fontove" userId="39bcb981d82c3800" providerId="LiveId" clId="{F4C63BE8-E3A5-4AB2-9214-13CABF02652A}" dt="2023-10-04T22:07:32.650" v="2363" actId="14100"/>
          <ac:picMkLst>
            <pc:docMk/>
            <pc:sldMk cId="178941492" sldId="284"/>
            <ac:picMk id="5" creationId="{155A4E84-83D9-47B4-CDC2-2B6744525169}"/>
          </ac:picMkLst>
        </pc:picChg>
        <pc:picChg chg="del">
          <ac:chgData name="Fernando Fontove" userId="39bcb981d82c3800" providerId="LiveId" clId="{F4C63BE8-E3A5-4AB2-9214-13CABF02652A}" dt="2023-10-04T22:09:05.473" v="2488" actId="478"/>
          <ac:picMkLst>
            <pc:docMk/>
            <pc:sldMk cId="178941492" sldId="284"/>
            <ac:picMk id="6" creationId="{21B643E2-C062-2C83-FEF9-2A78EC388500}"/>
          </ac:picMkLst>
        </pc:picChg>
        <pc:picChg chg="add del mod">
          <ac:chgData name="Fernando Fontove" userId="39bcb981d82c3800" providerId="LiveId" clId="{F4C63BE8-E3A5-4AB2-9214-13CABF02652A}" dt="2023-10-04T22:07:59.241" v="2373" actId="478"/>
          <ac:picMkLst>
            <pc:docMk/>
            <pc:sldMk cId="178941492" sldId="284"/>
            <ac:picMk id="8" creationId="{3CAD879B-1106-3B59-3E05-5EF765443E9F}"/>
          </ac:picMkLst>
        </pc:picChg>
        <pc:picChg chg="add del mod">
          <ac:chgData name="Fernando Fontove" userId="39bcb981d82c3800" providerId="LiveId" clId="{F4C63BE8-E3A5-4AB2-9214-13CABF02652A}" dt="2023-10-04T22:08:03.337" v="2375" actId="478"/>
          <ac:picMkLst>
            <pc:docMk/>
            <pc:sldMk cId="178941492" sldId="284"/>
            <ac:picMk id="10" creationId="{F1E14F31-5FE4-07BF-F062-7FDC3946C847}"/>
          </ac:picMkLst>
        </pc:picChg>
        <pc:picChg chg="add del mod">
          <ac:chgData name="Fernando Fontove" userId="39bcb981d82c3800" providerId="LiveId" clId="{F4C63BE8-E3A5-4AB2-9214-13CABF02652A}" dt="2023-10-04T22:07:57.033" v="2371" actId="22"/>
          <ac:picMkLst>
            <pc:docMk/>
            <pc:sldMk cId="178941492" sldId="284"/>
            <ac:picMk id="12" creationId="{9BF6813F-A86B-7ED2-E0BE-48BDC0AA12F5}"/>
          </ac:picMkLst>
        </pc:picChg>
        <pc:picChg chg="add del mod">
          <ac:chgData name="Fernando Fontove" userId="39bcb981d82c3800" providerId="LiveId" clId="{F4C63BE8-E3A5-4AB2-9214-13CABF02652A}" dt="2023-10-04T22:09:07.240" v="2490"/>
          <ac:picMkLst>
            <pc:docMk/>
            <pc:sldMk cId="178941492" sldId="284"/>
            <ac:picMk id="13" creationId="{E91F4128-514A-63C0-D2B4-32D777D9B352}"/>
          </ac:picMkLst>
        </pc:picChg>
        <pc:picChg chg="add mod">
          <ac:chgData name="Fernando Fontove" userId="39bcb981d82c3800" providerId="LiveId" clId="{F4C63BE8-E3A5-4AB2-9214-13CABF02652A}" dt="2023-10-04T22:09:11.083" v="2492" actId="1076"/>
          <ac:picMkLst>
            <pc:docMk/>
            <pc:sldMk cId="178941492" sldId="284"/>
            <ac:picMk id="14" creationId="{CF76D60D-07EE-E791-5AE3-3CFCF4A5EB17}"/>
          </ac:picMkLst>
        </pc:pic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428166178" sldId="284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197321745" sldId="285"/>
        </pc:sldMkLst>
      </pc:sldChg>
      <pc:sldChg chg="add del">
        <pc:chgData name="Fernando Fontove" userId="39bcb981d82c3800" providerId="LiveId" clId="{F4C63BE8-E3A5-4AB2-9214-13CABF02652A}" dt="2023-10-04T22:07:04.876" v="2360"/>
        <pc:sldMkLst>
          <pc:docMk/>
          <pc:sldMk cId="1205473694" sldId="285"/>
        </pc:sldMkLst>
      </pc:sldChg>
      <pc:sldChg chg="addSp delSp modSp add mod modShow">
        <pc:chgData name="Fernando Fontove" userId="39bcb981d82c3800" providerId="LiveId" clId="{F4C63BE8-E3A5-4AB2-9214-13CABF02652A}" dt="2023-10-04T22:22:17.698" v="2740" actId="729"/>
        <pc:sldMkLst>
          <pc:docMk/>
          <pc:sldMk cId="1989563038" sldId="285"/>
        </pc:sldMkLst>
        <pc:picChg chg="del mod">
          <ac:chgData name="Fernando Fontove" userId="39bcb981d82c3800" providerId="LiveId" clId="{F4C63BE8-E3A5-4AB2-9214-13CABF02652A}" dt="2023-10-04T22:09:15.505" v="2495" actId="478"/>
          <ac:picMkLst>
            <pc:docMk/>
            <pc:sldMk cId="1989563038" sldId="285"/>
            <ac:picMk id="6" creationId="{21B643E2-C062-2C83-FEF9-2A78EC388500}"/>
          </ac:picMkLst>
        </pc:picChg>
        <pc:picChg chg="add mod modCrop">
          <ac:chgData name="Fernando Fontove" userId="39bcb981d82c3800" providerId="LiveId" clId="{F4C63BE8-E3A5-4AB2-9214-13CABF02652A}" dt="2023-10-04T22:09:26.727" v="2497" actId="732"/>
          <ac:picMkLst>
            <pc:docMk/>
            <pc:sldMk cId="1989563038" sldId="285"/>
            <ac:picMk id="7" creationId="{1E7E2C0F-5E47-70B7-FA2F-5DBEE405C8E9}"/>
          </ac:picMkLst>
        </pc:picChg>
        <pc:picChg chg="add mod modCrop">
          <ac:chgData name="Fernando Fontove" userId="39bcb981d82c3800" providerId="LiveId" clId="{F4C63BE8-E3A5-4AB2-9214-13CABF02652A}" dt="2023-10-04T22:10:05.373" v="2508" actId="732"/>
          <ac:picMkLst>
            <pc:docMk/>
            <pc:sldMk cId="1989563038" sldId="285"/>
            <ac:picMk id="8" creationId="{7169C5AE-2D39-4590-30D6-377A050E728E}"/>
          </ac:picMkLst>
        </pc:picChg>
        <pc:picChg chg="mod">
          <ac:chgData name="Fernando Fontove" userId="39bcb981d82c3800" providerId="LiveId" clId="{F4C63BE8-E3A5-4AB2-9214-13CABF02652A}" dt="2023-10-04T22:08:09.064" v="2378" actId="1076"/>
          <ac:picMkLst>
            <pc:docMk/>
            <pc:sldMk cId="1989563038" sldId="285"/>
            <ac:picMk id="10" creationId="{F1E14F31-5FE4-07BF-F062-7FDC3946C847}"/>
          </ac:picMkLst>
        </pc:picChg>
      </pc:sldChg>
      <pc:sldChg chg="addSp delSp modSp add mod modShow">
        <pc:chgData name="Fernando Fontove" userId="39bcb981d82c3800" providerId="LiveId" clId="{F4C63BE8-E3A5-4AB2-9214-13CABF02652A}" dt="2023-10-04T22:22:17.698" v="2740" actId="729"/>
        <pc:sldMkLst>
          <pc:docMk/>
          <pc:sldMk cId="914013965" sldId="286"/>
        </pc:sldMkLst>
        <pc:spChg chg="mod">
          <ac:chgData name="Fernando Fontove" userId="39bcb981d82c3800" providerId="LiveId" clId="{F4C63BE8-E3A5-4AB2-9214-13CABF02652A}" dt="2023-10-04T22:08:45.147" v="2483" actId="14100"/>
          <ac:spMkLst>
            <pc:docMk/>
            <pc:sldMk cId="914013965" sldId="286"/>
            <ac:spMk id="2" creationId="{B14402A1-9CBC-F37B-4374-7160472EFC21}"/>
          </ac:spMkLst>
        </pc:spChg>
        <pc:spChg chg="del">
          <ac:chgData name="Fernando Fontove" userId="39bcb981d82c3800" providerId="LiveId" clId="{F4C63BE8-E3A5-4AB2-9214-13CABF02652A}" dt="2023-10-04T22:10:24.643" v="2512" actId="478"/>
          <ac:spMkLst>
            <pc:docMk/>
            <pc:sldMk cId="914013965" sldId="286"/>
            <ac:spMk id="3" creationId="{15374A8D-8AE4-6A61-7828-7873CEEA3DF5}"/>
          </ac:spMkLst>
        </pc:spChg>
        <pc:spChg chg="add del mod">
          <ac:chgData name="Fernando Fontove" userId="39bcb981d82c3800" providerId="LiveId" clId="{F4C63BE8-E3A5-4AB2-9214-13CABF02652A}" dt="2023-10-04T22:10:26.665" v="2513" actId="478"/>
          <ac:spMkLst>
            <pc:docMk/>
            <pc:sldMk cId="914013965" sldId="286"/>
            <ac:spMk id="11" creationId="{16ED26B3-05D2-85B1-01A0-F11D352CEB3B}"/>
          </ac:spMkLst>
        </pc:spChg>
        <pc:grpChg chg="add mod">
          <ac:chgData name="Fernando Fontove" userId="39bcb981d82c3800" providerId="LiveId" clId="{F4C63BE8-E3A5-4AB2-9214-13CABF02652A}" dt="2023-10-04T22:10:32.921" v="2515" actId="1076"/>
          <ac:grpSpMkLst>
            <pc:docMk/>
            <pc:sldMk cId="914013965" sldId="286"/>
            <ac:grpSpMk id="12" creationId="{0891E93B-78DD-4C53-FAB7-AA3C6EF7D2E4}"/>
          </ac:grpSpMkLst>
        </pc:grpChg>
        <pc:picChg chg="del">
          <ac:chgData name="Fernando Fontove" userId="39bcb981d82c3800" providerId="LiveId" clId="{F4C63BE8-E3A5-4AB2-9214-13CABF02652A}" dt="2023-10-04T22:08:42.377" v="2482" actId="478"/>
          <ac:picMkLst>
            <pc:docMk/>
            <pc:sldMk cId="914013965" sldId="286"/>
            <ac:picMk id="5" creationId="{155A4E84-83D9-47B4-CDC2-2B6744525169}"/>
          </ac:picMkLst>
        </pc:picChg>
        <pc:picChg chg="del">
          <ac:chgData name="Fernando Fontove" userId="39bcb981d82c3800" providerId="LiveId" clId="{F4C63BE8-E3A5-4AB2-9214-13CABF02652A}" dt="2023-10-04T22:08:41.905" v="2481" actId="478"/>
          <ac:picMkLst>
            <pc:docMk/>
            <pc:sldMk cId="914013965" sldId="286"/>
            <ac:picMk id="6" creationId="{21B643E2-C062-2C83-FEF9-2A78EC388500}"/>
          </ac:picMkLst>
        </pc:picChg>
        <pc:picChg chg="add mod">
          <ac:chgData name="Fernando Fontove" userId="39bcb981d82c3800" providerId="LiveId" clId="{F4C63BE8-E3A5-4AB2-9214-13CABF02652A}" dt="2023-10-04T22:10:30.007" v="2514" actId="164"/>
          <ac:picMkLst>
            <pc:docMk/>
            <pc:sldMk cId="914013965" sldId="286"/>
            <ac:picMk id="7" creationId="{BC658BF9-4838-7708-3231-1BEC1A965EA3}"/>
          </ac:picMkLst>
        </pc:picChg>
        <pc:picChg chg="add mod">
          <ac:chgData name="Fernando Fontove" userId="39bcb981d82c3800" providerId="LiveId" clId="{F4C63BE8-E3A5-4AB2-9214-13CABF02652A}" dt="2023-10-04T22:10:30.007" v="2514" actId="164"/>
          <ac:picMkLst>
            <pc:docMk/>
            <pc:sldMk cId="914013965" sldId="286"/>
            <ac:picMk id="8" creationId="{847DF7C9-6FBF-848A-94A5-F958BD713B8D}"/>
          </ac:picMkLst>
        </pc:picChg>
        <pc:picChg chg="mod">
          <ac:chgData name="Fernando Fontove" userId="39bcb981d82c3800" providerId="LiveId" clId="{F4C63BE8-E3A5-4AB2-9214-13CABF02652A}" dt="2023-10-04T22:10:12.475" v="2509" actId="1076"/>
          <ac:picMkLst>
            <pc:docMk/>
            <pc:sldMk cId="914013965" sldId="286"/>
            <ac:picMk id="10" creationId="{F1E14F31-5FE4-07BF-F062-7FDC3946C847}"/>
          </ac:picMkLst>
        </pc:picChg>
        <pc:picChg chg="add del">
          <ac:chgData name="Fernando Fontove" userId="39bcb981d82c3800" providerId="LiveId" clId="{F4C63BE8-E3A5-4AB2-9214-13CABF02652A}" dt="2023-10-04T22:15:42.449" v="2523" actId="478"/>
          <ac:picMkLst>
            <pc:docMk/>
            <pc:sldMk cId="914013965" sldId="286"/>
            <ac:picMk id="17" creationId="{2F9F8B4E-31D7-C584-17AD-56741446F98B}"/>
          </ac:picMkLst>
        </pc:picChg>
        <pc:cxnChg chg="add mod">
          <ac:chgData name="Fernando Fontove" userId="39bcb981d82c3800" providerId="LiveId" clId="{F4C63BE8-E3A5-4AB2-9214-13CABF02652A}" dt="2023-10-04T22:10:51.599" v="2520" actId="14100"/>
          <ac:cxnSpMkLst>
            <pc:docMk/>
            <pc:sldMk cId="914013965" sldId="286"/>
            <ac:cxnSpMk id="13" creationId="{0B82535B-CF47-DA5C-2663-B50E2249E98A}"/>
          </ac:cxnSpMkLst>
        </pc:cxn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809083301" sldId="286"/>
        </pc:sldMkLst>
      </pc:sldChg>
      <pc:sldChg chg="delSp modSp add del mod">
        <pc:chgData name="Fernando Fontove" userId="39bcb981d82c3800" providerId="LiveId" clId="{F4C63BE8-E3A5-4AB2-9214-13CABF02652A}" dt="2023-10-04T22:22:05.998" v="2739" actId="47"/>
        <pc:sldMkLst>
          <pc:docMk/>
          <pc:sldMk cId="3034611661" sldId="287"/>
        </pc:sldMkLst>
        <pc:grpChg chg="del">
          <ac:chgData name="Fernando Fontove" userId="39bcb981d82c3800" providerId="LiveId" clId="{F4C63BE8-E3A5-4AB2-9214-13CABF02652A}" dt="2023-10-04T22:15:47.073" v="2524" actId="478"/>
          <ac:grpSpMkLst>
            <pc:docMk/>
            <pc:sldMk cId="3034611661" sldId="287"/>
            <ac:grpSpMk id="12" creationId="{0891E93B-78DD-4C53-FAB7-AA3C6EF7D2E4}"/>
          </ac:grpSpMkLst>
        </pc:grpChg>
        <pc:picChg chg="del">
          <ac:chgData name="Fernando Fontove" userId="39bcb981d82c3800" providerId="LiveId" clId="{F4C63BE8-E3A5-4AB2-9214-13CABF02652A}" dt="2023-10-04T22:15:47.073" v="2524" actId="478"/>
          <ac:picMkLst>
            <pc:docMk/>
            <pc:sldMk cId="3034611661" sldId="287"/>
            <ac:picMk id="10" creationId="{F1E14F31-5FE4-07BF-F062-7FDC3946C847}"/>
          </ac:picMkLst>
        </pc:picChg>
        <pc:picChg chg="mod">
          <ac:chgData name="Fernando Fontove" userId="39bcb981d82c3800" providerId="LiveId" clId="{F4C63BE8-E3A5-4AB2-9214-13CABF02652A}" dt="2023-10-04T22:15:53.256" v="2527" actId="1076"/>
          <ac:picMkLst>
            <pc:docMk/>
            <pc:sldMk cId="3034611661" sldId="287"/>
            <ac:picMk id="17" creationId="{2F9F8B4E-31D7-C584-17AD-56741446F98B}"/>
          </ac:picMkLst>
        </pc:picChg>
        <pc:cxnChg chg="del">
          <ac:chgData name="Fernando Fontove" userId="39bcb981d82c3800" providerId="LiveId" clId="{F4C63BE8-E3A5-4AB2-9214-13CABF02652A}" dt="2023-10-04T22:15:47.073" v="2524" actId="478"/>
          <ac:cxnSpMkLst>
            <pc:docMk/>
            <pc:sldMk cId="3034611661" sldId="287"/>
            <ac:cxnSpMk id="13" creationId="{0B82535B-CF47-DA5C-2663-B50E2249E98A}"/>
          </ac:cxnSpMkLst>
        </pc:cxn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762214050" sldId="287"/>
        </pc:sldMkLst>
      </pc:sldChg>
      <pc:sldChg chg="addSp modSp new mod modShow">
        <pc:chgData name="Fernando Fontove" userId="39bcb981d82c3800" providerId="LiveId" clId="{F4C63BE8-E3A5-4AB2-9214-13CABF02652A}" dt="2023-10-04T22:22:17.698" v="2740" actId="729"/>
        <pc:sldMkLst>
          <pc:docMk/>
          <pc:sldMk cId="61323127" sldId="288"/>
        </pc:sldMkLst>
        <pc:spChg chg="mod">
          <ac:chgData name="Fernando Fontove" userId="39bcb981d82c3800" providerId="LiveId" clId="{F4C63BE8-E3A5-4AB2-9214-13CABF02652A}" dt="2023-10-04T22:21:01.394" v="2731" actId="20577"/>
          <ac:spMkLst>
            <pc:docMk/>
            <pc:sldMk cId="61323127" sldId="288"/>
            <ac:spMk id="2" creationId="{3245C32E-B110-C3F6-A04E-F636DB956AB3}"/>
          </ac:spMkLst>
        </pc:spChg>
        <pc:spChg chg="mod">
          <ac:chgData name="Fernando Fontove" userId="39bcb981d82c3800" providerId="LiveId" clId="{F4C63BE8-E3A5-4AB2-9214-13CABF02652A}" dt="2023-10-04T22:17:22.096" v="2653" actId="14100"/>
          <ac:spMkLst>
            <pc:docMk/>
            <pc:sldMk cId="61323127" sldId="288"/>
            <ac:spMk id="3" creationId="{A1022FD1-B08D-4EA4-EB8C-2C0DBD5F5341}"/>
          </ac:spMkLst>
        </pc:spChg>
        <pc:picChg chg="add mod">
          <ac:chgData name="Fernando Fontove" userId="39bcb981d82c3800" providerId="LiveId" clId="{F4C63BE8-E3A5-4AB2-9214-13CABF02652A}" dt="2023-10-04T22:21:37.568" v="2737" actId="1076"/>
          <ac:picMkLst>
            <pc:docMk/>
            <pc:sldMk cId="61323127" sldId="288"/>
            <ac:picMk id="6" creationId="{BFC21A90-6D0A-9072-C9CE-82864DB999D8}"/>
          </ac:picMkLst>
        </pc:picChg>
        <pc:picChg chg="add mod modCrop">
          <ac:chgData name="Fernando Fontove" userId="39bcb981d82c3800" providerId="LiveId" clId="{F4C63BE8-E3A5-4AB2-9214-13CABF02652A}" dt="2023-10-04T22:21:39.901" v="2738" actId="1076"/>
          <ac:picMkLst>
            <pc:docMk/>
            <pc:sldMk cId="61323127" sldId="288"/>
            <ac:picMk id="8" creationId="{3CA24ECA-3B5D-0949-B46B-722380826ABC}"/>
          </ac:picMkLst>
        </pc:picChg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2992294385" sldId="289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715270411" sldId="290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3752736754" sldId="291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427195007" sldId="292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3312557566" sldId="293"/>
        </pc:sldMkLst>
      </pc:sldChg>
      <pc:sldChg chg="addSp delSp modSp new mod">
        <pc:chgData name="Fernando Fontove" userId="39bcb981d82c3800" providerId="LiveId" clId="{F4C63BE8-E3A5-4AB2-9214-13CABF02652A}" dt="2023-10-04T22:27:33.688" v="3178" actId="1076"/>
        <pc:sldMkLst>
          <pc:docMk/>
          <pc:sldMk cId="2941827233" sldId="294"/>
        </pc:sldMkLst>
        <pc:spChg chg="mod">
          <ac:chgData name="Fernando Fontove" userId="39bcb981d82c3800" providerId="LiveId" clId="{F4C63BE8-E3A5-4AB2-9214-13CABF02652A}" dt="2023-10-04T22:23:27.354" v="2906" actId="20577"/>
          <ac:spMkLst>
            <pc:docMk/>
            <pc:sldMk cId="2941827233" sldId="294"/>
            <ac:spMk id="2" creationId="{F307C5FB-B42B-1FB0-B02B-D4DDA7B33A81}"/>
          </ac:spMkLst>
        </pc:spChg>
        <pc:spChg chg="mod">
          <ac:chgData name="Fernando Fontove" userId="39bcb981d82c3800" providerId="LiveId" clId="{F4C63BE8-E3A5-4AB2-9214-13CABF02652A}" dt="2023-10-04T22:26:40.034" v="3168" actId="20577"/>
          <ac:spMkLst>
            <pc:docMk/>
            <pc:sldMk cId="2941827233" sldId="294"/>
            <ac:spMk id="3" creationId="{DBE09D8D-1FC7-1056-697F-D403F63CD124}"/>
          </ac:spMkLst>
        </pc:spChg>
        <pc:picChg chg="add del mod">
          <ac:chgData name="Fernando Fontove" userId="39bcb981d82c3800" providerId="LiveId" clId="{F4C63BE8-E3A5-4AB2-9214-13CABF02652A}" dt="2023-10-04T22:25:54.929" v="3052" actId="478"/>
          <ac:picMkLst>
            <pc:docMk/>
            <pc:sldMk cId="2941827233" sldId="294"/>
            <ac:picMk id="6" creationId="{C8F3511F-E672-CDCF-AF6A-B753FC637012}"/>
          </ac:picMkLst>
        </pc:picChg>
        <pc:picChg chg="add mod">
          <ac:chgData name="Fernando Fontove" userId="39bcb981d82c3800" providerId="LiveId" clId="{F4C63BE8-E3A5-4AB2-9214-13CABF02652A}" dt="2023-10-04T22:27:32.225" v="3177" actId="1076"/>
          <ac:picMkLst>
            <pc:docMk/>
            <pc:sldMk cId="2941827233" sldId="294"/>
            <ac:picMk id="8" creationId="{00A73A24-6F7B-36C4-92AA-F720C28305C6}"/>
          </ac:picMkLst>
        </pc:picChg>
        <pc:picChg chg="add mod">
          <ac:chgData name="Fernando Fontove" userId="39bcb981d82c3800" providerId="LiveId" clId="{F4C63BE8-E3A5-4AB2-9214-13CABF02652A}" dt="2023-10-04T22:27:33.688" v="3178" actId="1076"/>
          <ac:picMkLst>
            <pc:docMk/>
            <pc:sldMk cId="2941827233" sldId="294"/>
            <ac:picMk id="10" creationId="{82D778D7-C3E4-CD3C-2B10-3BE5F9E0691A}"/>
          </ac:picMkLst>
        </pc:picChg>
      </pc:sldChg>
      <pc:sldChg chg="add del">
        <pc:chgData name="Fernando Fontove" userId="39bcb981d82c3800" providerId="LiveId" clId="{F4C63BE8-E3A5-4AB2-9214-13CABF02652A}" dt="2023-10-04T22:27:40.046" v="3179" actId="47"/>
        <pc:sldMkLst>
          <pc:docMk/>
          <pc:sldMk cId="3365764179" sldId="295"/>
        </pc:sldMkLst>
      </pc:sldChg>
      <pc:sldChg chg="modSp new mod">
        <pc:chgData name="Fernando Fontove" userId="39bcb981d82c3800" providerId="LiveId" clId="{F4C63BE8-E3A5-4AB2-9214-13CABF02652A}" dt="2023-10-04T22:28:03.483" v="3241" actId="20577"/>
        <pc:sldMkLst>
          <pc:docMk/>
          <pc:sldMk cId="3742723039" sldId="295"/>
        </pc:sldMkLst>
        <pc:spChg chg="mod">
          <ac:chgData name="Fernando Fontove" userId="39bcb981d82c3800" providerId="LiveId" clId="{F4C63BE8-E3A5-4AB2-9214-13CABF02652A}" dt="2023-10-04T22:28:03.483" v="3241" actId="20577"/>
          <ac:spMkLst>
            <pc:docMk/>
            <pc:sldMk cId="3742723039" sldId="295"/>
            <ac:spMk id="2" creationId="{58630F5A-DB1E-B72F-18CD-208D1585370C}"/>
          </ac:spMkLst>
        </pc:spChg>
      </pc:sldChg>
      <pc:sldChg chg="modSp add del mod">
        <pc:chgData name="Fernando Fontove" userId="39bcb981d82c3800" providerId="LiveId" clId="{F4C63BE8-E3A5-4AB2-9214-13CABF02652A}" dt="2023-10-04T22:29:47.060" v="3534" actId="948"/>
        <pc:sldMkLst>
          <pc:docMk/>
          <pc:sldMk cId="397135802" sldId="296"/>
        </pc:sldMkLst>
        <pc:spChg chg="mod">
          <ac:chgData name="Fernando Fontove" userId="39bcb981d82c3800" providerId="LiveId" clId="{F4C63BE8-E3A5-4AB2-9214-13CABF02652A}" dt="2023-10-04T22:29:47.060" v="3534" actId="948"/>
          <ac:spMkLst>
            <pc:docMk/>
            <pc:sldMk cId="397135802" sldId="296"/>
            <ac:spMk id="3" creationId="{44DDC3E1-165A-7F71-CCDA-F2640515BE00}"/>
          </ac:spMkLst>
        </pc:spChg>
      </pc:sldChg>
      <pc:sldChg chg="addSp modSp new mod">
        <pc:chgData name="Fernando Fontove" userId="39bcb981d82c3800" providerId="LiveId" clId="{F4C63BE8-E3A5-4AB2-9214-13CABF02652A}" dt="2023-10-11T23:44:50.791" v="3796" actId="14100"/>
        <pc:sldMkLst>
          <pc:docMk/>
          <pc:sldMk cId="89833393" sldId="297"/>
        </pc:sldMkLst>
        <pc:spChg chg="mod">
          <ac:chgData name="Fernando Fontove" userId="39bcb981d82c3800" providerId="LiveId" clId="{F4C63BE8-E3A5-4AB2-9214-13CABF02652A}" dt="2023-10-11T23:40:56.561" v="3646" actId="20577"/>
          <ac:spMkLst>
            <pc:docMk/>
            <pc:sldMk cId="89833393" sldId="297"/>
            <ac:spMk id="2" creationId="{BC58DAD7-F827-98F8-09C1-A6E466683602}"/>
          </ac:spMkLst>
        </pc:spChg>
        <pc:spChg chg="mod">
          <ac:chgData name="Fernando Fontove" userId="39bcb981d82c3800" providerId="LiveId" clId="{F4C63BE8-E3A5-4AB2-9214-13CABF02652A}" dt="2023-10-11T23:44:37.791" v="3791" actId="20577"/>
          <ac:spMkLst>
            <pc:docMk/>
            <pc:sldMk cId="89833393" sldId="297"/>
            <ac:spMk id="3" creationId="{A11F3C20-A479-28D3-E45D-7EE09D66C9C0}"/>
          </ac:spMkLst>
        </pc:spChg>
        <pc:spChg chg="add mod">
          <ac:chgData name="Fernando Fontove" userId="39bcb981d82c3800" providerId="LiveId" clId="{F4C63BE8-E3A5-4AB2-9214-13CABF02652A}" dt="2023-10-11T23:42:56.559" v="3668" actId="790"/>
          <ac:spMkLst>
            <pc:docMk/>
            <pc:sldMk cId="89833393" sldId="297"/>
            <ac:spMk id="7" creationId="{AB942826-0ED2-DCEA-C09E-5C4978FBEBBA}"/>
          </ac:spMkLst>
        </pc:spChg>
        <pc:picChg chg="add mod">
          <ac:chgData name="Fernando Fontove" userId="39bcb981d82c3800" providerId="LiveId" clId="{F4C63BE8-E3A5-4AB2-9214-13CABF02652A}" dt="2023-10-11T23:42:16.880" v="3650" actId="1076"/>
          <ac:picMkLst>
            <pc:docMk/>
            <pc:sldMk cId="89833393" sldId="297"/>
            <ac:picMk id="6" creationId="{EB42127D-AE81-181F-83DF-514F880424D9}"/>
          </ac:picMkLst>
        </pc:picChg>
        <pc:cxnChg chg="add mod">
          <ac:chgData name="Fernando Fontove" userId="39bcb981d82c3800" providerId="LiveId" clId="{F4C63BE8-E3A5-4AB2-9214-13CABF02652A}" dt="2023-10-11T23:43:02.147" v="3670" actId="14100"/>
          <ac:cxnSpMkLst>
            <pc:docMk/>
            <pc:sldMk cId="89833393" sldId="297"/>
            <ac:cxnSpMk id="8" creationId="{C79451F7-1D93-8631-C77E-4E6663412D66}"/>
          </ac:cxnSpMkLst>
        </pc:cxnChg>
        <pc:cxnChg chg="add mod">
          <ac:chgData name="Fernando Fontove" userId="39bcb981d82c3800" providerId="LiveId" clId="{F4C63BE8-E3A5-4AB2-9214-13CABF02652A}" dt="2023-10-11T23:44:50.791" v="3796" actId="14100"/>
          <ac:cxnSpMkLst>
            <pc:docMk/>
            <pc:sldMk cId="89833393" sldId="297"/>
            <ac:cxnSpMk id="11" creationId="{86DDB23D-E1D3-E039-384A-785ABF305161}"/>
          </ac:cxnSpMkLst>
        </pc:cxnChg>
      </pc:sldChg>
      <pc:sldChg chg="addSp modSp new mod">
        <pc:chgData name="Fernando Fontove" userId="39bcb981d82c3800" providerId="LiveId" clId="{F4C63BE8-E3A5-4AB2-9214-13CABF02652A}" dt="2023-10-11T23:46:12.352" v="3891" actId="1076"/>
        <pc:sldMkLst>
          <pc:docMk/>
          <pc:sldMk cId="393614348" sldId="298"/>
        </pc:sldMkLst>
        <pc:spChg chg="mod">
          <ac:chgData name="Fernando Fontove" userId="39bcb981d82c3800" providerId="LiveId" clId="{F4C63BE8-E3A5-4AB2-9214-13CABF02652A}" dt="2023-10-11T23:46:04.905" v="3887" actId="20577"/>
          <ac:spMkLst>
            <pc:docMk/>
            <pc:sldMk cId="393614348" sldId="298"/>
            <ac:spMk id="2" creationId="{54AAE069-A14B-66DA-1FA5-17242E9FF073}"/>
          </ac:spMkLst>
        </pc:spChg>
        <pc:picChg chg="add mod">
          <ac:chgData name="Fernando Fontove" userId="39bcb981d82c3800" providerId="LiveId" clId="{F4C63BE8-E3A5-4AB2-9214-13CABF02652A}" dt="2023-10-11T23:46:12.352" v="3891" actId="1076"/>
          <ac:picMkLst>
            <pc:docMk/>
            <pc:sldMk cId="393614348" sldId="298"/>
            <ac:picMk id="6" creationId="{7A36AC85-4892-BCE4-0529-8586C2C3DF17}"/>
          </ac:picMkLst>
        </pc:picChg>
      </pc:sldChg>
      <pc:sldChg chg="add del">
        <pc:chgData name="Fernando Fontove" userId="39bcb981d82c3800" providerId="LiveId" clId="{F4C63BE8-E3A5-4AB2-9214-13CABF02652A}" dt="2023-10-11T23:45:38.456" v="3798" actId="47"/>
        <pc:sldMkLst>
          <pc:docMk/>
          <pc:sldMk cId="2951096345" sldId="298"/>
        </pc:sldMkLst>
      </pc:sldChg>
      <pc:sldChg chg="addSp delSp modSp new mod">
        <pc:chgData name="Fernando Fontove" userId="39bcb981d82c3800" providerId="LiveId" clId="{F4C63BE8-E3A5-4AB2-9214-13CABF02652A}" dt="2023-10-11T23:47:39.979" v="3976" actId="1076"/>
        <pc:sldMkLst>
          <pc:docMk/>
          <pc:sldMk cId="960570211" sldId="299"/>
        </pc:sldMkLst>
        <pc:spChg chg="mod">
          <ac:chgData name="Fernando Fontove" userId="39bcb981d82c3800" providerId="LiveId" clId="{F4C63BE8-E3A5-4AB2-9214-13CABF02652A}" dt="2023-10-11T23:47:07.234" v="3968"/>
          <ac:spMkLst>
            <pc:docMk/>
            <pc:sldMk cId="960570211" sldId="299"/>
            <ac:spMk id="2" creationId="{10E1C05A-5FDA-A7FD-2D69-8437CB9DF454}"/>
          </ac:spMkLst>
        </pc:spChg>
        <pc:spChg chg="del">
          <ac:chgData name="Fernando Fontove" userId="39bcb981d82c3800" providerId="LiveId" clId="{F4C63BE8-E3A5-4AB2-9214-13CABF02652A}" dt="2023-10-11T23:47:19.610" v="3970" actId="478"/>
          <ac:spMkLst>
            <pc:docMk/>
            <pc:sldMk cId="960570211" sldId="299"/>
            <ac:spMk id="3" creationId="{282C0913-E7C9-A71B-489F-51E1F99AA982}"/>
          </ac:spMkLst>
        </pc:spChg>
        <pc:picChg chg="add del mod">
          <ac:chgData name="Fernando Fontove" userId="39bcb981d82c3800" providerId="LiveId" clId="{F4C63BE8-E3A5-4AB2-9214-13CABF02652A}" dt="2023-10-11T23:47:23.768" v="3972" actId="478"/>
          <ac:picMkLst>
            <pc:docMk/>
            <pc:sldMk cId="960570211" sldId="299"/>
            <ac:picMk id="6" creationId="{510983AD-5BF5-54BB-1752-15D8371C386A}"/>
          </ac:picMkLst>
        </pc:picChg>
        <pc:picChg chg="add mod">
          <ac:chgData name="Fernando Fontove" userId="39bcb981d82c3800" providerId="LiveId" clId="{F4C63BE8-E3A5-4AB2-9214-13CABF02652A}" dt="2023-10-11T23:47:39.979" v="3976" actId="1076"/>
          <ac:picMkLst>
            <pc:docMk/>
            <pc:sldMk cId="960570211" sldId="299"/>
            <ac:picMk id="8" creationId="{0F4EEA5C-36D5-00E0-7937-7C0895F79D9C}"/>
          </ac:picMkLst>
        </pc:picChg>
      </pc:sldChg>
      <pc:sldChg chg="addSp delSp modSp new mod">
        <pc:chgData name="Fernando Fontove" userId="39bcb981d82c3800" providerId="LiveId" clId="{F4C63BE8-E3A5-4AB2-9214-13CABF02652A}" dt="2023-10-11T23:53:49.082" v="4625" actId="6549"/>
        <pc:sldMkLst>
          <pc:docMk/>
          <pc:sldMk cId="3199902092" sldId="300"/>
        </pc:sldMkLst>
        <pc:spChg chg="mod">
          <ac:chgData name="Fernando Fontove" userId="39bcb981d82c3800" providerId="LiveId" clId="{F4C63BE8-E3A5-4AB2-9214-13CABF02652A}" dt="2023-10-11T23:51:09.416" v="4156" actId="20577"/>
          <ac:spMkLst>
            <pc:docMk/>
            <pc:sldMk cId="3199902092" sldId="300"/>
            <ac:spMk id="2" creationId="{A1A944D2-5C4E-B6F6-5B64-0A1A0E0FB27F}"/>
          </ac:spMkLst>
        </pc:spChg>
        <pc:spChg chg="mod">
          <ac:chgData name="Fernando Fontove" userId="39bcb981d82c3800" providerId="LiveId" clId="{F4C63BE8-E3A5-4AB2-9214-13CABF02652A}" dt="2023-10-11T23:53:49.082" v="4625" actId="6549"/>
          <ac:spMkLst>
            <pc:docMk/>
            <pc:sldMk cId="3199902092" sldId="300"/>
            <ac:spMk id="3" creationId="{D1728A10-9394-AE1B-C108-E2E63AA235B1}"/>
          </ac:spMkLst>
        </pc:spChg>
        <pc:picChg chg="add del">
          <ac:chgData name="Fernando Fontove" userId="39bcb981d82c3800" providerId="LiveId" clId="{F4C63BE8-E3A5-4AB2-9214-13CABF02652A}" dt="2023-10-11T23:49:37.810" v="4047" actId="22"/>
          <ac:picMkLst>
            <pc:docMk/>
            <pc:sldMk cId="3199902092" sldId="300"/>
            <ac:picMk id="6" creationId="{4A2F43F0-4101-7440-0AFE-D0265882C2E3}"/>
          </ac:picMkLst>
        </pc:picChg>
      </pc:sldChg>
      <pc:sldChg chg="addSp modSp add mod">
        <pc:chgData name="Fernando Fontove" userId="39bcb981d82c3800" providerId="LiveId" clId="{F4C63BE8-E3A5-4AB2-9214-13CABF02652A}" dt="2023-10-12T00:03:10.320" v="5045" actId="20577"/>
        <pc:sldMkLst>
          <pc:docMk/>
          <pc:sldMk cId="22306976" sldId="301"/>
        </pc:sldMkLst>
        <pc:spChg chg="mod">
          <ac:chgData name="Fernando Fontove" userId="39bcb981d82c3800" providerId="LiveId" clId="{F4C63BE8-E3A5-4AB2-9214-13CABF02652A}" dt="2023-10-12T00:02:28.440" v="5008" actId="20577"/>
          <ac:spMkLst>
            <pc:docMk/>
            <pc:sldMk cId="22306976" sldId="301"/>
            <ac:spMk id="2" creationId="{A1A944D2-5C4E-B6F6-5B64-0A1A0E0FB27F}"/>
          </ac:spMkLst>
        </pc:spChg>
        <pc:spChg chg="mod">
          <ac:chgData name="Fernando Fontove" userId="39bcb981d82c3800" providerId="LiveId" clId="{F4C63BE8-E3A5-4AB2-9214-13CABF02652A}" dt="2023-10-12T00:03:10.320" v="5045" actId="20577"/>
          <ac:spMkLst>
            <pc:docMk/>
            <pc:sldMk cId="22306976" sldId="301"/>
            <ac:spMk id="3" creationId="{D1728A10-9394-AE1B-C108-E2E63AA235B1}"/>
          </ac:spMkLst>
        </pc:spChg>
        <pc:picChg chg="add mod">
          <ac:chgData name="Fernando Fontove" userId="39bcb981d82c3800" providerId="LiveId" clId="{F4C63BE8-E3A5-4AB2-9214-13CABF02652A}" dt="2023-10-12T00:02:17.716" v="4993" actId="14100"/>
          <ac:picMkLst>
            <pc:docMk/>
            <pc:sldMk cId="22306976" sldId="301"/>
            <ac:picMk id="6" creationId="{7CCA2865-A4AB-57FC-D375-238A9BFC69F0}"/>
          </ac:picMkLst>
        </pc:picChg>
        <pc:picChg chg="add mod">
          <ac:chgData name="Fernando Fontove" userId="39bcb981d82c3800" providerId="LiveId" clId="{F4C63BE8-E3A5-4AB2-9214-13CABF02652A}" dt="2023-10-12T00:02:10.197" v="4989" actId="1076"/>
          <ac:picMkLst>
            <pc:docMk/>
            <pc:sldMk cId="22306976" sldId="301"/>
            <ac:picMk id="8" creationId="{2280AE4D-85FF-9E31-2582-64DCBF26971B}"/>
          </ac:picMkLst>
        </pc:picChg>
      </pc:sldChg>
      <pc:sldChg chg="addSp delSp modSp new mod">
        <pc:chgData name="Fernando Fontove" userId="39bcb981d82c3800" providerId="LiveId" clId="{F4C63BE8-E3A5-4AB2-9214-13CABF02652A}" dt="2023-10-11T23:59:01.331" v="4931" actId="1076"/>
        <pc:sldMkLst>
          <pc:docMk/>
          <pc:sldMk cId="2301423340" sldId="302"/>
        </pc:sldMkLst>
        <pc:spChg chg="mod">
          <ac:chgData name="Fernando Fontove" userId="39bcb981d82c3800" providerId="LiveId" clId="{F4C63BE8-E3A5-4AB2-9214-13CABF02652A}" dt="2023-10-11T23:58:57.801" v="4930" actId="1076"/>
          <ac:spMkLst>
            <pc:docMk/>
            <pc:sldMk cId="2301423340" sldId="302"/>
            <ac:spMk id="2" creationId="{0288D7D0-C5AD-251F-B1EB-5075189C3667}"/>
          </ac:spMkLst>
        </pc:spChg>
        <pc:spChg chg="del">
          <ac:chgData name="Fernando Fontove" userId="39bcb981d82c3800" providerId="LiveId" clId="{F4C63BE8-E3A5-4AB2-9214-13CABF02652A}" dt="2023-10-11T23:55:07.217" v="4646" actId="478"/>
          <ac:spMkLst>
            <pc:docMk/>
            <pc:sldMk cId="2301423340" sldId="302"/>
            <ac:spMk id="3" creationId="{3C743E0E-1329-0256-0033-61D415B140C6}"/>
          </ac:spMkLst>
        </pc:spChg>
        <pc:spChg chg="add del mod">
          <ac:chgData name="Fernando Fontove" userId="39bcb981d82c3800" providerId="LiveId" clId="{F4C63BE8-E3A5-4AB2-9214-13CABF02652A}" dt="2023-10-11T23:56:00.562" v="4771" actId="478"/>
          <ac:spMkLst>
            <pc:docMk/>
            <pc:sldMk cId="2301423340" sldId="302"/>
            <ac:spMk id="9" creationId="{87854B68-E4BC-E923-8BB5-ACE8E574A65E}"/>
          </ac:spMkLst>
        </pc:spChg>
        <pc:spChg chg="add del mod">
          <ac:chgData name="Fernando Fontove" userId="39bcb981d82c3800" providerId="LiveId" clId="{F4C63BE8-E3A5-4AB2-9214-13CABF02652A}" dt="2023-10-11T23:56:04.176" v="4772" actId="478"/>
          <ac:spMkLst>
            <pc:docMk/>
            <pc:sldMk cId="2301423340" sldId="302"/>
            <ac:spMk id="11" creationId="{AC57A664-CE0F-92E9-1061-EE694C6B7D73}"/>
          </ac:spMkLst>
        </pc:spChg>
        <pc:spChg chg="add del mod">
          <ac:chgData name="Fernando Fontove" userId="39bcb981d82c3800" providerId="LiveId" clId="{F4C63BE8-E3A5-4AB2-9214-13CABF02652A}" dt="2023-10-11T23:58:53.544" v="4927" actId="478"/>
          <ac:spMkLst>
            <pc:docMk/>
            <pc:sldMk cId="2301423340" sldId="302"/>
            <ac:spMk id="12" creationId="{69602796-468B-A0DF-DC7A-3F2B498B06C6}"/>
          </ac:spMkLst>
        </pc:spChg>
        <pc:spChg chg="add del mod">
          <ac:chgData name="Fernando Fontove" userId="39bcb981d82c3800" providerId="LiveId" clId="{F4C63BE8-E3A5-4AB2-9214-13CABF02652A}" dt="2023-10-11T23:58:55.560" v="4928" actId="478"/>
          <ac:spMkLst>
            <pc:docMk/>
            <pc:sldMk cId="2301423340" sldId="302"/>
            <ac:spMk id="16" creationId="{AF1AD104-72E7-0B8F-8243-77633A1F8070}"/>
          </ac:spMkLst>
        </pc:spChg>
        <pc:spChg chg="add del mod">
          <ac:chgData name="Fernando Fontove" userId="39bcb981d82c3800" providerId="LiveId" clId="{F4C63BE8-E3A5-4AB2-9214-13CABF02652A}" dt="2023-10-11T23:58:53.544" v="4927" actId="478"/>
          <ac:spMkLst>
            <pc:docMk/>
            <pc:sldMk cId="2301423340" sldId="302"/>
            <ac:spMk id="17" creationId="{4814C075-6625-379C-626A-A0AF88DD4A52}"/>
          </ac:spMkLst>
        </pc:spChg>
        <pc:spChg chg="add del mod">
          <ac:chgData name="Fernando Fontove" userId="39bcb981d82c3800" providerId="LiveId" clId="{F4C63BE8-E3A5-4AB2-9214-13CABF02652A}" dt="2023-10-11T23:58:53.544" v="4927" actId="478"/>
          <ac:spMkLst>
            <pc:docMk/>
            <pc:sldMk cId="2301423340" sldId="302"/>
            <ac:spMk id="18" creationId="{9C218259-AF1B-03DD-8E80-2E612BD656DB}"/>
          </ac:spMkLst>
        </pc:spChg>
        <pc:spChg chg="add del mod">
          <ac:chgData name="Fernando Fontove" userId="39bcb981d82c3800" providerId="LiveId" clId="{F4C63BE8-E3A5-4AB2-9214-13CABF02652A}" dt="2023-10-11T23:58:53.544" v="4927" actId="478"/>
          <ac:spMkLst>
            <pc:docMk/>
            <pc:sldMk cId="2301423340" sldId="302"/>
            <ac:spMk id="19" creationId="{F6D56F3A-58B2-F45B-47CD-2A2AE1352EFC}"/>
          </ac:spMkLst>
        </pc:spChg>
        <pc:spChg chg="add del mod">
          <ac:chgData name="Fernando Fontove" userId="39bcb981d82c3800" providerId="LiveId" clId="{F4C63BE8-E3A5-4AB2-9214-13CABF02652A}" dt="2023-10-11T23:58:53.544" v="4927" actId="478"/>
          <ac:spMkLst>
            <pc:docMk/>
            <pc:sldMk cId="2301423340" sldId="302"/>
            <ac:spMk id="20" creationId="{8FD7F6D9-6E29-D5D4-FCF3-A570988C620D}"/>
          </ac:spMkLst>
        </pc:spChg>
        <pc:picChg chg="add mod">
          <ac:chgData name="Fernando Fontove" userId="39bcb981d82c3800" providerId="LiveId" clId="{F4C63BE8-E3A5-4AB2-9214-13CABF02652A}" dt="2023-10-11T23:59:01.331" v="4931" actId="1076"/>
          <ac:picMkLst>
            <pc:docMk/>
            <pc:sldMk cId="2301423340" sldId="302"/>
            <ac:picMk id="6" creationId="{1FD430FD-47EA-52B2-52F6-ADB28A588726}"/>
          </ac:picMkLst>
        </pc:picChg>
        <pc:picChg chg="add mod">
          <ac:chgData name="Fernando Fontove" userId="39bcb981d82c3800" providerId="LiveId" clId="{F4C63BE8-E3A5-4AB2-9214-13CABF02652A}" dt="2023-10-11T23:59:01.331" v="4931" actId="1076"/>
          <ac:picMkLst>
            <pc:docMk/>
            <pc:sldMk cId="2301423340" sldId="302"/>
            <ac:picMk id="8" creationId="{71C35A41-B4AD-39F0-E8F3-1EE345419ED6}"/>
          </ac:picMkLst>
        </pc:picChg>
        <pc:cxnChg chg="add del mod">
          <ac:chgData name="Fernando Fontove" userId="39bcb981d82c3800" providerId="LiveId" clId="{F4C63BE8-E3A5-4AB2-9214-13CABF02652A}" dt="2023-10-11T23:58:53.544" v="4927" actId="478"/>
          <ac:cxnSpMkLst>
            <pc:docMk/>
            <pc:sldMk cId="2301423340" sldId="302"/>
            <ac:cxnSpMk id="13" creationId="{53F32F02-9878-FA34-6215-D3C5149B4023}"/>
          </ac:cxnSpMkLst>
        </pc:cxnChg>
      </pc:sldChg>
      <pc:sldChg chg="addSp delSp modSp add mod">
        <pc:chgData name="Fernando Fontove" userId="39bcb981d82c3800" providerId="LiveId" clId="{F4C63BE8-E3A5-4AB2-9214-13CABF02652A}" dt="2023-10-12T00:02:39.240" v="5025" actId="1076"/>
        <pc:sldMkLst>
          <pc:docMk/>
          <pc:sldMk cId="4067434810" sldId="303"/>
        </pc:sldMkLst>
        <pc:spChg chg="mod">
          <ac:chgData name="Fernando Fontove" userId="39bcb981d82c3800" providerId="LiveId" clId="{F4C63BE8-E3A5-4AB2-9214-13CABF02652A}" dt="2023-10-12T00:02:39.240" v="5025" actId="1076"/>
          <ac:spMkLst>
            <pc:docMk/>
            <pc:sldMk cId="4067434810" sldId="303"/>
            <ac:spMk id="2" creationId="{0288D7D0-C5AD-251F-B1EB-5075189C3667}"/>
          </ac:spMkLst>
        </pc:spChg>
        <pc:spChg chg="add mod">
          <ac:chgData name="Fernando Fontove" userId="39bcb981d82c3800" providerId="LiveId" clId="{F4C63BE8-E3A5-4AB2-9214-13CABF02652A}" dt="2023-10-12T00:01:01.609" v="4982" actId="1076"/>
          <ac:spMkLst>
            <pc:docMk/>
            <pc:sldMk cId="4067434810" sldId="303"/>
            <ac:spMk id="3" creationId="{5CA76BA3-54EB-831A-3F18-AC178D5D59A6}"/>
          </ac:spMkLst>
        </pc:spChg>
        <pc:spChg chg="mod">
          <ac:chgData name="Fernando Fontove" userId="39bcb981d82c3800" providerId="LiveId" clId="{F4C63BE8-E3A5-4AB2-9214-13CABF02652A}" dt="2023-10-11T23:59:35.996" v="4951" actId="14100"/>
          <ac:spMkLst>
            <pc:docMk/>
            <pc:sldMk cId="4067434810" sldId="303"/>
            <ac:spMk id="12" creationId="{69602796-468B-A0DF-DC7A-3F2B498B06C6}"/>
          </ac:spMkLst>
        </pc:spChg>
        <pc:spChg chg="mod">
          <ac:chgData name="Fernando Fontove" userId="39bcb981d82c3800" providerId="LiveId" clId="{F4C63BE8-E3A5-4AB2-9214-13CABF02652A}" dt="2023-10-12T00:00:17.191" v="4972" actId="1076"/>
          <ac:spMkLst>
            <pc:docMk/>
            <pc:sldMk cId="4067434810" sldId="303"/>
            <ac:spMk id="16" creationId="{AF1AD104-72E7-0B8F-8243-77633A1F8070}"/>
          </ac:spMkLst>
        </pc:spChg>
        <pc:spChg chg="mod">
          <ac:chgData name="Fernando Fontove" userId="39bcb981d82c3800" providerId="LiveId" clId="{F4C63BE8-E3A5-4AB2-9214-13CABF02652A}" dt="2023-10-11T23:59:56.345" v="4959" actId="688"/>
          <ac:spMkLst>
            <pc:docMk/>
            <pc:sldMk cId="4067434810" sldId="303"/>
            <ac:spMk id="17" creationId="{4814C075-6625-379C-626A-A0AF88DD4A52}"/>
          </ac:spMkLst>
        </pc:spChg>
        <pc:spChg chg="mod">
          <ac:chgData name="Fernando Fontove" userId="39bcb981d82c3800" providerId="LiveId" clId="{F4C63BE8-E3A5-4AB2-9214-13CABF02652A}" dt="2023-10-11T23:59:58.825" v="4960" actId="1076"/>
          <ac:spMkLst>
            <pc:docMk/>
            <pc:sldMk cId="4067434810" sldId="303"/>
            <ac:spMk id="18" creationId="{9C218259-AF1B-03DD-8E80-2E612BD656DB}"/>
          </ac:spMkLst>
        </pc:spChg>
        <pc:spChg chg="mod">
          <ac:chgData name="Fernando Fontove" userId="39bcb981d82c3800" providerId="LiveId" clId="{F4C63BE8-E3A5-4AB2-9214-13CABF02652A}" dt="2023-10-12T00:00:07.386" v="4969" actId="1076"/>
          <ac:spMkLst>
            <pc:docMk/>
            <pc:sldMk cId="4067434810" sldId="303"/>
            <ac:spMk id="19" creationId="{F6D56F3A-58B2-F45B-47CD-2A2AE1352EFC}"/>
          </ac:spMkLst>
        </pc:spChg>
        <pc:spChg chg="mod">
          <ac:chgData name="Fernando Fontove" userId="39bcb981d82c3800" providerId="LiveId" clId="{F4C63BE8-E3A5-4AB2-9214-13CABF02652A}" dt="2023-10-12T00:00:12.331" v="4971" actId="688"/>
          <ac:spMkLst>
            <pc:docMk/>
            <pc:sldMk cId="4067434810" sldId="303"/>
            <ac:spMk id="20" creationId="{8FD7F6D9-6E29-D5D4-FCF3-A570988C620D}"/>
          </ac:spMkLst>
        </pc:spChg>
        <pc:picChg chg="del">
          <ac:chgData name="Fernando Fontove" userId="39bcb981d82c3800" providerId="LiveId" clId="{F4C63BE8-E3A5-4AB2-9214-13CABF02652A}" dt="2023-10-11T23:59:04.792" v="4932" actId="478"/>
          <ac:picMkLst>
            <pc:docMk/>
            <pc:sldMk cId="4067434810" sldId="303"/>
            <ac:picMk id="6" creationId="{1FD430FD-47EA-52B2-52F6-ADB28A588726}"/>
          </ac:picMkLst>
        </pc:picChg>
        <pc:picChg chg="mod">
          <ac:chgData name="Fernando Fontove" userId="39bcb981d82c3800" providerId="LiveId" clId="{F4C63BE8-E3A5-4AB2-9214-13CABF02652A}" dt="2023-10-12T00:00:48.945" v="4978" actId="1076"/>
          <ac:picMkLst>
            <pc:docMk/>
            <pc:sldMk cId="4067434810" sldId="303"/>
            <ac:picMk id="8" creationId="{71C35A41-B4AD-39F0-E8F3-1EE345419ED6}"/>
          </ac:picMkLst>
        </pc:picChg>
        <pc:cxnChg chg="add mod">
          <ac:chgData name="Fernando Fontove" userId="39bcb981d82c3800" providerId="LiveId" clId="{F4C63BE8-E3A5-4AB2-9214-13CABF02652A}" dt="2023-10-12T00:01:08.779" v="4985" actId="14100"/>
          <ac:cxnSpMkLst>
            <pc:docMk/>
            <pc:sldMk cId="4067434810" sldId="303"/>
            <ac:cxnSpMk id="5" creationId="{AB5906ED-A5DB-3102-BFF8-DE72CD17F681}"/>
          </ac:cxnSpMkLst>
        </pc:cxnChg>
      </pc:sldChg>
      <pc:sldChg chg="modSp new mod">
        <pc:chgData name="Fernando Fontove" userId="39bcb981d82c3800" providerId="LiveId" clId="{F4C63BE8-E3A5-4AB2-9214-13CABF02652A}" dt="2023-10-12T00:04:15.896" v="5213" actId="20577"/>
        <pc:sldMkLst>
          <pc:docMk/>
          <pc:sldMk cId="2978494099" sldId="304"/>
        </pc:sldMkLst>
        <pc:spChg chg="mod">
          <ac:chgData name="Fernando Fontove" userId="39bcb981d82c3800" providerId="LiveId" clId="{F4C63BE8-E3A5-4AB2-9214-13CABF02652A}" dt="2023-10-12T00:03:24.077" v="5047"/>
          <ac:spMkLst>
            <pc:docMk/>
            <pc:sldMk cId="2978494099" sldId="304"/>
            <ac:spMk id="2" creationId="{A5535593-515B-3A82-12AC-D60C8C77B995}"/>
          </ac:spMkLst>
        </pc:spChg>
        <pc:spChg chg="mod">
          <ac:chgData name="Fernando Fontove" userId="39bcb981d82c3800" providerId="LiveId" clId="{F4C63BE8-E3A5-4AB2-9214-13CABF02652A}" dt="2023-10-12T00:04:15.896" v="5213" actId="20577"/>
          <ac:spMkLst>
            <pc:docMk/>
            <pc:sldMk cId="2978494099" sldId="304"/>
            <ac:spMk id="3" creationId="{7C33BCAC-D9B7-4E17-CBD0-D0CA07188B5D}"/>
          </ac:spMkLst>
        </pc:spChg>
      </pc:sldChg>
    </pc:docChg>
  </pc:docChgLst>
  <pc:docChgLst>
    <pc:chgData name="Fernando Fontove" userId="39bcb981d82c3800" providerId="LiveId" clId="{346AD9D0-3EA0-4249-9EF6-1102F043B3ED}"/>
    <pc:docChg chg="undo redo custSel addSld delSld modSld sldOrd">
      <pc:chgData name="Fernando Fontove" userId="39bcb981d82c3800" providerId="LiveId" clId="{346AD9D0-3EA0-4249-9EF6-1102F043B3ED}" dt="2023-10-16T20:56:51.595" v="3152" actId="14100"/>
      <pc:docMkLst>
        <pc:docMk/>
      </pc:docMkLst>
      <pc:sldChg chg="modSp mod">
        <pc:chgData name="Fernando Fontove" userId="39bcb981d82c3800" providerId="LiveId" clId="{346AD9D0-3EA0-4249-9EF6-1102F043B3ED}" dt="2023-10-12T04:51:59.414" v="91" actId="20577"/>
        <pc:sldMkLst>
          <pc:docMk/>
          <pc:sldMk cId="0" sldId="256"/>
        </pc:sldMkLst>
        <pc:spChg chg="mod">
          <ac:chgData name="Fernando Fontove" userId="39bcb981d82c3800" providerId="LiveId" clId="{346AD9D0-3EA0-4249-9EF6-1102F043B3ED}" dt="2023-10-12T04:51:59.414" v="91" actId="20577"/>
          <ac:spMkLst>
            <pc:docMk/>
            <pc:sldMk cId="0" sldId="256"/>
            <ac:spMk id="3836" creationId="{00000000-0000-0000-0000-000000000000}"/>
          </ac:spMkLst>
        </pc:spChg>
      </pc:sldChg>
      <pc:sldChg chg="addSp delSp modSp add del mod">
        <pc:chgData name="Fernando Fontove" userId="39bcb981d82c3800" providerId="LiveId" clId="{346AD9D0-3EA0-4249-9EF6-1102F043B3ED}" dt="2023-10-12T05:10:36.933" v="259" actId="47"/>
        <pc:sldMkLst>
          <pc:docMk/>
          <pc:sldMk cId="1905306405" sldId="262"/>
        </pc:sldMkLst>
        <pc:spChg chg="add mod">
          <ac:chgData name="Fernando Fontove" userId="39bcb981d82c3800" providerId="LiveId" clId="{346AD9D0-3EA0-4249-9EF6-1102F043B3ED}" dt="2023-10-12T04:51:18.740" v="8"/>
          <ac:spMkLst>
            <pc:docMk/>
            <pc:sldMk cId="1905306405" sldId="262"/>
            <ac:spMk id="2" creationId="{9DFE5D83-392C-D91E-CF73-9B3F92927901}"/>
          </ac:spMkLst>
        </pc:spChg>
        <pc:spChg chg="add del mod">
          <ac:chgData name="Fernando Fontove" userId="39bcb981d82c3800" providerId="LiveId" clId="{346AD9D0-3EA0-4249-9EF6-1102F043B3ED}" dt="2023-10-12T04:51:22.734" v="10" actId="478"/>
          <ac:spMkLst>
            <pc:docMk/>
            <pc:sldMk cId="1905306405" sldId="262"/>
            <ac:spMk id="5" creationId="{082AA6F1-CDF4-9371-116B-F1339CB4547C}"/>
          </ac:spMkLst>
        </pc:spChg>
        <pc:spChg chg="del mod">
          <ac:chgData name="Fernando Fontove" userId="39bcb981d82c3800" providerId="LiveId" clId="{346AD9D0-3EA0-4249-9EF6-1102F043B3ED}" dt="2023-10-12T04:51:20.412" v="9" actId="478"/>
          <ac:spMkLst>
            <pc:docMk/>
            <pc:sldMk cId="1905306405" sldId="262"/>
            <ac:spMk id="3870" creationId="{00000000-0000-0000-0000-000000000000}"/>
          </ac:spMkLst>
        </pc:spChg>
      </pc:sldChg>
      <pc:sldChg chg="add del">
        <pc:chgData name="Fernando Fontove" userId="39bcb981d82c3800" providerId="LiveId" clId="{346AD9D0-3EA0-4249-9EF6-1102F043B3ED}" dt="2023-10-12T05:10:38.421" v="260" actId="47"/>
        <pc:sldMkLst>
          <pc:docMk/>
          <pc:sldMk cId="860822654" sldId="264"/>
        </pc:sldMkLst>
      </pc:sldChg>
      <pc:sldChg chg="del">
        <pc:chgData name="Fernando Fontove" userId="39bcb981d82c3800" providerId="LiveId" clId="{346AD9D0-3EA0-4249-9EF6-1102F043B3ED}" dt="2023-10-12T05:50:11.446" v="2344" actId="47"/>
        <pc:sldMkLst>
          <pc:docMk/>
          <pc:sldMk cId="1681442814" sldId="265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620655336" sldId="266"/>
        </pc:sldMkLst>
      </pc:sldChg>
      <pc:sldChg chg="addSp delSp modSp new mod">
        <pc:chgData name="Fernando Fontove" userId="39bcb981d82c3800" providerId="LiveId" clId="{346AD9D0-3EA0-4249-9EF6-1102F043B3ED}" dt="2023-10-12T05:20:55.021" v="696" actId="1076"/>
        <pc:sldMkLst>
          <pc:docMk/>
          <pc:sldMk cId="4290116703" sldId="266"/>
        </pc:sldMkLst>
        <pc:spChg chg="mod">
          <ac:chgData name="Fernando Fontove" userId="39bcb981d82c3800" providerId="LiveId" clId="{346AD9D0-3EA0-4249-9EF6-1102F043B3ED}" dt="2023-10-12T04:51:43.406" v="79" actId="20577"/>
          <ac:spMkLst>
            <pc:docMk/>
            <pc:sldMk cId="4290116703" sldId="266"/>
            <ac:spMk id="2" creationId="{505FF2DE-D293-D21A-5ABC-761D05C12175}"/>
          </ac:spMkLst>
        </pc:spChg>
        <pc:spChg chg="mod">
          <ac:chgData name="Fernando Fontove" userId="39bcb981d82c3800" providerId="LiveId" clId="{346AD9D0-3EA0-4249-9EF6-1102F043B3ED}" dt="2023-10-12T05:10:26.129" v="257" actId="20577"/>
          <ac:spMkLst>
            <pc:docMk/>
            <pc:sldMk cId="4290116703" sldId="266"/>
            <ac:spMk id="3" creationId="{16F84921-A05C-6D39-010A-7AD0D354E382}"/>
          </ac:spMkLst>
        </pc:spChg>
        <pc:picChg chg="add del mod modCrop">
          <ac:chgData name="Fernando Fontove" userId="39bcb981d82c3800" providerId="LiveId" clId="{346AD9D0-3EA0-4249-9EF6-1102F043B3ED}" dt="2023-10-12T05:20:50.048" v="693" actId="478"/>
          <ac:picMkLst>
            <pc:docMk/>
            <pc:sldMk cId="4290116703" sldId="266"/>
            <ac:picMk id="6" creationId="{541DC2D1-0A83-4F4A-F857-96906EDF8A10}"/>
          </ac:picMkLst>
        </pc:picChg>
        <pc:picChg chg="add mod">
          <ac:chgData name="Fernando Fontove" userId="39bcb981d82c3800" providerId="LiveId" clId="{346AD9D0-3EA0-4249-9EF6-1102F043B3ED}" dt="2023-10-12T05:20:55.021" v="696" actId="1076"/>
          <ac:picMkLst>
            <pc:docMk/>
            <pc:sldMk cId="4290116703" sldId="266"/>
            <ac:picMk id="8" creationId="{1081B02F-D8E0-8EBE-0527-9BDB3802E30A}"/>
          </ac:picMkLst>
        </pc:picChg>
      </pc:sldChg>
      <pc:sldChg chg="addSp modSp new mod">
        <pc:chgData name="Fernando Fontove" userId="39bcb981d82c3800" providerId="LiveId" clId="{346AD9D0-3EA0-4249-9EF6-1102F043B3ED}" dt="2023-10-12T05:21:58.897" v="750" actId="20577"/>
        <pc:sldMkLst>
          <pc:docMk/>
          <pc:sldMk cId="1809358222" sldId="267"/>
        </pc:sldMkLst>
        <pc:spChg chg="mod">
          <ac:chgData name="Fernando Fontove" userId="39bcb981d82c3800" providerId="LiveId" clId="{346AD9D0-3EA0-4249-9EF6-1102F043B3ED}" dt="2023-10-12T05:19:57.665" v="685" actId="1076"/>
          <ac:spMkLst>
            <pc:docMk/>
            <pc:sldMk cId="1809358222" sldId="267"/>
            <ac:spMk id="2" creationId="{3CC1FEB8-23A2-C312-0762-3BFBF165B7F8}"/>
          </ac:spMkLst>
        </pc:spChg>
        <pc:spChg chg="mod">
          <ac:chgData name="Fernando Fontove" userId="39bcb981d82c3800" providerId="LiveId" clId="{346AD9D0-3EA0-4249-9EF6-1102F043B3ED}" dt="2023-10-12T05:21:58.897" v="750" actId="20577"/>
          <ac:spMkLst>
            <pc:docMk/>
            <pc:sldMk cId="1809358222" sldId="267"/>
            <ac:spMk id="3" creationId="{C045AFEB-6B36-F646-1B09-231AD8C346F0}"/>
          </ac:spMkLst>
        </pc:spChg>
        <pc:picChg chg="add mod modCrop">
          <ac:chgData name="Fernando Fontove" userId="39bcb981d82c3800" providerId="LiveId" clId="{346AD9D0-3EA0-4249-9EF6-1102F043B3ED}" dt="2023-10-12T05:20:17.169" v="690" actId="1076"/>
          <ac:picMkLst>
            <pc:docMk/>
            <pc:sldMk cId="1809358222" sldId="267"/>
            <ac:picMk id="6" creationId="{662C81EA-F320-285E-EE62-FFE01EFCA88D}"/>
          </ac:picMkLst>
        </pc:picChg>
        <pc:picChg chg="add mod modCrop">
          <ac:chgData name="Fernando Fontove" userId="39bcb981d82c3800" providerId="LiveId" clId="{346AD9D0-3EA0-4249-9EF6-1102F043B3ED}" dt="2023-10-12T05:20:19.187" v="691" actId="1076"/>
          <ac:picMkLst>
            <pc:docMk/>
            <pc:sldMk cId="1809358222" sldId="267"/>
            <ac:picMk id="7" creationId="{D2D05C0C-D960-8DC2-98F2-F7F6F6F3F590}"/>
          </ac:picMkLst>
        </pc:picChg>
        <pc:picChg chg="add mod modCrop">
          <ac:chgData name="Fernando Fontove" userId="39bcb981d82c3800" providerId="LiveId" clId="{346AD9D0-3EA0-4249-9EF6-1102F043B3ED}" dt="2023-10-12T05:20:21.105" v="692" actId="1076"/>
          <ac:picMkLst>
            <pc:docMk/>
            <pc:sldMk cId="1809358222" sldId="267"/>
            <ac:picMk id="8" creationId="{6DF8A673-19F1-38BC-D938-4184C8A7F465}"/>
          </ac:picMkLst>
        </pc:picChg>
      </pc:sldChg>
      <pc:sldChg chg="add del">
        <pc:chgData name="Fernando Fontove" userId="39bcb981d82c3800" providerId="LiveId" clId="{346AD9D0-3EA0-4249-9EF6-1102F043B3ED}" dt="2023-10-12T05:10:33.151" v="258" actId="47"/>
        <pc:sldMkLst>
          <pc:docMk/>
          <pc:sldMk cId="2332244562" sldId="267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4220986048" sldId="267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788963926" sldId="268"/>
        </pc:sldMkLst>
      </pc:sldChg>
      <pc:sldChg chg="addSp modSp new mod">
        <pc:chgData name="Fernando Fontove" userId="39bcb981d82c3800" providerId="LiveId" clId="{346AD9D0-3EA0-4249-9EF6-1102F043B3ED}" dt="2023-10-12T05:24:31.952" v="1121" actId="20577"/>
        <pc:sldMkLst>
          <pc:docMk/>
          <pc:sldMk cId="3188961381" sldId="268"/>
        </pc:sldMkLst>
        <pc:spChg chg="mod">
          <ac:chgData name="Fernando Fontove" userId="39bcb981d82c3800" providerId="LiveId" clId="{346AD9D0-3EA0-4249-9EF6-1102F043B3ED}" dt="2023-10-12T05:22:24.369" v="768" actId="20577"/>
          <ac:spMkLst>
            <pc:docMk/>
            <pc:sldMk cId="3188961381" sldId="268"/>
            <ac:spMk id="2" creationId="{A8BFEAB9-648A-D2FF-051F-2612427FB2AA}"/>
          </ac:spMkLst>
        </pc:spChg>
        <pc:spChg chg="mod">
          <ac:chgData name="Fernando Fontove" userId="39bcb981d82c3800" providerId="LiveId" clId="{346AD9D0-3EA0-4249-9EF6-1102F043B3ED}" dt="2023-10-12T05:24:31.952" v="1121" actId="20577"/>
          <ac:spMkLst>
            <pc:docMk/>
            <pc:sldMk cId="3188961381" sldId="268"/>
            <ac:spMk id="3" creationId="{829852FA-F499-DD0F-70D2-AEAEF0FC81F7}"/>
          </ac:spMkLst>
        </pc:spChg>
        <pc:picChg chg="add mod modCrop">
          <ac:chgData name="Fernando Fontove" userId="39bcb981d82c3800" providerId="LiveId" clId="{346AD9D0-3EA0-4249-9EF6-1102F043B3ED}" dt="2023-10-12T05:22:28.096" v="770" actId="14100"/>
          <ac:picMkLst>
            <pc:docMk/>
            <pc:sldMk cId="3188961381" sldId="268"/>
            <ac:picMk id="5" creationId="{F05637A4-9AF5-323A-947B-A86A93138208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614817203" sldId="269"/>
        </pc:sldMkLst>
      </pc:sldChg>
      <pc:sldChg chg="addSp delSp modSp new mod">
        <pc:chgData name="Fernando Fontove" userId="39bcb981d82c3800" providerId="LiveId" clId="{346AD9D0-3EA0-4249-9EF6-1102F043B3ED}" dt="2023-10-12T05:27:44.881" v="1502" actId="478"/>
        <pc:sldMkLst>
          <pc:docMk/>
          <pc:sldMk cId="1732065202" sldId="269"/>
        </pc:sldMkLst>
        <pc:spChg chg="mod">
          <ac:chgData name="Fernando Fontove" userId="39bcb981d82c3800" providerId="LiveId" clId="{346AD9D0-3EA0-4249-9EF6-1102F043B3ED}" dt="2023-10-12T05:27:05.912" v="1493" actId="20577"/>
          <ac:spMkLst>
            <pc:docMk/>
            <pc:sldMk cId="1732065202" sldId="269"/>
            <ac:spMk id="2" creationId="{115C7901-DF1A-7274-2B5E-0EA6F3A7359E}"/>
          </ac:spMkLst>
        </pc:spChg>
        <pc:spChg chg="mod">
          <ac:chgData name="Fernando Fontove" userId="39bcb981d82c3800" providerId="LiveId" clId="{346AD9D0-3EA0-4249-9EF6-1102F043B3ED}" dt="2023-10-12T05:26:56.282" v="1482" actId="6549"/>
          <ac:spMkLst>
            <pc:docMk/>
            <pc:sldMk cId="1732065202" sldId="269"/>
            <ac:spMk id="3" creationId="{C1AEC4D7-D0C0-2DB7-E8CD-F8DB84493E49}"/>
          </ac:spMkLst>
        </pc:spChg>
        <pc:spChg chg="add del mod">
          <ac:chgData name="Fernando Fontove" userId="39bcb981d82c3800" providerId="LiveId" clId="{346AD9D0-3EA0-4249-9EF6-1102F043B3ED}" dt="2023-10-12T05:27:19.089" v="1495"/>
          <ac:spMkLst>
            <pc:docMk/>
            <pc:sldMk cId="1732065202" sldId="269"/>
            <ac:spMk id="6" creationId="{033A3684-00FD-92C4-1005-3F591D88E317}"/>
          </ac:spMkLst>
        </pc:spChg>
        <pc:spChg chg="add del mod">
          <ac:chgData name="Fernando Fontove" userId="39bcb981d82c3800" providerId="LiveId" clId="{346AD9D0-3EA0-4249-9EF6-1102F043B3ED}" dt="2023-10-12T05:27:42.488" v="1501" actId="478"/>
          <ac:spMkLst>
            <pc:docMk/>
            <pc:sldMk cId="1732065202" sldId="269"/>
            <ac:spMk id="8" creationId="{058B77D2-0BAF-35B6-2E95-86AF07D3602E}"/>
          </ac:spMkLst>
        </pc:spChg>
        <pc:picChg chg="add mod">
          <ac:chgData name="Fernando Fontove" userId="39bcb981d82c3800" providerId="LiveId" clId="{346AD9D0-3EA0-4249-9EF6-1102F043B3ED}" dt="2023-10-12T05:27:32.012" v="1498" actId="1076"/>
          <ac:picMkLst>
            <pc:docMk/>
            <pc:sldMk cId="1732065202" sldId="269"/>
            <ac:picMk id="5" creationId="{E248041B-63B7-9EEE-92FD-19A2EA09CED9}"/>
          </ac:picMkLst>
        </pc:picChg>
        <pc:cxnChg chg="add del mod">
          <ac:chgData name="Fernando Fontove" userId="39bcb981d82c3800" providerId="LiveId" clId="{346AD9D0-3EA0-4249-9EF6-1102F043B3ED}" dt="2023-10-12T05:27:19.089" v="1495"/>
          <ac:cxnSpMkLst>
            <pc:docMk/>
            <pc:sldMk cId="1732065202" sldId="269"/>
            <ac:cxnSpMk id="7" creationId="{B2F3CB3A-852C-4C85-C712-3194C7E01FB0}"/>
          </ac:cxnSpMkLst>
        </pc:cxnChg>
        <pc:cxnChg chg="add del mod">
          <ac:chgData name="Fernando Fontove" userId="39bcb981d82c3800" providerId="LiveId" clId="{346AD9D0-3EA0-4249-9EF6-1102F043B3ED}" dt="2023-10-12T05:27:44.881" v="1502" actId="478"/>
          <ac:cxnSpMkLst>
            <pc:docMk/>
            <pc:sldMk cId="1732065202" sldId="269"/>
            <ac:cxnSpMk id="9" creationId="{7E6C7AF5-F954-9A5C-8DD8-C14A1233BEC4}"/>
          </ac:cxnSpMkLst>
        </pc:cxn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949055272" sldId="270"/>
        </pc:sldMkLst>
      </pc:sldChg>
      <pc:sldChg chg="addSp modSp new mod">
        <pc:chgData name="Fernando Fontove" userId="39bcb981d82c3800" providerId="LiveId" clId="{346AD9D0-3EA0-4249-9EF6-1102F043B3ED}" dt="2023-10-12T05:25:32.720" v="1275" actId="20577"/>
        <pc:sldMkLst>
          <pc:docMk/>
          <pc:sldMk cId="3511748949" sldId="270"/>
        </pc:sldMkLst>
        <pc:spChg chg="mod">
          <ac:chgData name="Fernando Fontove" userId="39bcb981d82c3800" providerId="LiveId" clId="{346AD9D0-3EA0-4249-9EF6-1102F043B3ED}" dt="2023-10-12T05:24:40.263" v="1128" actId="20577"/>
          <ac:spMkLst>
            <pc:docMk/>
            <pc:sldMk cId="3511748949" sldId="270"/>
            <ac:spMk id="2" creationId="{285C035D-7500-9278-33E5-A9F792AA857B}"/>
          </ac:spMkLst>
        </pc:spChg>
        <pc:spChg chg="mod">
          <ac:chgData name="Fernando Fontove" userId="39bcb981d82c3800" providerId="LiveId" clId="{346AD9D0-3EA0-4249-9EF6-1102F043B3ED}" dt="2023-10-12T05:25:32.720" v="1275" actId="20577"/>
          <ac:spMkLst>
            <pc:docMk/>
            <pc:sldMk cId="3511748949" sldId="270"/>
            <ac:spMk id="3" creationId="{C5BB6BF5-74D2-8D30-2A29-D1AAF787E8A3}"/>
          </ac:spMkLst>
        </pc:spChg>
        <pc:picChg chg="add mod">
          <ac:chgData name="Fernando Fontove" userId="39bcb981d82c3800" providerId="LiveId" clId="{346AD9D0-3EA0-4249-9EF6-1102F043B3ED}" dt="2023-10-12T05:24:53.545" v="1132" actId="1076"/>
          <ac:picMkLst>
            <pc:docMk/>
            <pc:sldMk cId="3511748949" sldId="270"/>
            <ac:picMk id="6" creationId="{CBB1B777-05E6-709D-825F-99BC39662845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262989655" sldId="271"/>
        </pc:sldMkLst>
      </pc:sldChg>
      <pc:sldChg chg="add del">
        <pc:chgData name="Fernando Fontove" userId="39bcb981d82c3800" providerId="LiveId" clId="{346AD9D0-3EA0-4249-9EF6-1102F043B3ED}" dt="2023-10-12T05:27:38.151" v="1500" actId="47"/>
        <pc:sldMkLst>
          <pc:docMk/>
          <pc:sldMk cId="3158428458" sldId="271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14425507" sldId="272"/>
        </pc:sldMkLst>
      </pc:sldChg>
      <pc:sldChg chg="addSp delSp modSp add mod">
        <pc:chgData name="Fernando Fontove" userId="39bcb981d82c3800" providerId="LiveId" clId="{346AD9D0-3EA0-4249-9EF6-1102F043B3ED}" dt="2023-10-12T05:30:36.209" v="1668" actId="20577"/>
        <pc:sldMkLst>
          <pc:docMk/>
          <pc:sldMk cId="2360212880" sldId="272"/>
        </pc:sldMkLst>
        <pc:spChg chg="mod">
          <ac:chgData name="Fernando Fontove" userId="39bcb981d82c3800" providerId="LiveId" clId="{346AD9D0-3EA0-4249-9EF6-1102F043B3ED}" dt="2023-10-12T05:29:56.584" v="1606" actId="1076"/>
          <ac:spMkLst>
            <pc:docMk/>
            <pc:sldMk cId="2360212880" sldId="272"/>
            <ac:spMk id="2" creationId="{115C7901-DF1A-7274-2B5E-0EA6F3A7359E}"/>
          </ac:spMkLst>
        </pc:spChg>
        <pc:spChg chg="del">
          <ac:chgData name="Fernando Fontove" userId="39bcb981d82c3800" providerId="LiveId" clId="{346AD9D0-3EA0-4249-9EF6-1102F043B3ED}" dt="2023-10-12T05:27:48.896" v="1503" actId="478"/>
          <ac:spMkLst>
            <pc:docMk/>
            <pc:sldMk cId="2360212880" sldId="272"/>
            <ac:spMk id="3" creationId="{C1AEC4D7-D0C0-2DB7-E8CD-F8DB84493E49}"/>
          </ac:spMkLst>
        </pc:spChg>
        <pc:spChg chg="mod">
          <ac:chgData name="Fernando Fontove" userId="39bcb981d82c3800" providerId="LiveId" clId="{346AD9D0-3EA0-4249-9EF6-1102F043B3ED}" dt="2023-10-12T05:28:13.519" v="1515" actId="1076"/>
          <ac:spMkLst>
            <pc:docMk/>
            <pc:sldMk cId="2360212880" sldId="272"/>
            <ac:spMk id="8" creationId="{058B77D2-0BAF-35B6-2E95-86AF07D3602E}"/>
          </ac:spMkLst>
        </pc:spChg>
        <pc:spChg chg="add mod">
          <ac:chgData name="Fernando Fontove" userId="39bcb981d82c3800" providerId="LiveId" clId="{346AD9D0-3EA0-4249-9EF6-1102F043B3ED}" dt="2023-10-12T05:29:25.855" v="1578" actId="790"/>
          <ac:spMkLst>
            <pc:docMk/>
            <pc:sldMk cId="2360212880" sldId="272"/>
            <ac:spMk id="17" creationId="{077F3EF8-2A0B-C341-11FF-DA6D833715A3}"/>
          </ac:spMkLst>
        </pc:spChg>
        <pc:spChg chg="add mod">
          <ac:chgData name="Fernando Fontove" userId="39bcb981d82c3800" providerId="LiveId" clId="{346AD9D0-3EA0-4249-9EF6-1102F043B3ED}" dt="2023-10-12T05:29:45.996" v="1603" actId="14100"/>
          <ac:spMkLst>
            <pc:docMk/>
            <pc:sldMk cId="2360212880" sldId="272"/>
            <ac:spMk id="18" creationId="{79A694E5-3EC0-71AB-D93A-E02E47F86E89}"/>
          </ac:spMkLst>
        </pc:spChg>
        <pc:spChg chg="add mod">
          <ac:chgData name="Fernando Fontove" userId="39bcb981d82c3800" providerId="LiveId" clId="{346AD9D0-3EA0-4249-9EF6-1102F043B3ED}" dt="2023-10-12T05:30:15.424" v="1621" actId="790"/>
          <ac:spMkLst>
            <pc:docMk/>
            <pc:sldMk cId="2360212880" sldId="272"/>
            <ac:spMk id="20" creationId="{D677B0FA-3DA4-4841-CB35-8036C7A68E2A}"/>
          </ac:spMkLst>
        </pc:spChg>
        <pc:spChg chg="add mod">
          <ac:chgData name="Fernando Fontove" userId="39bcb981d82c3800" providerId="LiveId" clId="{346AD9D0-3EA0-4249-9EF6-1102F043B3ED}" dt="2023-10-12T05:30:20.520" v="1627" actId="20577"/>
          <ac:spMkLst>
            <pc:docMk/>
            <pc:sldMk cId="2360212880" sldId="272"/>
            <ac:spMk id="21" creationId="{73192E32-CF0E-C854-2084-649E4122CF00}"/>
          </ac:spMkLst>
        </pc:spChg>
        <pc:spChg chg="add mod">
          <ac:chgData name="Fernando Fontove" userId="39bcb981d82c3800" providerId="LiveId" clId="{346AD9D0-3EA0-4249-9EF6-1102F043B3ED}" dt="2023-10-12T05:30:36.209" v="1668" actId="20577"/>
          <ac:spMkLst>
            <pc:docMk/>
            <pc:sldMk cId="2360212880" sldId="272"/>
            <ac:spMk id="23" creationId="{8849AAAA-9A23-DBA3-1BA4-B8B1928A63B4}"/>
          </ac:spMkLst>
        </pc:spChg>
        <pc:picChg chg="mod">
          <ac:chgData name="Fernando Fontove" userId="39bcb981d82c3800" providerId="LiveId" clId="{346AD9D0-3EA0-4249-9EF6-1102F043B3ED}" dt="2023-10-12T05:28:13.519" v="1515" actId="1076"/>
          <ac:picMkLst>
            <pc:docMk/>
            <pc:sldMk cId="2360212880" sldId="272"/>
            <ac:picMk id="5" creationId="{E248041B-63B7-9EEE-92FD-19A2EA09CED9}"/>
          </ac:picMkLst>
        </pc:picChg>
        <pc:cxnChg chg="add mod">
          <ac:chgData name="Fernando Fontove" userId="39bcb981d82c3800" providerId="LiveId" clId="{346AD9D0-3EA0-4249-9EF6-1102F043B3ED}" dt="2023-10-12T05:29:51.295" v="1604" actId="14100"/>
          <ac:cxnSpMkLst>
            <pc:docMk/>
            <pc:sldMk cId="2360212880" sldId="272"/>
            <ac:cxnSpMk id="6" creationId="{A36C2E28-92B6-597E-447A-494D6E0ABEE4}"/>
          </ac:cxnSpMkLst>
        </pc:cxnChg>
        <pc:cxnChg chg="mod">
          <ac:chgData name="Fernando Fontove" userId="39bcb981d82c3800" providerId="LiveId" clId="{346AD9D0-3EA0-4249-9EF6-1102F043B3ED}" dt="2023-10-12T05:28:13.519" v="1515" actId="1076"/>
          <ac:cxnSpMkLst>
            <pc:docMk/>
            <pc:sldMk cId="2360212880" sldId="272"/>
            <ac:cxnSpMk id="9" creationId="{7E6C7AF5-F954-9A5C-8DD8-C14A1233BEC4}"/>
          </ac:cxnSpMkLst>
        </pc:cxnChg>
        <pc:cxnChg chg="add mod">
          <ac:chgData name="Fernando Fontove" userId="39bcb981d82c3800" providerId="LiveId" clId="{346AD9D0-3EA0-4249-9EF6-1102F043B3ED}" dt="2023-10-12T05:28:32.154" v="1520" actId="1076"/>
          <ac:cxnSpMkLst>
            <pc:docMk/>
            <pc:sldMk cId="2360212880" sldId="272"/>
            <ac:cxnSpMk id="10" creationId="{06425D8E-1C12-4AF7-B531-6B24C4290E34}"/>
          </ac:cxnSpMkLst>
        </pc:cxnChg>
        <pc:cxnChg chg="add mod">
          <ac:chgData name="Fernando Fontove" userId="39bcb981d82c3800" providerId="LiveId" clId="{346AD9D0-3EA0-4249-9EF6-1102F043B3ED}" dt="2023-10-12T05:28:36.921" v="1522" actId="14100"/>
          <ac:cxnSpMkLst>
            <pc:docMk/>
            <pc:sldMk cId="2360212880" sldId="272"/>
            <ac:cxnSpMk id="11" creationId="{E3C19464-433E-F811-E658-6292DD637301}"/>
          </ac:cxnSpMkLst>
        </pc:cxnChg>
        <pc:cxnChg chg="add mod">
          <ac:chgData name="Fernando Fontove" userId="39bcb981d82c3800" providerId="LiveId" clId="{346AD9D0-3EA0-4249-9EF6-1102F043B3ED}" dt="2023-10-12T05:28:44.028" v="1524" actId="14100"/>
          <ac:cxnSpMkLst>
            <pc:docMk/>
            <pc:sldMk cId="2360212880" sldId="272"/>
            <ac:cxnSpMk id="13" creationId="{1D9C79F7-11FA-BD62-3E84-FE5DF8ADF795}"/>
          </ac:cxnSpMkLst>
        </pc:cxnChg>
        <pc:cxnChg chg="add mod">
          <ac:chgData name="Fernando Fontove" userId="39bcb981d82c3800" providerId="LiveId" clId="{346AD9D0-3EA0-4249-9EF6-1102F043B3ED}" dt="2023-10-12T05:30:23.401" v="1628" actId="14100"/>
          <ac:cxnSpMkLst>
            <pc:docMk/>
            <pc:sldMk cId="2360212880" sldId="272"/>
            <ac:cxnSpMk id="15" creationId="{D34275B6-C345-5D08-9A69-384AC6B643A7}"/>
          </ac:cxnSpMkLst>
        </pc:cxnChg>
      </pc:sldChg>
      <pc:sldChg chg="addSp delSp modSp new mod">
        <pc:chgData name="Fernando Fontove" userId="39bcb981d82c3800" providerId="LiveId" clId="{346AD9D0-3EA0-4249-9EF6-1102F043B3ED}" dt="2023-10-12T05:56:56.921" v="2666" actId="732"/>
        <pc:sldMkLst>
          <pc:docMk/>
          <pc:sldMk cId="118121688" sldId="273"/>
        </pc:sldMkLst>
        <pc:spChg chg="mod">
          <ac:chgData name="Fernando Fontove" userId="39bcb981d82c3800" providerId="LiveId" clId="{346AD9D0-3EA0-4249-9EF6-1102F043B3ED}" dt="2023-10-12T05:30:51.496" v="1693" actId="20577"/>
          <ac:spMkLst>
            <pc:docMk/>
            <pc:sldMk cId="118121688" sldId="273"/>
            <ac:spMk id="2" creationId="{696C1239-5E8F-3CCD-9A0E-5FD599936C10}"/>
          </ac:spMkLst>
        </pc:spChg>
        <pc:spChg chg="mod">
          <ac:chgData name="Fernando Fontove" userId="39bcb981d82c3800" providerId="LiveId" clId="{346AD9D0-3EA0-4249-9EF6-1102F043B3ED}" dt="2023-10-12T05:33:36.837" v="1773" actId="1076"/>
          <ac:spMkLst>
            <pc:docMk/>
            <pc:sldMk cId="118121688" sldId="273"/>
            <ac:spMk id="3" creationId="{BC1A9193-60DA-D9A6-0A69-F6C22BBC85AD}"/>
          </ac:spMkLst>
        </pc:spChg>
        <pc:picChg chg="add del mod">
          <ac:chgData name="Fernando Fontove" userId="39bcb981d82c3800" providerId="LiveId" clId="{346AD9D0-3EA0-4249-9EF6-1102F043B3ED}" dt="2023-10-12T05:56:16.826" v="2654" actId="478"/>
          <ac:picMkLst>
            <pc:docMk/>
            <pc:sldMk cId="118121688" sldId="273"/>
            <ac:picMk id="6" creationId="{AC880FF0-0941-1323-1B98-E6EC98E9D15E}"/>
          </ac:picMkLst>
        </pc:picChg>
        <pc:picChg chg="add del mod modCrop">
          <ac:chgData name="Fernando Fontove" userId="39bcb981d82c3800" providerId="LiveId" clId="{346AD9D0-3EA0-4249-9EF6-1102F043B3ED}" dt="2023-10-12T05:56:16.826" v="2654" actId="478"/>
          <ac:picMkLst>
            <pc:docMk/>
            <pc:sldMk cId="118121688" sldId="273"/>
            <ac:picMk id="8" creationId="{04AB8AA3-A69E-9A39-7BC8-C32BD7E8F1C8}"/>
          </ac:picMkLst>
        </pc:picChg>
        <pc:picChg chg="add mod modCrop">
          <ac:chgData name="Fernando Fontove" userId="39bcb981d82c3800" providerId="LiveId" clId="{346AD9D0-3EA0-4249-9EF6-1102F043B3ED}" dt="2023-10-12T05:56:29.515" v="2659" actId="1076"/>
          <ac:picMkLst>
            <pc:docMk/>
            <pc:sldMk cId="118121688" sldId="273"/>
            <ac:picMk id="10" creationId="{EBEF2C2A-92E7-CAE9-4D59-8F3CB2E9D1CF}"/>
          </ac:picMkLst>
        </pc:picChg>
        <pc:picChg chg="add mod ord modCrop">
          <ac:chgData name="Fernando Fontove" userId="39bcb981d82c3800" providerId="LiveId" clId="{346AD9D0-3EA0-4249-9EF6-1102F043B3ED}" dt="2023-10-12T05:56:38.428" v="2660" actId="732"/>
          <ac:picMkLst>
            <pc:docMk/>
            <pc:sldMk cId="118121688" sldId="273"/>
            <ac:picMk id="12" creationId="{63017201-6F90-4BD4-86FA-FE58D794D434}"/>
          </ac:picMkLst>
        </pc:picChg>
        <pc:picChg chg="add del mod">
          <ac:chgData name="Fernando Fontove" userId="39bcb981d82c3800" providerId="LiveId" clId="{346AD9D0-3EA0-4249-9EF6-1102F043B3ED}" dt="2023-10-12T05:56:42.979" v="2662"/>
          <ac:picMkLst>
            <pc:docMk/>
            <pc:sldMk cId="118121688" sldId="273"/>
            <ac:picMk id="13" creationId="{8239147E-D93C-E682-5A8D-33AFBCFE2398}"/>
          </ac:picMkLst>
        </pc:picChg>
        <pc:picChg chg="add mod modCrop">
          <ac:chgData name="Fernando Fontove" userId="39bcb981d82c3800" providerId="LiveId" clId="{346AD9D0-3EA0-4249-9EF6-1102F043B3ED}" dt="2023-10-12T05:56:56.921" v="2666" actId="732"/>
          <ac:picMkLst>
            <pc:docMk/>
            <pc:sldMk cId="118121688" sldId="273"/>
            <ac:picMk id="14" creationId="{A277AC46-BC2B-4DB8-C67E-60B0B841AB50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112397207" sldId="273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249712072" sldId="274"/>
        </pc:sldMkLst>
      </pc:sldChg>
      <pc:sldChg chg="addSp modSp new mod">
        <pc:chgData name="Fernando Fontove" userId="39bcb981d82c3800" providerId="LiveId" clId="{346AD9D0-3EA0-4249-9EF6-1102F043B3ED}" dt="2023-10-12T05:37:14.665" v="1992" actId="20577"/>
        <pc:sldMkLst>
          <pc:docMk/>
          <pc:sldMk cId="3693746346" sldId="274"/>
        </pc:sldMkLst>
        <pc:spChg chg="mod">
          <ac:chgData name="Fernando Fontove" userId="39bcb981d82c3800" providerId="LiveId" clId="{346AD9D0-3EA0-4249-9EF6-1102F043B3ED}" dt="2023-10-12T05:34:26.608" v="1791" actId="20577"/>
          <ac:spMkLst>
            <pc:docMk/>
            <pc:sldMk cId="3693746346" sldId="274"/>
            <ac:spMk id="2" creationId="{855306E1-F974-775A-2EDE-771F7CD04050}"/>
          </ac:spMkLst>
        </pc:spChg>
        <pc:spChg chg="mod">
          <ac:chgData name="Fernando Fontove" userId="39bcb981d82c3800" providerId="LiveId" clId="{346AD9D0-3EA0-4249-9EF6-1102F043B3ED}" dt="2023-10-12T05:37:14.665" v="1992" actId="20577"/>
          <ac:spMkLst>
            <pc:docMk/>
            <pc:sldMk cId="3693746346" sldId="274"/>
            <ac:spMk id="3" creationId="{660BC2A8-938C-51E9-D9F5-16F3F8C8363B}"/>
          </ac:spMkLst>
        </pc:spChg>
        <pc:picChg chg="add mod">
          <ac:chgData name="Fernando Fontove" userId="39bcb981d82c3800" providerId="LiveId" clId="{346AD9D0-3EA0-4249-9EF6-1102F043B3ED}" dt="2023-10-12T05:35:40.143" v="1849" actId="1076"/>
          <ac:picMkLst>
            <pc:docMk/>
            <pc:sldMk cId="3693746346" sldId="274"/>
            <ac:picMk id="5" creationId="{B599A8A8-3E85-9AE9-16DA-792B9EA00433}"/>
          </ac:picMkLst>
        </pc:picChg>
      </pc:sldChg>
      <pc:sldChg chg="addSp delSp modSp add mod">
        <pc:chgData name="Fernando Fontove" userId="39bcb981d82c3800" providerId="LiveId" clId="{346AD9D0-3EA0-4249-9EF6-1102F043B3ED}" dt="2023-10-12T05:44:21.489" v="2124" actId="20577"/>
        <pc:sldMkLst>
          <pc:docMk/>
          <pc:sldMk cId="2495342709" sldId="275"/>
        </pc:sldMkLst>
        <pc:spChg chg="mod">
          <ac:chgData name="Fernando Fontove" userId="39bcb981d82c3800" providerId="LiveId" clId="{346AD9D0-3EA0-4249-9EF6-1102F043B3ED}" dt="2023-10-12T05:44:21.489" v="2124" actId="20577"/>
          <ac:spMkLst>
            <pc:docMk/>
            <pc:sldMk cId="2495342709" sldId="275"/>
            <ac:spMk id="2" creationId="{855306E1-F974-775A-2EDE-771F7CD04050}"/>
          </ac:spMkLst>
        </pc:spChg>
        <pc:spChg chg="del">
          <ac:chgData name="Fernando Fontove" userId="39bcb981d82c3800" providerId="LiveId" clId="{346AD9D0-3EA0-4249-9EF6-1102F043B3ED}" dt="2023-10-12T05:38:13.444" v="1994" actId="478"/>
          <ac:spMkLst>
            <pc:docMk/>
            <pc:sldMk cId="2495342709" sldId="275"/>
            <ac:spMk id="3" creationId="{660BC2A8-938C-51E9-D9F5-16F3F8C8363B}"/>
          </ac:spMkLst>
        </pc:spChg>
        <pc:spChg chg="add del mod">
          <ac:chgData name="Fernando Fontove" userId="39bcb981d82c3800" providerId="LiveId" clId="{346AD9D0-3EA0-4249-9EF6-1102F043B3ED}" dt="2023-10-12T05:40:32.810" v="2034" actId="478"/>
          <ac:spMkLst>
            <pc:docMk/>
            <pc:sldMk cId="2495342709" sldId="275"/>
            <ac:spMk id="7" creationId="{A429EBF3-E88C-93A3-4006-1B87749CD125}"/>
          </ac:spMkLst>
        </pc:spChg>
        <pc:picChg chg="del">
          <ac:chgData name="Fernando Fontove" userId="39bcb981d82c3800" providerId="LiveId" clId="{346AD9D0-3EA0-4249-9EF6-1102F043B3ED}" dt="2023-10-12T05:38:19.537" v="1996" actId="478"/>
          <ac:picMkLst>
            <pc:docMk/>
            <pc:sldMk cId="2495342709" sldId="275"/>
            <ac:picMk id="5" creationId="{B599A8A8-3E85-9AE9-16DA-792B9EA00433}"/>
          </ac:picMkLst>
        </pc:picChg>
        <pc:picChg chg="add mod">
          <ac:chgData name="Fernando Fontove" userId="39bcb981d82c3800" providerId="LiveId" clId="{346AD9D0-3EA0-4249-9EF6-1102F043B3ED}" dt="2023-10-12T05:40:28.212" v="2033" actId="1076"/>
          <ac:picMkLst>
            <pc:docMk/>
            <pc:sldMk cId="2495342709" sldId="275"/>
            <ac:picMk id="9" creationId="{6AB48560-98F2-3884-D030-263906F38B33}"/>
          </ac:picMkLst>
        </pc:picChg>
        <pc:picChg chg="add mod modCrop">
          <ac:chgData name="Fernando Fontove" userId="39bcb981d82c3800" providerId="LiveId" clId="{346AD9D0-3EA0-4249-9EF6-1102F043B3ED}" dt="2023-10-12T05:40:28.212" v="2033" actId="1076"/>
          <ac:picMkLst>
            <pc:docMk/>
            <pc:sldMk cId="2495342709" sldId="275"/>
            <ac:picMk id="10" creationId="{CC38BB77-D044-8EBB-30CF-0AD91F86D2DC}"/>
          </ac:picMkLst>
        </pc:picChg>
        <pc:picChg chg="add del mod">
          <ac:chgData name="Fernando Fontove" userId="39bcb981d82c3800" providerId="LiveId" clId="{346AD9D0-3EA0-4249-9EF6-1102F043B3ED}" dt="2023-10-12T05:39:23.690" v="2014" actId="478"/>
          <ac:picMkLst>
            <pc:docMk/>
            <pc:sldMk cId="2495342709" sldId="275"/>
            <ac:picMk id="12" creationId="{4380E8E4-83B0-7041-B983-7457C34E1A5D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4002436094" sldId="275"/>
        </pc:sldMkLst>
      </pc:sldChg>
      <pc:sldChg chg="addSp modSp add del mod">
        <pc:chgData name="Fernando Fontove" userId="39bcb981d82c3800" providerId="LiveId" clId="{346AD9D0-3EA0-4249-9EF6-1102F043B3ED}" dt="2023-10-12T05:39:17.592" v="2012" actId="47"/>
        <pc:sldMkLst>
          <pc:docMk/>
          <pc:sldMk cId="1392992432" sldId="276"/>
        </pc:sldMkLst>
        <pc:picChg chg="add mod">
          <ac:chgData name="Fernando Fontove" userId="39bcb981d82c3800" providerId="LiveId" clId="{346AD9D0-3EA0-4249-9EF6-1102F043B3ED}" dt="2023-10-12T05:38:43.339" v="2004" actId="14100"/>
          <ac:picMkLst>
            <pc:docMk/>
            <pc:sldMk cId="1392992432" sldId="276"/>
            <ac:picMk id="5" creationId="{C72B072E-B29F-049E-908E-3558881FA6A3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448514978" sldId="276"/>
        </pc:sldMkLst>
      </pc:sldChg>
      <pc:sldChg chg="addSp modSp add mod">
        <pc:chgData name="Fernando Fontove" userId="39bcb981d82c3800" providerId="LiveId" clId="{346AD9D0-3EA0-4249-9EF6-1102F043B3ED}" dt="2023-10-12T05:57:59.748" v="2721" actId="20577"/>
        <pc:sldMkLst>
          <pc:docMk/>
          <pc:sldMk cId="1862119957" sldId="276"/>
        </pc:sldMkLst>
        <pc:spChg chg="mod">
          <ac:chgData name="Fernando Fontove" userId="39bcb981d82c3800" providerId="LiveId" clId="{346AD9D0-3EA0-4249-9EF6-1102F043B3ED}" dt="2023-10-12T05:57:59.748" v="2721" actId="20577"/>
          <ac:spMkLst>
            <pc:docMk/>
            <pc:sldMk cId="1862119957" sldId="276"/>
            <ac:spMk id="2" creationId="{855306E1-F974-775A-2EDE-771F7CD04050}"/>
          </ac:spMkLst>
        </pc:spChg>
        <pc:spChg chg="mod">
          <ac:chgData name="Fernando Fontove" userId="39bcb981d82c3800" providerId="LiveId" clId="{346AD9D0-3EA0-4249-9EF6-1102F043B3ED}" dt="2023-10-12T05:40:15.296" v="2030" actId="1076"/>
          <ac:spMkLst>
            <pc:docMk/>
            <pc:sldMk cId="1862119957" sldId="276"/>
            <ac:spMk id="7" creationId="{A429EBF3-E88C-93A3-4006-1B87749CD125}"/>
          </ac:spMkLst>
        </pc:spChg>
        <pc:picChg chg="add mod modCrop">
          <ac:chgData name="Fernando Fontove" userId="39bcb981d82c3800" providerId="LiveId" clId="{346AD9D0-3EA0-4249-9EF6-1102F043B3ED}" dt="2023-10-12T05:40:15.296" v="2030" actId="1076"/>
          <ac:picMkLst>
            <pc:docMk/>
            <pc:sldMk cId="1862119957" sldId="276"/>
            <ac:picMk id="3" creationId="{B0006405-0D0A-8F7D-BFE4-1DF3B8A2E1BE}"/>
          </ac:picMkLst>
        </pc:picChg>
        <pc:picChg chg="add mod modCrop">
          <ac:chgData name="Fernando Fontove" userId="39bcb981d82c3800" providerId="LiveId" clId="{346AD9D0-3EA0-4249-9EF6-1102F043B3ED}" dt="2023-10-12T05:40:15.296" v="2030" actId="1076"/>
          <ac:picMkLst>
            <pc:docMk/>
            <pc:sldMk cId="1862119957" sldId="276"/>
            <ac:picMk id="5" creationId="{A78D7FBA-4FA9-2588-C297-2FB3CFCD3122}"/>
          </ac:picMkLst>
        </pc:picChg>
        <pc:picChg chg="mod">
          <ac:chgData name="Fernando Fontove" userId="39bcb981d82c3800" providerId="LiveId" clId="{346AD9D0-3EA0-4249-9EF6-1102F043B3ED}" dt="2023-10-12T05:40:15.296" v="2030" actId="1076"/>
          <ac:picMkLst>
            <pc:docMk/>
            <pc:sldMk cId="1862119957" sldId="276"/>
            <ac:picMk id="9" creationId="{6AB48560-98F2-3884-D030-263906F38B33}"/>
          </ac:picMkLst>
        </pc:picChg>
        <pc:picChg chg="mod">
          <ac:chgData name="Fernando Fontove" userId="39bcb981d82c3800" providerId="LiveId" clId="{346AD9D0-3EA0-4249-9EF6-1102F043B3ED}" dt="2023-10-12T05:40:15.296" v="2030" actId="1076"/>
          <ac:picMkLst>
            <pc:docMk/>
            <pc:sldMk cId="1862119957" sldId="276"/>
            <ac:picMk id="10" creationId="{CC38BB77-D044-8EBB-30CF-0AD91F86D2DC}"/>
          </ac:picMkLst>
        </pc:picChg>
        <pc:picChg chg="mod modCrop">
          <ac:chgData name="Fernando Fontove" userId="39bcb981d82c3800" providerId="LiveId" clId="{346AD9D0-3EA0-4249-9EF6-1102F043B3ED}" dt="2023-10-12T05:40:15.296" v="2030" actId="1076"/>
          <ac:picMkLst>
            <pc:docMk/>
            <pc:sldMk cId="1862119957" sldId="276"/>
            <ac:picMk id="12" creationId="{4380E8E4-83B0-7041-B983-7457C34E1A5D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441599412" sldId="277"/>
        </pc:sldMkLst>
      </pc:sldChg>
      <pc:sldChg chg="addSp delSp modSp add mod">
        <pc:chgData name="Fernando Fontove" userId="39bcb981d82c3800" providerId="LiveId" clId="{346AD9D0-3EA0-4249-9EF6-1102F043B3ED}" dt="2023-10-12T05:58:00.260" v="2723"/>
        <pc:sldMkLst>
          <pc:docMk/>
          <pc:sldMk cId="2760426602" sldId="277"/>
        </pc:sldMkLst>
        <pc:spChg chg="mod">
          <ac:chgData name="Fernando Fontove" userId="39bcb981d82c3800" providerId="LiveId" clId="{346AD9D0-3EA0-4249-9EF6-1102F043B3ED}" dt="2023-10-12T05:58:00.260" v="2723"/>
          <ac:spMkLst>
            <pc:docMk/>
            <pc:sldMk cId="2760426602" sldId="277"/>
            <ac:spMk id="2" creationId="{855306E1-F974-775A-2EDE-771F7CD04050}"/>
          </ac:spMkLst>
        </pc:spChg>
        <pc:picChg chg="del">
          <ac:chgData name="Fernando Fontove" userId="39bcb981d82c3800" providerId="LiveId" clId="{346AD9D0-3EA0-4249-9EF6-1102F043B3ED}" dt="2023-10-12T05:42:57.953" v="2067" actId="478"/>
          <ac:picMkLst>
            <pc:docMk/>
            <pc:sldMk cId="2760426602" sldId="277"/>
            <ac:picMk id="3" creationId="{B0006405-0D0A-8F7D-BFE4-1DF3B8A2E1BE}"/>
          </ac:picMkLst>
        </pc:picChg>
        <pc:picChg chg="del">
          <ac:chgData name="Fernando Fontove" userId="39bcb981d82c3800" providerId="LiveId" clId="{346AD9D0-3EA0-4249-9EF6-1102F043B3ED}" dt="2023-10-12T05:42:58.377" v="2068" actId="478"/>
          <ac:picMkLst>
            <pc:docMk/>
            <pc:sldMk cId="2760426602" sldId="277"/>
            <ac:picMk id="5" creationId="{A78D7FBA-4FA9-2588-C297-2FB3CFCD3122}"/>
          </ac:picMkLst>
        </pc:picChg>
        <pc:picChg chg="add mod modCrop">
          <ac:chgData name="Fernando Fontove" userId="39bcb981d82c3800" providerId="LiveId" clId="{346AD9D0-3EA0-4249-9EF6-1102F043B3ED}" dt="2023-10-12T05:45:13.375" v="2177" actId="1076"/>
          <ac:picMkLst>
            <pc:docMk/>
            <pc:sldMk cId="2760426602" sldId="277"/>
            <ac:picMk id="8" creationId="{E98D1327-DC91-4924-AB39-1CA8985EB26C}"/>
          </ac:picMkLst>
        </pc:picChg>
        <pc:picChg chg="del">
          <ac:chgData name="Fernando Fontove" userId="39bcb981d82c3800" providerId="LiveId" clId="{346AD9D0-3EA0-4249-9EF6-1102F043B3ED}" dt="2023-10-12T05:42:56.937" v="2065" actId="478"/>
          <ac:picMkLst>
            <pc:docMk/>
            <pc:sldMk cId="2760426602" sldId="277"/>
            <ac:picMk id="9" creationId="{6AB48560-98F2-3884-D030-263906F38B33}"/>
          </ac:picMkLst>
        </pc:picChg>
        <pc:picChg chg="del">
          <ac:chgData name="Fernando Fontove" userId="39bcb981d82c3800" providerId="LiveId" clId="{346AD9D0-3EA0-4249-9EF6-1102F043B3ED}" dt="2023-10-12T05:45:02.681" v="2172" actId="478"/>
          <ac:picMkLst>
            <pc:docMk/>
            <pc:sldMk cId="2760426602" sldId="277"/>
            <ac:picMk id="10" creationId="{CC38BB77-D044-8EBB-30CF-0AD91F86D2DC}"/>
          </ac:picMkLst>
        </pc:picChg>
        <pc:picChg chg="del">
          <ac:chgData name="Fernando Fontove" userId="39bcb981d82c3800" providerId="LiveId" clId="{346AD9D0-3EA0-4249-9EF6-1102F043B3ED}" dt="2023-10-12T05:42:57.353" v="2066" actId="478"/>
          <ac:picMkLst>
            <pc:docMk/>
            <pc:sldMk cId="2760426602" sldId="277"/>
            <ac:picMk id="12" creationId="{4380E8E4-83B0-7041-B983-7457C34E1A5D}"/>
          </ac:picMkLst>
        </pc:picChg>
        <pc:picChg chg="add mod modCrop">
          <ac:chgData name="Fernando Fontove" userId="39bcb981d82c3800" providerId="LiveId" clId="{346AD9D0-3EA0-4249-9EF6-1102F043B3ED}" dt="2023-10-12T05:45:35.695" v="2183" actId="732"/>
          <ac:picMkLst>
            <pc:docMk/>
            <pc:sldMk cId="2760426602" sldId="277"/>
            <ac:picMk id="13" creationId="{8E5A1AE5-4C39-E09F-BB86-7F41CB2A9A22}"/>
          </ac:picMkLst>
        </pc:picChg>
      </pc:sldChg>
      <pc:sldChg chg="addSp delSp modSp add mod">
        <pc:chgData name="Fernando Fontove" userId="39bcb981d82c3800" providerId="LiveId" clId="{346AD9D0-3EA0-4249-9EF6-1102F043B3ED}" dt="2023-10-12T05:58:00.852" v="2725"/>
        <pc:sldMkLst>
          <pc:docMk/>
          <pc:sldMk cId="632239261" sldId="278"/>
        </pc:sldMkLst>
        <pc:spChg chg="mod">
          <ac:chgData name="Fernando Fontove" userId="39bcb981d82c3800" providerId="LiveId" clId="{346AD9D0-3EA0-4249-9EF6-1102F043B3ED}" dt="2023-10-12T05:58:00.852" v="2725"/>
          <ac:spMkLst>
            <pc:docMk/>
            <pc:sldMk cId="632239261" sldId="278"/>
            <ac:spMk id="2" creationId="{855306E1-F974-775A-2EDE-771F7CD04050}"/>
          </ac:spMkLst>
        </pc:spChg>
        <pc:spChg chg="mod">
          <ac:chgData name="Fernando Fontove" userId="39bcb981d82c3800" providerId="LiveId" clId="{346AD9D0-3EA0-4249-9EF6-1102F043B3ED}" dt="2023-10-12T05:46:09.529" v="2240" actId="20577"/>
          <ac:spMkLst>
            <pc:docMk/>
            <pc:sldMk cId="632239261" sldId="278"/>
            <ac:spMk id="7" creationId="{A429EBF3-E88C-93A3-4006-1B87749CD125}"/>
          </ac:spMkLst>
        </pc:spChg>
        <pc:picChg chg="add mod">
          <ac:chgData name="Fernando Fontove" userId="39bcb981d82c3800" providerId="LiveId" clId="{346AD9D0-3EA0-4249-9EF6-1102F043B3ED}" dt="2023-10-12T05:45:57.520" v="2188" actId="14100"/>
          <ac:picMkLst>
            <pc:docMk/>
            <pc:sldMk cId="632239261" sldId="278"/>
            <ac:picMk id="5" creationId="{9582E231-07A7-1CB6-9636-910C9BFD6279}"/>
          </ac:picMkLst>
        </pc:picChg>
        <pc:picChg chg="del">
          <ac:chgData name="Fernando Fontove" userId="39bcb981d82c3800" providerId="LiveId" clId="{346AD9D0-3EA0-4249-9EF6-1102F043B3ED}" dt="2023-10-12T05:45:52.146" v="2185" actId="478"/>
          <ac:picMkLst>
            <pc:docMk/>
            <pc:sldMk cId="632239261" sldId="278"/>
            <ac:picMk id="13" creationId="{8E5A1AE5-4C39-E09F-BB86-7F41CB2A9A22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017140369" sldId="278"/>
        </pc:sldMkLst>
      </pc:sldChg>
      <pc:sldChg chg="addSp delSp modSp add mod">
        <pc:chgData name="Fernando Fontove" userId="39bcb981d82c3800" providerId="LiveId" clId="{346AD9D0-3EA0-4249-9EF6-1102F043B3ED}" dt="2023-10-12T05:58:02.387" v="2730" actId="20577"/>
        <pc:sldMkLst>
          <pc:docMk/>
          <pc:sldMk cId="139566711" sldId="279"/>
        </pc:sldMkLst>
        <pc:spChg chg="mod">
          <ac:chgData name="Fernando Fontove" userId="39bcb981d82c3800" providerId="LiveId" clId="{346AD9D0-3EA0-4249-9EF6-1102F043B3ED}" dt="2023-10-12T05:58:02.387" v="2730" actId="20577"/>
          <ac:spMkLst>
            <pc:docMk/>
            <pc:sldMk cId="139566711" sldId="279"/>
            <ac:spMk id="2" creationId="{855306E1-F974-775A-2EDE-771F7CD04050}"/>
          </ac:spMkLst>
        </pc:spChg>
        <pc:spChg chg="mod">
          <ac:chgData name="Fernando Fontove" userId="39bcb981d82c3800" providerId="LiveId" clId="{346AD9D0-3EA0-4249-9EF6-1102F043B3ED}" dt="2023-10-12T05:48:25.066" v="2343" actId="20577"/>
          <ac:spMkLst>
            <pc:docMk/>
            <pc:sldMk cId="139566711" sldId="279"/>
            <ac:spMk id="7" creationId="{A429EBF3-E88C-93A3-4006-1B87749CD125}"/>
          </ac:spMkLst>
        </pc:spChg>
        <pc:picChg chg="del">
          <ac:chgData name="Fernando Fontove" userId="39bcb981d82c3800" providerId="LiveId" clId="{346AD9D0-3EA0-4249-9EF6-1102F043B3ED}" dt="2023-10-12T05:47:49.170" v="2245" actId="478"/>
          <ac:picMkLst>
            <pc:docMk/>
            <pc:sldMk cId="139566711" sldId="279"/>
            <ac:picMk id="5" creationId="{9582E231-07A7-1CB6-9636-910C9BFD6279}"/>
          </ac:picMkLst>
        </pc:picChg>
        <pc:picChg chg="add mod">
          <ac:chgData name="Fernando Fontove" userId="39bcb981d82c3800" providerId="LiveId" clId="{346AD9D0-3EA0-4249-9EF6-1102F043B3ED}" dt="2023-10-12T05:47:55.397" v="2248" actId="14100"/>
          <ac:picMkLst>
            <pc:docMk/>
            <pc:sldMk cId="139566711" sldId="279"/>
            <ac:picMk id="6" creationId="{B29BF138-62EA-1B11-BB51-9253E8320633}"/>
          </ac:picMkLst>
        </pc:picChg>
        <pc:picChg chg="del">
          <ac:chgData name="Fernando Fontove" userId="39bcb981d82c3800" providerId="LiveId" clId="{346AD9D0-3EA0-4249-9EF6-1102F043B3ED}" dt="2023-10-12T05:47:48.777" v="2244" actId="478"/>
          <ac:picMkLst>
            <pc:docMk/>
            <pc:sldMk cId="139566711" sldId="279"/>
            <ac:picMk id="8" creationId="{E98D1327-DC91-4924-AB39-1CA8985EB26C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702125440" sldId="279"/>
        </pc:sldMkLst>
      </pc:sldChg>
      <pc:sldChg chg="add del">
        <pc:chgData name="Fernando Fontove" userId="39bcb981d82c3800" providerId="LiveId" clId="{346AD9D0-3EA0-4249-9EF6-1102F043B3ED}" dt="2023-10-12T05:47:37.773" v="2243"/>
        <pc:sldMkLst>
          <pc:docMk/>
          <pc:sldMk cId="1350811606" sldId="280"/>
        </pc:sldMkLst>
      </pc:sldChg>
      <pc:sldChg chg="addSp delSp modSp new mod">
        <pc:chgData name="Fernando Fontove" userId="39bcb981d82c3800" providerId="LiveId" clId="{346AD9D0-3EA0-4249-9EF6-1102F043B3ED}" dt="2023-10-12T05:54:24.262" v="2590"/>
        <pc:sldMkLst>
          <pc:docMk/>
          <pc:sldMk cId="2737485060" sldId="280"/>
        </pc:sldMkLst>
        <pc:spChg chg="mod">
          <ac:chgData name="Fernando Fontove" userId="39bcb981d82c3800" providerId="LiveId" clId="{346AD9D0-3EA0-4249-9EF6-1102F043B3ED}" dt="2023-10-12T05:51:49.633" v="2455" actId="20577"/>
          <ac:spMkLst>
            <pc:docMk/>
            <pc:sldMk cId="2737485060" sldId="280"/>
            <ac:spMk id="2" creationId="{F040AB2F-9AD3-4872-2FF9-5C6A9A011B3F}"/>
          </ac:spMkLst>
        </pc:spChg>
        <pc:spChg chg="mod">
          <ac:chgData name="Fernando Fontove" userId="39bcb981d82c3800" providerId="LiveId" clId="{346AD9D0-3EA0-4249-9EF6-1102F043B3ED}" dt="2023-10-12T05:52:28.346" v="2567" actId="6549"/>
          <ac:spMkLst>
            <pc:docMk/>
            <pc:sldMk cId="2737485060" sldId="280"/>
            <ac:spMk id="3" creationId="{E20EC2C7-4550-A870-7C28-F19E3B8917D5}"/>
          </ac:spMkLst>
        </pc:spChg>
        <pc:picChg chg="add del mod modCrop">
          <ac:chgData name="Fernando Fontove" userId="39bcb981d82c3800" providerId="LiveId" clId="{346AD9D0-3EA0-4249-9EF6-1102F043B3ED}" dt="2023-10-12T05:54:23.994" v="2589" actId="478"/>
          <ac:picMkLst>
            <pc:docMk/>
            <pc:sldMk cId="2737485060" sldId="280"/>
            <ac:picMk id="6" creationId="{CDEE18D9-82F2-8C19-523A-4FD82746FFE9}"/>
          </ac:picMkLst>
        </pc:picChg>
        <pc:picChg chg="add del mod modCrop">
          <ac:chgData name="Fernando Fontove" userId="39bcb981d82c3800" providerId="LiveId" clId="{346AD9D0-3EA0-4249-9EF6-1102F043B3ED}" dt="2023-10-12T05:54:23.994" v="2589" actId="478"/>
          <ac:picMkLst>
            <pc:docMk/>
            <pc:sldMk cId="2737485060" sldId="280"/>
            <ac:picMk id="7" creationId="{1EEA0D45-9722-8BDA-80A8-7FD10D178411}"/>
          </ac:picMkLst>
        </pc:picChg>
        <pc:picChg chg="add mod">
          <ac:chgData name="Fernando Fontove" userId="39bcb981d82c3800" providerId="LiveId" clId="{346AD9D0-3EA0-4249-9EF6-1102F043B3ED}" dt="2023-10-12T05:54:24.262" v="2590"/>
          <ac:picMkLst>
            <pc:docMk/>
            <pc:sldMk cId="2737485060" sldId="280"/>
            <ac:picMk id="8" creationId="{A2E83589-EE76-020A-276D-00649473704F}"/>
          </ac:picMkLst>
        </pc:picChg>
        <pc:picChg chg="add mod">
          <ac:chgData name="Fernando Fontove" userId="39bcb981d82c3800" providerId="LiveId" clId="{346AD9D0-3EA0-4249-9EF6-1102F043B3ED}" dt="2023-10-12T05:54:24.262" v="2590"/>
          <ac:picMkLst>
            <pc:docMk/>
            <pc:sldMk cId="2737485060" sldId="280"/>
            <ac:picMk id="9" creationId="{CB9A2470-0A22-2B73-96B7-46A15F3E893D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753243267" sldId="281"/>
        </pc:sldMkLst>
      </pc:sldChg>
      <pc:sldChg chg="addSp modSp add mod">
        <pc:chgData name="Fernando Fontove" userId="39bcb981d82c3800" providerId="LiveId" clId="{346AD9D0-3EA0-4249-9EF6-1102F043B3ED}" dt="2023-10-12T05:55:27.561" v="2652" actId="948"/>
        <pc:sldMkLst>
          <pc:docMk/>
          <pc:sldMk cId="1962908847" sldId="281"/>
        </pc:sldMkLst>
        <pc:spChg chg="mod">
          <ac:chgData name="Fernando Fontove" userId="39bcb981d82c3800" providerId="LiveId" clId="{346AD9D0-3EA0-4249-9EF6-1102F043B3ED}" dt="2023-10-12T05:55:27.561" v="2652" actId="948"/>
          <ac:spMkLst>
            <pc:docMk/>
            <pc:sldMk cId="1962908847" sldId="281"/>
            <ac:spMk id="3" creationId="{E20EC2C7-4550-A870-7C28-F19E3B8917D5}"/>
          </ac:spMkLst>
        </pc:spChg>
        <pc:picChg chg="mod">
          <ac:chgData name="Fernando Fontove" userId="39bcb981d82c3800" providerId="LiveId" clId="{346AD9D0-3EA0-4249-9EF6-1102F043B3ED}" dt="2023-10-12T05:54:11.391" v="2586" actId="14100"/>
          <ac:picMkLst>
            <pc:docMk/>
            <pc:sldMk cId="1962908847" sldId="281"/>
            <ac:picMk id="6" creationId="{CDEE18D9-82F2-8C19-523A-4FD82746FFE9}"/>
          </ac:picMkLst>
        </pc:picChg>
        <pc:picChg chg="mod">
          <ac:chgData name="Fernando Fontove" userId="39bcb981d82c3800" providerId="LiveId" clId="{346AD9D0-3EA0-4249-9EF6-1102F043B3ED}" dt="2023-10-12T05:54:11.391" v="2586" actId="14100"/>
          <ac:picMkLst>
            <pc:docMk/>
            <pc:sldMk cId="1962908847" sldId="281"/>
            <ac:picMk id="7" creationId="{1EEA0D45-9722-8BDA-80A8-7FD10D178411}"/>
          </ac:picMkLst>
        </pc:picChg>
        <pc:picChg chg="add mod">
          <ac:chgData name="Fernando Fontove" userId="39bcb981d82c3800" providerId="LiveId" clId="{346AD9D0-3EA0-4249-9EF6-1102F043B3ED}" dt="2023-10-12T05:54:16.967" v="2588" actId="1076"/>
          <ac:picMkLst>
            <pc:docMk/>
            <pc:sldMk cId="1962908847" sldId="281"/>
            <ac:picMk id="8" creationId="{360378F3-B4CE-3B64-1F13-54FD5D988731}"/>
          </ac:picMkLst>
        </pc:picChg>
        <pc:picChg chg="add mod">
          <ac:chgData name="Fernando Fontove" userId="39bcb981d82c3800" providerId="LiveId" clId="{346AD9D0-3EA0-4249-9EF6-1102F043B3ED}" dt="2023-10-12T05:54:14.331" v="2587" actId="1076"/>
          <ac:picMkLst>
            <pc:docMk/>
            <pc:sldMk cId="1962908847" sldId="281"/>
            <ac:picMk id="10" creationId="{0629F839-8CE2-662A-046E-196D3B1D3999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187979709" sldId="282"/>
        </pc:sldMkLst>
      </pc:sldChg>
      <pc:sldChg chg="addSp delSp modSp new mod">
        <pc:chgData name="Fernando Fontove" userId="39bcb981d82c3800" providerId="LiveId" clId="{346AD9D0-3EA0-4249-9EF6-1102F043B3ED}" dt="2023-10-12T06:00:27.306" v="2799" actId="478"/>
        <pc:sldMkLst>
          <pc:docMk/>
          <pc:sldMk cId="3604465708" sldId="282"/>
        </pc:sldMkLst>
        <pc:spChg chg="mod">
          <ac:chgData name="Fernando Fontove" userId="39bcb981d82c3800" providerId="LiveId" clId="{346AD9D0-3EA0-4249-9EF6-1102F043B3ED}" dt="2023-10-12T05:58:27.658" v="2789" actId="20577"/>
          <ac:spMkLst>
            <pc:docMk/>
            <pc:sldMk cId="3604465708" sldId="282"/>
            <ac:spMk id="2" creationId="{A508A4DA-7372-1ECC-2A53-8B81C372540D}"/>
          </ac:spMkLst>
        </pc:spChg>
        <pc:picChg chg="add mod">
          <ac:chgData name="Fernando Fontove" userId="39bcb981d82c3800" providerId="LiveId" clId="{346AD9D0-3EA0-4249-9EF6-1102F043B3ED}" dt="2023-10-12T05:59:45.643" v="2793" actId="1076"/>
          <ac:picMkLst>
            <pc:docMk/>
            <pc:sldMk cId="3604465708" sldId="282"/>
            <ac:picMk id="6" creationId="{EA10458E-E36D-E75B-C5DB-748936BBBFFC}"/>
          </ac:picMkLst>
        </pc:picChg>
        <pc:picChg chg="add mod">
          <ac:chgData name="Fernando Fontove" userId="39bcb981d82c3800" providerId="LiveId" clId="{346AD9D0-3EA0-4249-9EF6-1102F043B3ED}" dt="2023-10-12T05:59:56.421" v="2796" actId="14100"/>
          <ac:picMkLst>
            <pc:docMk/>
            <pc:sldMk cId="3604465708" sldId="282"/>
            <ac:picMk id="8" creationId="{F09109D2-BF8B-328C-2A4F-39858D726B00}"/>
          </ac:picMkLst>
        </pc:picChg>
        <pc:picChg chg="add del">
          <ac:chgData name="Fernando Fontove" userId="39bcb981d82c3800" providerId="LiveId" clId="{346AD9D0-3EA0-4249-9EF6-1102F043B3ED}" dt="2023-10-12T06:00:27.306" v="2799" actId="478"/>
          <ac:picMkLst>
            <pc:docMk/>
            <pc:sldMk cId="3604465708" sldId="282"/>
            <ac:picMk id="10" creationId="{28ED626B-2A15-CCBA-442F-4E581CEA4629}"/>
          </ac:picMkLst>
        </pc:picChg>
      </pc:sldChg>
      <pc:sldChg chg="addSp delSp modSp add mod">
        <pc:chgData name="Fernando Fontove" userId="39bcb981d82c3800" providerId="LiveId" clId="{346AD9D0-3EA0-4249-9EF6-1102F043B3ED}" dt="2023-10-12T06:01:49.467" v="2952" actId="14100"/>
        <pc:sldMkLst>
          <pc:docMk/>
          <pc:sldMk cId="2860400581" sldId="283"/>
        </pc:sldMkLst>
        <pc:spChg chg="mod">
          <ac:chgData name="Fernando Fontove" userId="39bcb981d82c3800" providerId="LiveId" clId="{346AD9D0-3EA0-4249-9EF6-1102F043B3ED}" dt="2023-10-12T06:01:49.467" v="2952" actId="14100"/>
          <ac:spMkLst>
            <pc:docMk/>
            <pc:sldMk cId="2860400581" sldId="283"/>
            <ac:spMk id="3" creationId="{B7F7724B-4B2F-E23B-2C3D-4F3E4214DD95}"/>
          </ac:spMkLst>
        </pc:spChg>
        <pc:picChg chg="del">
          <ac:chgData name="Fernando Fontove" userId="39bcb981d82c3800" providerId="LiveId" clId="{346AD9D0-3EA0-4249-9EF6-1102F043B3ED}" dt="2023-10-12T06:00:34.858" v="2800" actId="478"/>
          <ac:picMkLst>
            <pc:docMk/>
            <pc:sldMk cId="2860400581" sldId="283"/>
            <ac:picMk id="6" creationId="{EA10458E-E36D-E75B-C5DB-748936BBBFFC}"/>
          </ac:picMkLst>
        </pc:picChg>
        <pc:picChg chg="add mod">
          <ac:chgData name="Fernando Fontove" userId="39bcb981d82c3800" providerId="LiveId" clId="{346AD9D0-3EA0-4249-9EF6-1102F043B3ED}" dt="2023-10-12T06:00:51.475" v="2805" actId="1076"/>
          <ac:picMkLst>
            <pc:docMk/>
            <pc:sldMk cId="2860400581" sldId="283"/>
            <ac:picMk id="7" creationId="{8EC2038F-FEBE-CBA9-81BD-52DC67A64E7B}"/>
          </ac:picMkLst>
        </pc:picChg>
        <pc:picChg chg="del">
          <ac:chgData name="Fernando Fontove" userId="39bcb981d82c3800" providerId="LiveId" clId="{346AD9D0-3EA0-4249-9EF6-1102F043B3ED}" dt="2023-10-12T06:00:34.858" v="2800" actId="478"/>
          <ac:picMkLst>
            <pc:docMk/>
            <pc:sldMk cId="2860400581" sldId="283"/>
            <ac:picMk id="8" creationId="{F09109D2-BF8B-328C-2A4F-39858D726B00}"/>
          </ac:picMkLst>
        </pc:picChg>
        <pc:picChg chg="del">
          <ac:chgData name="Fernando Fontove" userId="39bcb981d82c3800" providerId="LiveId" clId="{346AD9D0-3EA0-4249-9EF6-1102F043B3ED}" dt="2023-10-12T06:00:44.330" v="2801" actId="478"/>
          <ac:picMkLst>
            <pc:docMk/>
            <pc:sldMk cId="2860400581" sldId="283"/>
            <ac:picMk id="10" creationId="{28ED626B-2A15-CCBA-442F-4E581CEA4629}"/>
          </ac:picMkLst>
        </pc:picChg>
        <pc:picChg chg="add mod">
          <ac:chgData name="Fernando Fontove" userId="39bcb981d82c3800" providerId="LiveId" clId="{346AD9D0-3EA0-4249-9EF6-1102F043B3ED}" dt="2023-10-12T06:01:42.376" v="2937" actId="14100"/>
          <ac:picMkLst>
            <pc:docMk/>
            <pc:sldMk cId="2860400581" sldId="283"/>
            <ac:picMk id="11" creationId="{7DF875D1-E116-3BD8-9099-133F1F8C36D7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869626013" sldId="283"/>
        </pc:sldMkLst>
      </pc:sldChg>
      <pc:sldChg chg="add">
        <pc:chgData name="Fernando Fontove" userId="39bcb981d82c3800" providerId="LiveId" clId="{346AD9D0-3EA0-4249-9EF6-1102F043B3ED}" dt="2023-10-12T06:02:24.364" v="2953"/>
        <pc:sldMkLst>
          <pc:docMk/>
          <pc:sldMk cId="140944073" sldId="284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78941492" sldId="284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989563038" sldId="285"/>
        </pc:sldMkLst>
      </pc:sldChg>
      <pc:sldChg chg="addSp delSp modSp new mod">
        <pc:chgData name="Fernando Fontove" userId="39bcb981d82c3800" providerId="LiveId" clId="{346AD9D0-3EA0-4249-9EF6-1102F043B3ED}" dt="2023-10-16T20:54:26.829" v="3076" actId="1076"/>
        <pc:sldMkLst>
          <pc:docMk/>
          <pc:sldMk cId="3891513047" sldId="285"/>
        </pc:sldMkLst>
        <pc:spChg chg="mod">
          <ac:chgData name="Fernando Fontove" userId="39bcb981d82c3800" providerId="LiveId" clId="{346AD9D0-3EA0-4249-9EF6-1102F043B3ED}" dt="2023-10-16T20:47:50.255" v="3007" actId="790"/>
          <ac:spMkLst>
            <pc:docMk/>
            <pc:sldMk cId="3891513047" sldId="285"/>
            <ac:spMk id="2" creationId="{03BA86EF-ECF9-5588-4A93-A4894359D0B8}"/>
          </ac:spMkLst>
        </pc:spChg>
        <pc:picChg chg="add mod">
          <ac:chgData name="Fernando Fontove" userId="39bcb981d82c3800" providerId="LiveId" clId="{346AD9D0-3EA0-4249-9EF6-1102F043B3ED}" dt="2023-10-16T20:54:26.829" v="3076" actId="1076"/>
          <ac:picMkLst>
            <pc:docMk/>
            <pc:sldMk cId="3891513047" sldId="285"/>
            <ac:picMk id="6" creationId="{981EC3D2-F328-8D4E-5028-14F8D8DE3DFC}"/>
          </ac:picMkLst>
        </pc:picChg>
        <pc:picChg chg="add mod">
          <ac:chgData name="Fernando Fontove" userId="39bcb981d82c3800" providerId="LiveId" clId="{346AD9D0-3EA0-4249-9EF6-1102F043B3ED}" dt="2023-10-16T20:54:26.829" v="3076" actId="1076"/>
          <ac:picMkLst>
            <pc:docMk/>
            <pc:sldMk cId="3891513047" sldId="285"/>
            <ac:picMk id="8" creationId="{378FAEFC-8200-72EF-286B-883691F1ADDA}"/>
          </ac:picMkLst>
        </pc:picChg>
        <pc:picChg chg="add del mod">
          <ac:chgData name="Fernando Fontove" userId="39bcb981d82c3800" providerId="LiveId" clId="{346AD9D0-3EA0-4249-9EF6-1102F043B3ED}" dt="2023-10-16T20:54:22.561" v="3075"/>
          <ac:picMkLst>
            <pc:docMk/>
            <pc:sldMk cId="3891513047" sldId="285"/>
            <ac:picMk id="9" creationId="{AD690CEF-0CF4-85AE-2B6D-016C16E92D0C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914013965" sldId="286"/>
        </pc:sldMkLst>
      </pc:sldChg>
      <pc:sldChg chg="addSp delSp modSp add mod ord">
        <pc:chgData name="Fernando Fontove" userId="39bcb981d82c3800" providerId="LiveId" clId="{346AD9D0-3EA0-4249-9EF6-1102F043B3ED}" dt="2023-10-16T20:53:41.101" v="3066" actId="732"/>
        <pc:sldMkLst>
          <pc:docMk/>
          <pc:sldMk cId="1961779521" sldId="286"/>
        </pc:sldMkLst>
        <pc:spChg chg="mod">
          <ac:chgData name="Fernando Fontove" userId="39bcb981d82c3800" providerId="LiveId" clId="{346AD9D0-3EA0-4249-9EF6-1102F043B3ED}" dt="2023-10-16T20:48:50.046" v="3056" actId="20577"/>
          <ac:spMkLst>
            <pc:docMk/>
            <pc:sldMk cId="1961779521" sldId="286"/>
            <ac:spMk id="2" creationId="{A508A4DA-7372-1ECC-2A53-8B81C372540D}"/>
          </ac:spMkLst>
        </pc:spChg>
        <pc:spChg chg="del">
          <ac:chgData name="Fernando Fontove" userId="39bcb981d82c3800" providerId="LiveId" clId="{346AD9D0-3EA0-4249-9EF6-1102F043B3ED}" dt="2023-10-16T20:49:02.207" v="3058" actId="478"/>
          <ac:spMkLst>
            <pc:docMk/>
            <pc:sldMk cId="1961779521" sldId="286"/>
            <ac:spMk id="3" creationId="{B7F7724B-4B2F-E23B-2C3D-4F3E4214DD95}"/>
          </ac:spMkLst>
        </pc:spChg>
        <pc:spChg chg="add mod">
          <ac:chgData name="Fernando Fontove" userId="39bcb981d82c3800" providerId="LiveId" clId="{346AD9D0-3EA0-4249-9EF6-1102F043B3ED}" dt="2023-10-16T20:49:02.207" v="3058" actId="478"/>
          <ac:spMkLst>
            <pc:docMk/>
            <pc:sldMk cId="1961779521" sldId="286"/>
            <ac:spMk id="6" creationId="{F329BFAD-9912-E108-19A8-2A1A2AEE0961}"/>
          </ac:spMkLst>
        </pc:spChg>
        <pc:picChg chg="del">
          <ac:chgData name="Fernando Fontove" userId="39bcb981d82c3800" providerId="LiveId" clId="{346AD9D0-3EA0-4249-9EF6-1102F043B3ED}" dt="2023-10-16T20:48:59.991" v="3057" actId="478"/>
          <ac:picMkLst>
            <pc:docMk/>
            <pc:sldMk cId="1961779521" sldId="286"/>
            <ac:picMk id="7" creationId="{8EC2038F-FEBE-CBA9-81BD-52DC67A64E7B}"/>
          </ac:picMkLst>
        </pc:picChg>
        <pc:picChg chg="add mod">
          <ac:chgData name="Fernando Fontove" userId="39bcb981d82c3800" providerId="LiveId" clId="{346AD9D0-3EA0-4249-9EF6-1102F043B3ED}" dt="2023-10-16T20:53:22.045" v="3062" actId="1076"/>
          <ac:picMkLst>
            <pc:docMk/>
            <pc:sldMk cId="1961779521" sldId="286"/>
            <ac:picMk id="9" creationId="{350AE191-A58E-975A-C31D-E6AE3B7F834F}"/>
          </ac:picMkLst>
        </pc:picChg>
        <pc:picChg chg="del">
          <ac:chgData name="Fernando Fontove" userId="39bcb981d82c3800" providerId="LiveId" clId="{346AD9D0-3EA0-4249-9EF6-1102F043B3ED}" dt="2023-10-16T20:48:59.991" v="3057" actId="478"/>
          <ac:picMkLst>
            <pc:docMk/>
            <pc:sldMk cId="1961779521" sldId="286"/>
            <ac:picMk id="11" creationId="{7DF875D1-E116-3BD8-9099-133F1F8C36D7}"/>
          </ac:picMkLst>
        </pc:picChg>
        <pc:picChg chg="add mod modCrop">
          <ac:chgData name="Fernando Fontove" userId="39bcb981d82c3800" providerId="LiveId" clId="{346AD9D0-3EA0-4249-9EF6-1102F043B3ED}" dt="2023-10-16T20:53:41.101" v="3066" actId="732"/>
          <ac:picMkLst>
            <pc:docMk/>
            <pc:sldMk cId="1961779521" sldId="286"/>
            <ac:picMk id="12" creationId="{3645241C-3FCA-E7F5-19D2-BE1282D5ACF5}"/>
          </ac:picMkLst>
        </pc:picChg>
      </pc:sldChg>
      <pc:sldChg chg="modSp new del mod">
        <pc:chgData name="Fernando Fontove" userId="39bcb981d82c3800" providerId="LiveId" clId="{346AD9D0-3EA0-4249-9EF6-1102F043B3ED}" dt="2023-10-16T20:55:33.569" v="3086" actId="680"/>
        <pc:sldMkLst>
          <pc:docMk/>
          <pc:sldMk cId="1575704671" sldId="287"/>
        </pc:sldMkLst>
        <pc:spChg chg="mod">
          <ac:chgData name="Fernando Fontove" userId="39bcb981d82c3800" providerId="LiveId" clId="{346AD9D0-3EA0-4249-9EF6-1102F043B3ED}" dt="2023-10-16T20:55:32.841" v="3085" actId="20577"/>
          <ac:spMkLst>
            <pc:docMk/>
            <pc:sldMk cId="1575704671" sldId="287"/>
            <ac:spMk id="2" creationId="{0172E975-7EAB-E615-BDCE-EFCBCC907983}"/>
          </ac:spMkLst>
        </pc:spChg>
      </pc:sldChg>
      <pc:sldChg chg="addSp delSp modSp add mod">
        <pc:chgData name="Fernando Fontove" userId="39bcb981d82c3800" providerId="LiveId" clId="{346AD9D0-3EA0-4249-9EF6-1102F043B3ED}" dt="2023-10-16T20:56:51.595" v="3152" actId="14100"/>
        <pc:sldMkLst>
          <pc:docMk/>
          <pc:sldMk cId="3186291883" sldId="287"/>
        </pc:sldMkLst>
        <pc:spChg chg="mod">
          <ac:chgData name="Fernando Fontove" userId="39bcb981d82c3800" providerId="LiveId" clId="{346AD9D0-3EA0-4249-9EF6-1102F043B3ED}" dt="2023-10-16T20:55:50.231" v="3140" actId="20577"/>
          <ac:spMkLst>
            <pc:docMk/>
            <pc:sldMk cId="3186291883" sldId="287"/>
            <ac:spMk id="2" creationId="{A508A4DA-7372-1ECC-2A53-8B81C372540D}"/>
          </ac:spMkLst>
        </pc:spChg>
        <pc:picChg chg="add del mod">
          <ac:chgData name="Fernando Fontove" userId="39bcb981d82c3800" providerId="LiveId" clId="{346AD9D0-3EA0-4249-9EF6-1102F043B3ED}" dt="2023-10-16T20:56:43.966" v="3149" actId="478"/>
          <ac:picMkLst>
            <pc:docMk/>
            <pc:sldMk cId="3186291883" sldId="287"/>
            <ac:picMk id="5" creationId="{ACAC0483-6A93-A145-6FA2-DAF784311FDD}"/>
          </ac:picMkLst>
        </pc:picChg>
        <pc:picChg chg="add mod">
          <ac:chgData name="Fernando Fontove" userId="39bcb981d82c3800" providerId="LiveId" clId="{346AD9D0-3EA0-4249-9EF6-1102F043B3ED}" dt="2023-10-16T20:56:24.908" v="3148" actId="14100"/>
          <ac:picMkLst>
            <pc:docMk/>
            <pc:sldMk cId="3186291883" sldId="287"/>
            <ac:picMk id="8" creationId="{FBB9E334-2684-8EAE-AA88-55A2BDC78068}"/>
          </ac:picMkLst>
        </pc:picChg>
        <pc:picChg chg="del">
          <ac:chgData name="Fernando Fontove" userId="39bcb981d82c3800" providerId="LiveId" clId="{346AD9D0-3EA0-4249-9EF6-1102F043B3ED}" dt="2023-10-16T20:55:53.254" v="3141" actId="478"/>
          <ac:picMkLst>
            <pc:docMk/>
            <pc:sldMk cId="3186291883" sldId="287"/>
            <ac:picMk id="9" creationId="{350AE191-A58E-975A-C31D-E6AE3B7F834F}"/>
          </ac:picMkLst>
        </pc:picChg>
        <pc:picChg chg="add mod">
          <ac:chgData name="Fernando Fontove" userId="39bcb981d82c3800" providerId="LiveId" clId="{346AD9D0-3EA0-4249-9EF6-1102F043B3ED}" dt="2023-10-16T20:56:51.595" v="3152" actId="14100"/>
          <ac:picMkLst>
            <pc:docMk/>
            <pc:sldMk cId="3186291883" sldId="287"/>
            <ac:picMk id="11" creationId="{78EDCB92-6403-7FFD-C3D8-5BBEE9CBCDC4}"/>
          </ac:picMkLst>
        </pc:picChg>
        <pc:picChg chg="del">
          <ac:chgData name="Fernando Fontove" userId="39bcb981d82c3800" providerId="LiveId" clId="{346AD9D0-3EA0-4249-9EF6-1102F043B3ED}" dt="2023-10-16T20:55:53.254" v="3141" actId="478"/>
          <ac:picMkLst>
            <pc:docMk/>
            <pc:sldMk cId="3186291883" sldId="287"/>
            <ac:picMk id="12" creationId="{3645241C-3FCA-E7F5-19D2-BE1282D5ACF5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61323127" sldId="288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992294385" sldId="289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715270411" sldId="290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752736754" sldId="291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427195007" sldId="292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312557566" sldId="293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941827233" sldId="294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742723039" sldId="295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97135802" sldId="296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89833393" sldId="297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93614348" sldId="298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960570211" sldId="299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199902092" sldId="300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2306976" sldId="301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301423340" sldId="302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4067434810" sldId="303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978494099" sldId="304"/>
        </pc:sldMkLst>
      </pc:sldChg>
    </pc:docChg>
  </pc:docChgLst>
  <pc:docChgLst>
    <pc:chgData name="Fernando Fontove" userId="39bcb981d82c3800" providerId="LiveId" clId="{9FF6258F-8260-451D-925F-7EE58614B07F}"/>
    <pc:docChg chg="undo redo custSel addSld delSld modSld sldOrd">
      <pc:chgData name="Fernando Fontove" userId="39bcb981d82c3800" providerId="LiveId" clId="{9FF6258F-8260-451D-925F-7EE58614B07F}" dt="2023-08-20T07:43:22.317" v="3541" actId="20577"/>
      <pc:docMkLst>
        <pc:docMk/>
      </pc:docMkLst>
      <pc:sldChg chg="addSp delSp modSp mod">
        <pc:chgData name="Fernando Fontove" userId="39bcb981d82c3800" providerId="LiveId" clId="{9FF6258F-8260-451D-925F-7EE58614B07F}" dt="2023-08-20T07:41:27.701" v="3374" actId="113"/>
        <pc:sldMkLst>
          <pc:docMk/>
          <pc:sldMk cId="1905306405" sldId="262"/>
        </pc:sldMkLst>
        <pc:spChg chg="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7" creationId="{556697C5-71EC-830D-8C24-4151D681923F}"/>
          </ac:spMkLst>
        </pc:spChg>
        <pc:spChg chg="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8" creationId="{5C585B7F-4EFF-2EFA-CDF8-C16CF7AE5D28}"/>
          </ac:spMkLst>
        </pc:spChg>
        <pc:spChg chg="add 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13" creationId="{347E4BAF-D95A-A6F1-9059-E4438E04F83D}"/>
          </ac:spMkLst>
        </pc:spChg>
        <pc:spChg chg="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14" creationId="{07E84919-5BED-F7DD-FF60-F60063FCB6E1}"/>
          </ac:spMkLst>
        </pc:spChg>
        <pc:spChg chg="add 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16" creationId="{2B4DF691-601B-552D-FD9A-06AC017CB418}"/>
          </ac:spMkLst>
        </pc:spChg>
        <pc:spChg chg="add 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17" creationId="{C476E7C2-0DD7-5FEF-9122-EC421D5DF741}"/>
          </ac:spMkLst>
        </pc:spChg>
        <pc:spChg chg="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18" creationId="{93308DB0-53A6-E912-ADA4-FB87573DD79F}"/>
          </ac:spMkLst>
        </pc:spChg>
        <pc:spChg chg="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19" creationId="{AD91FB12-6214-05EC-4FD8-082F8AF70D82}"/>
          </ac:spMkLst>
        </pc:spChg>
        <pc:spChg chg="add del mod">
          <ac:chgData name="Fernando Fontove" userId="39bcb981d82c3800" providerId="LiveId" clId="{9FF6258F-8260-451D-925F-7EE58614B07F}" dt="2023-08-20T06:29:47.231" v="159" actId="478"/>
          <ac:spMkLst>
            <pc:docMk/>
            <pc:sldMk cId="1905306405" sldId="262"/>
            <ac:spMk id="23" creationId="{BECCD67F-9C3E-EF2E-5A6A-6D22C2640AAD}"/>
          </ac:spMkLst>
        </pc:spChg>
        <pc:spChg chg="add mod">
          <ac:chgData name="Fernando Fontove" userId="39bcb981d82c3800" providerId="LiveId" clId="{9FF6258F-8260-451D-925F-7EE58614B07F}" dt="2023-08-20T07:41:24.734" v="3372" actId="20577"/>
          <ac:spMkLst>
            <pc:docMk/>
            <pc:sldMk cId="1905306405" sldId="262"/>
            <ac:spMk id="27" creationId="{6A3522FA-CE16-7465-E048-005DE3D279EE}"/>
          </ac:spMkLst>
        </pc:spChg>
        <pc:spChg chg="mod">
          <ac:chgData name="Fernando Fontove" userId="39bcb981d82c3800" providerId="LiveId" clId="{9FF6258F-8260-451D-925F-7EE58614B07F}" dt="2023-08-20T07:41:27.701" v="3374" actId="113"/>
          <ac:spMkLst>
            <pc:docMk/>
            <pc:sldMk cId="1905306405" sldId="262"/>
            <ac:spMk id="3870" creationId="{00000000-0000-0000-0000-000000000000}"/>
          </ac:spMkLst>
        </pc:spChg>
        <pc:picChg chg="del mod">
          <ac:chgData name="Fernando Fontove" userId="39bcb981d82c3800" providerId="LiveId" clId="{9FF6258F-8260-451D-925F-7EE58614B07F}" dt="2023-08-20T06:29:41.172" v="155" actId="478"/>
          <ac:picMkLst>
            <pc:docMk/>
            <pc:sldMk cId="1905306405" sldId="262"/>
            <ac:picMk id="3" creationId="{886104BD-E747-A64E-E01B-2E96DC97FEF1}"/>
          </ac:picMkLst>
        </pc:picChg>
        <pc:picChg chg="del">
          <ac:chgData name="Fernando Fontove" userId="39bcb981d82c3800" providerId="LiveId" clId="{9FF6258F-8260-451D-925F-7EE58614B07F}" dt="2023-08-20T06:25:55.062" v="1" actId="478"/>
          <ac:picMkLst>
            <pc:docMk/>
            <pc:sldMk cId="1905306405" sldId="262"/>
            <ac:picMk id="5" creationId="{ADE67135-ADD2-EE70-0836-CD0F9DD35454}"/>
          </ac:picMkLst>
        </pc:picChg>
        <pc:picChg chg="add mod">
          <ac:chgData name="Fernando Fontove" userId="39bcb981d82c3800" providerId="LiveId" clId="{9FF6258F-8260-451D-925F-7EE58614B07F}" dt="2023-08-20T06:29:44.463" v="158" actId="1076"/>
          <ac:picMkLst>
            <pc:docMk/>
            <pc:sldMk cId="1905306405" sldId="262"/>
            <ac:picMk id="24" creationId="{8F5E8D04-66FC-20EB-3B6F-D50B8BC46330}"/>
          </ac:picMkLst>
        </pc:picChg>
        <pc:picChg chg="add mod">
          <ac:chgData name="Fernando Fontove" userId="39bcb981d82c3800" providerId="LiveId" clId="{9FF6258F-8260-451D-925F-7EE58614B07F}" dt="2023-08-20T06:30:09.541" v="163" actId="1076"/>
          <ac:picMkLst>
            <pc:docMk/>
            <pc:sldMk cId="1905306405" sldId="262"/>
            <ac:picMk id="26" creationId="{3E6FE4F1-E034-291B-8EF8-580DCF84EB48}"/>
          </ac:picMkLst>
        </pc:picChg>
        <pc:cxnChg chg="add del mod">
          <ac:chgData name="Fernando Fontove" userId="39bcb981d82c3800" providerId="LiveId" clId="{9FF6258F-8260-451D-925F-7EE58614B07F}" dt="2023-08-20T06:29:41.172" v="155" actId="478"/>
          <ac:cxnSpMkLst>
            <pc:docMk/>
            <pc:sldMk cId="1905306405" sldId="262"/>
            <ac:cxnSpMk id="2" creationId="{7DA7918C-403B-5A78-D345-E7E6BD3A5064}"/>
          </ac:cxnSpMkLst>
        </pc:cxnChg>
        <pc:cxnChg chg="del mod">
          <ac:chgData name="Fernando Fontove" userId="39bcb981d82c3800" providerId="LiveId" clId="{9FF6258F-8260-451D-925F-7EE58614B07F}" dt="2023-08-20T06:29:41.172" v="155" actId="478"/>
          <ac:cxnSpMkLst>
            <pc:docMk/>
            <pc:sldMk cId="1905306405" sldId="262"/>
            <ac:cxnSpMk id="10" creationId="{16BF8CB3-B209-B703-ED22-0F6B443B1561}"/>
          </ac:cxnSpMkLst>
        </pc:cxnChg>
        <pc:cxnChg chg="del mod">
          <ac:chgData name="Fernando Fontove" userId="39bcb981d82c3800" providerId="LiveId" clId="{9FF6258F-8260-451D-925F-7EE58614B07F}" dt="2023-08-20T06:29:41.172" v="155" actId="478"/>
          <ac:cxnSpMkLst>
            <pc:docMk/>
            <pc:sldMk cId="1905306405" sldId="262"/>
            <ac:cxnSpMk id="11" creationId="{53943369-E0CF-39DE-85E4-4875F6092C8F}"/>
          </ac:cxnSpMkLst>
        </pc:cxnChg>
        <pc:cxnChg chg="del mod">
          <ac:chgData name="Fernando Fontove" userId="39bcb981d82c3800" providerId="LiveId" clId="{9FF6258F-8260-451D-925F-7EE58614B07F}" dt="2023-08-20T06:29:41.172" v="155" actId="478"/>
          <ac:cxnSpMkLst>
            <pc:docMk/>
            <pc:sldMk cId="1905306405" sldId="262"/>
            <ac:cxnSpMk id="15" creationId="{041A389A-AE97-CDF2-EA4B-0811ADE8A5CD}"/>
          </ac:cxnSpMkLst>
        </pc:cxnChg>
        <pc:cxnChg chg="del mod">
          <ac:chgData name="Fernando Fontove" userId="39bcb981d82c3800" providerId="LiveId" clId="{9FF6258F-8260-451D-925F-7EE58614B07F}" dt="2023-08-20T06:29:41.172" v="155" actId="478"/>
          <ac:cxnSpMkLst>
            <pc:docMk/>
            <pc:sldMk cId="1905306405" sldId="262"/>
            <ac:cxnSpMk id="20" creationId="{BB358002-45E8-CA7D-521C-3ED886C9987A}"/>
          </ac:cxnSpMkLst>
        </pc:cxnChg>
        <pc:cxnChg chg="del mod">
          <ac:chgData name="Fernando Fontove" userId="39bcb981d82c3800" providerId="LiveId" clId="{9FF6258F-8260-451D-925F-7EE58614B07F}" dt="2023-08-20T06:29:41.172" v="155" actId="478"/>
          <ac:cxnSpMkLst>
            <pc:docMk/>
            <pc:sldMk cId="1905306405" sldId="262"/>
            <ac:cxnSpMk id="22" creationId="{75D82DB8-9C04-D23C-D77A-E8AD43672CDE}"/>
          </ac:cxnSpMkLst>
        </pc:cxnChg>
      </pc:sldChg>
      <pc:sldChg chg="addSp modSp mod">
        <pc:chgData name="Fernando Fontove" userId="39bcb981d82c3800" providerId="LiveId" clId="{9FF6258F-8260-451D-925F-7EE58614B07F}" dt="2023-08-20T06:33:02.271" v="330" actId="113"/>
        <pc:sldMkLst>
          <pc:docMk/>
          <pc:sldMk cId="3211320243" sldId="263"/>
        </pc:sldMkLst>
        <pc:spChg chg="mod">
          <ac:chgData name="Fernando Fontove" userId="39bcb981d82c3800" providerId="LiveId" clId="{9FF6258F-8260-451D-925F-7EE58614B07F}" dt="2023-08-20T06:33:02.271" v="330" actId="113"/>
          <ac:spMkLst>
            <pc:docMk/>
            <pc:sldMk cId="3211320243" sldId="263"/>
            <ac:spMk id="2" creationId="{54E23535-F41D-E6F4-224E-FC135FA81095}"/>
          </ac:spMkLst>
        </pc:spChg>
        <pc:spChg chg="mod">
          <ac:chgData name="Fernando Fontove" userId="39bcb981d82c3800" providerId="LiveId" clId="{9FF6258F-8260-451D-925F-7EE58614B07F}" dt="2023-08-20T06:32:30.335" v="308" actId="113"/>
          <ac:spMkLst>
            <pc:docMk/>
            <pc:sldMk cId="3211320243" sldId="263"/>
            <ac:spMk id="3" creationId="{4E43C7A4-66A5-6DDD-31C0-B37A956A4C9D}"/>
          </ac:spMkLst>
        </pc:spChg>
        <pc:spChg chg="add mod">
          <ac:chgData name="Fernando Fontove" userId="39bcb981d82c3800" providerId="LiveId" clId="{9FF6258F-8260-451D-925F-7EE58614B07F}" dt="2023-08-20T06:31:54.290" v="200" actId="14100"/>
          <ac:spMkLst>
            <pc:docMk/>
            <pc:sldMk cId="3211320243" sldId="263"/>
            <ac:spMk id="6" creationId="{27899C62-D75C-ED77-21BB-77EA24EF3E7C}"/>
          </ac:spMkLst>
        </pc:spChg>
        <pc:picChg chg="add mod">
          <ac:chgData name="Fernando Fontove" userId="39bcb981d82c3800" providerId="LiveId" clId="{9FF6258F-8260-451D-925F-7EE58614B07F}" dt="2023-08-20T06:31:34.256" v="194" actId="1076"/>
          <ac:picMkLst>
            <pc:docMk/>
            <pc:sldMk cId="3211320243" sldId="263"/>
            <ac:picMk id="5" creationId="{771F9DF3-0613-EE5F-11C1-E9859197D550}"/>
          </ac:picMkLst>
        </pc:picChg>
      </pc:sldChg>
      <pc:sldChg chg="modSp add del mod">
        <pc:chgData name="Fernando Fontove" userId="39bcb981d82c3800" providerId="LiveId" clId="{9FF6258F-8260-451D-925F-7EE58614B07F}" dt="2023-08-20T07:41:34.606" v="3376" actId="113"/>
        <pc:sldMkLst>
          <pc:docMk/>
          <pc:sldMk cId="2748836241" sldId="264"/>
        </pc:sldMkLst>
        <pc:spChg chg="mod">
          <ac:chgData name="Fernando Fontove" userId="39bcb981d82c3800" providerId="LiveId" clId="{9FF6258F-8260-451D-925F-7EE58614B07F}" dt="2023-08-20T07:41:34.606" v="3376" actId="113"/>
          <ac:spMkLst>
            <pc:docMk/>
            <pc:sldMk cId="2748836241" sldId="264"/>
            <ac:spMk id="3870" creationId="{00000000-0000-0000-0000-000000000000}"/>
          </ac:spMkLst>
        </pc:spChg>
      </pc:sldChg>
      <pc:sldChg chg="modSp add mod">
        <pc:chgData name="Fernando Fontove" userId="39bcb981d82c3800" providerId="LiveId" clId="{9FF6258F-8260-451D-925F-7EE58614B07F}" dt="2023-08-20T06:39:20.112" v="1007" actId="20577"/>
        <pc:sldMkLst>
          <pc:docMk/>
          <pc:sldMk cId="3538344461" sldId="265"/>
        </pc:sldMkLst>
        <pc:spChg chg="mod">
          <ac:chgData name="Fernando Fontove" userId="39bcb981d82c3800" providerId="LiveId" clId="{9FF6258F-8260-451D-925F-7EE58614B07F}" dt="2023-08-20T06:33:06.536" v="332" actId="113"/>
          <ac:spMkLst>
            <pc:docMk/>
            <pc:sldMk cId="3538344461" sldId="265"/>
            <ac:spMk id="2" creationId="{54E23535-F41D-E6F4-224E-FC135FA81095}"/>
          </ac:spMkLst>
        </pc:spChg>
        <pc:spChg chg="mod">
          <ac:chgData name="Fernando Fontove" userId="39bcb981d82c3800" providerId="LiveId" clId="{9FF6258F-8260-451D-925F-7EE58614B07F}" dt="2023-08-20T06:39:20.112" v="1007" actId="20577"/>
          <ac:spMkLst>
            <pc:docMk/>
            <pc:sldMk cId="3538344461" sldId="265"/>
            <ac:spMk id="3" creationId="{4E43C7A4-66A5-6DDD-31C0-B37A956A4C9D}"/>
          </ac:spMkLst>
        </pc:spChg>
        <pc:spChg chg="mod">
          <ac:chgData name="Fernando Fontove" userId="39bcb981d82c3800" providerId="LiveId" clId="{9FF6258F-8260-451D-925F-7EE58614B07F}" dt="2023-08-20T06:32:46.339" v="311" actId="14100"/>
          <ac:spMkLst>
            <pc:docMk/>
            <pc:sldMk cId="3538344461" sldId="265"/>
            <ac:spMk id="6" creationId="{27899C62-D75C-ED77-21BB-77EA24EF3E7C}"/>
          </ac:spMkLst>
        </pc:spChg>
      </pc:sldChg>
      <pc:sldChg chg="modSp add mod">
        <pc:chgData name="Fernando Fontove" userId="39bcb981d82c3800" providerId="LiveId" clId="{9FF6258F-8260-451D-925F-7EE58614B07F}" dt="2023-08-20T06:35:44.511" v="592" actId="113"/>
        <pc:sldMkLst>
          <pc:docMk/>
          <pc:sldMk cId="164792882" sldId="266"/>
        </pc:sldMkLst>
        <pc:spChg chg="mod">
          <ac:chgData name="Fernando Fontove" userId="39bcb981d82c3800" providerId="LiveId" clId="{9FF6258F-8260-451D-925F-7EE58614B07F}" dt="2023-08-20T06:33:35.023" v="401" actId="20577"/>
          <ac:spMkLst>
            <pc:docMk/>
            <pc:sldMk cId="164792882" sldId="266"/>
            <ac:spMk id="2" creationId="{54E23535-F41D-E6F4-224E-FC135FA81095}"/>
          </ac:spMkLst>
        </pc:spChg>
        <pc:spChg chg="mod">
          <ac:chgData name="Fernando Fontove" userId="39bcb981d82c3800" providerId="LiveId" clId="{9FF6258F-8260-451D-925F-7EE58614B07F}" dt="2023-08-20T06:35:44.511" v="592" actId="113"/>
          <ac:spMkLst>
            <pc:docMk/>
            <pc:sldMk cId="164792882" sldId="266"/>
            <ac:spMk id="3" creationId="{4E43C7A4-66A5-6DDD-31C0-B37A956A4C9D}"/>
          </ac:spMkLst>
        </pc:spChg>
        <pc:spChg chg="mod">
          <ac:chgData name="Fernando Fontove" userId="39bcb981d82c3800" providerId="LiveId" clId="{9FF6258F-8260-451D-925F-7EE58614B07F}" dt="2023-08-20T06:33:48.311" v="410" actId="1037"/>
          <ac:spMkLst>
            <pc:docMk/>
            <pc:sldMk cId="164792882" sldId="266"/>
            <ac:spMk id="6" creationId="{27899C62-D75C-ED77-21BB-77EA24EF3E7C}"/>
          </ac:spMkLst>
        </pc:spChg>
      </pc:sldChg>
      <pc:sldChg chg="modSp add mod">
        <pc:chgData name="Fernando Fontove" userId="39bcb981d82c3800" providerId="LiveId" clId="{9FF6258F-8260-451D-925F-7EE58614B07F}" dt="2023-08-20T06:39:24.792" v="1009" actId="20577"/>
        <pc:sldMkLst>
          <pc:docMk/>
          <pc:sldMk cId="3409955188" sldId="267"/>
        </pc:sldMkLst>
        <pc:spChg chg="mod">
          <ac:chgData name="Fernando Fontove" userId="39bcb981d82c3800" providerId="LiveId" clId="{9FF6258F-8260-451D-925F-7EE58614B07F}" dt="2023-08-20T06:37:58.887" v="890" actId="20577"/>
          <ac:spMkLst>
            <pc:docMk/>
            <pc:sldMk cId="3409955188" sldId="267"/>
            <ac:spMk id="2" creationId="{54E23535-F41D-E6F4-224E-FC135FA81095}"/>
          </ac:spMkLst>
        </pc:spChg>
        <pc:spChg chg="mod">
          <ac:chgData name="Fernando Fontove" userId="39bcb981d82c3800" providerId="LiveId" clId="{9FF6258F-8260-451D-925F-7EE58614B07F}" dt="2023-08-20T06:39:24.792" v="1009" actId="20577"/>
          <ac:spMkLst>
            <pc:docMk/>
            <pc:sldMk cId="3409955188" sldId="267"/>
            <ac:spMk id="3" creationId="{4E43C7A4-66A5-6DDD-31C0-B37A956A4C9D}"/>
          </ac:spMkLst>
        </pc:spChg>
        <pc:spChg chg="mod">
          <ac:chgData name="Fernando Fontove" userId="39bcb981d82c3800" providerId="LiveId" clId="{9FF6258F-8260-451D-925F-7EE58614B07F}" dt="2023-08-20T06:35:59.777" v="595" actId="14100"/>
          <ac:spMkLst>
            <pc:docMk/>
            <pc:sldMk cId="3409955188" sldId="267"/>
            <ac:spMk id="6" creationId="{27899C62-D75C-ED77-21BB-77EA24EF3E7C}"/>
          </ac:spMkLst>
        </pc:spChg>
      </pc:sldChg>
      <pc:sldChg chg="addSp modSp add mod">
        <pc:chgData name="Fernando Fontove" userId="39bcb981d82c3800" providerId="LiveId" clId="{9FF6258F-8260-451D-925F-7EE58614B07F}" dt="2023-08-20T06:46:30.040" v="1305" actId="6549"/>
        <pc:sldMkLst>
          <pc:docMk/>
          <pc:sldMk cId="438447706" sldId="268"/>
        </pc:sldMkLst>
        <pc:spChg chg="mod">
          <ac:chgData name="Fernando Fontove" userId="39bcb981d82c3800" providerId="LiveId" clId="{9FF6258F-8260-451D-925F-7EE58614B07F}" dt="2023-08-20T06:38:08.327" v="899" actId="20577"/>
          <ac:spMkLst>
            <pc:docMk/>
            <pc:sldMk cId="438447706" sldId="268"/>
            <ac:spMk id="2" creationId="{54E23535-F41D-E6F4-224E-FC135FA81095}"/>
          </ac:spMkLst>
        </pc:spChg>
        <pc:spChg chg="mod">
          <ac:chgData name="Fernando Fontove" userId="39bcb981d82c3800" providerId="LiveId" clId="{9FF6258F-8260-451D-925F-7EE58614B07F}" dt="2023-08-20T06:46:30.040" v="1305" actId="6549"/>
          <ac:spMkLst>
            <pc:docMk/>
            <pc:sldMk cId="438447706" sldId="268"/>
            <ac:spMk id="3" creationId="{4E43C7A4-66A5-6DDD-31C0-B37A956A4C9D}"/>
          </ac:spMkLst>
        </pc:spChg>
        <pc:spChg chg="mod">
          <ac:chgData name="Fernando Fontove" userId="39bcb981d82c3800" providerId="LiveId" clId="{9FF6258F-8260-451D-925F-7EE58614B07F}" dt="2023-08-20T06:38:30.775" v="926" actId="14100"/>
          <ac:spMkLst>
            <pc:docMk/>
            <pc:sldMk cId="438447706" sldId="268"/>
            <ac:spMk id="6" creationId="{27899C62-D75C-ED77-21BB-77EA24EF3E7C}"/>
          </ac:spMkLst>
        </pc:spChg>
        <pc:spChg chg="add mod">
          <ac:chgData name="Fernando Fontove" userId="39bcb981d82c3800" providerId="LiveId" clId="{9FF6258F-8260-451D-925F-7EE58614B07F}" dt="2023-08-20T06:38:32.951" v="928" actId="571"/>
          <ac:spMkLst>
            <pc:docMk/>
            <pc:sldMk cId="438447706" sldId="268"/>
            <ac:spMk id="7" creationId="{9E1E8488-3203-FA4D-CA5A-B89B0731DF39}"/>
          </ac:spMkLst>
        </pc:spChg>
        <pc:spChg chg="add mod">
          <ac:chgData name="Fernando Fontove" userId="39bcb981d82c3800" providerId="LiveId" clId="{9FF6258F-8260-451D-925F-7EE58614B07F}" dt="2023-08-20T06:38:32.951" v="928" actId="571"/>
          <ac:spMkLst>
            <pc:docMk/>
            <pc:sldMk cId="438447706" sldId="268"/>
            <ac:spMk id="8" creationId="{2CB1C7DA-0AB5-5EDD-2DD0-7158084AE0FA}"/>
          </ac:spMkLst>
        </pc:spChg>
        <pc:spChg chg="add mod">
          <ac:chgData name="Fernando Fontove" userId="39bcb981d82c3800" providerId="LiveId" clId="{9FF6258F-8260-451D-925F-7EE58614B07F}" dt="2023-08-20T06:38:40.890" v="930" actId="14100"/>
          <ac:spMkLst>
            <pc:docMk/>
            <pc:sldMk cId="438447706" sldId="268"/>
            <ac:spMk id="9" creationId="{1660588E-A1E1-E951-4F07-7F90FB43F797}"/>
          </ac:spMkLst>
        </pc:spChg>
      </pc:sldChg>
      <pc:sldChg chg="addSp delSp modSp add mod">
        <pc:chgData name="Fernando Fontove" userId="39bcb981d82c3800" providerId="LiveId" clId="{9FF6258F-8260-451D-925F-7EE58614B07F}" dt="2023-08-20T06:51:57.095" v="1512" actId="478"/>
        <pc:sldMkLst>
          <pc:docMk/>
          <pc:sldMk cId="310379265" sldId="269"/>
        </pc:sldMkLst>
        <pc:spChg chg="del">
          <ac:chgData name="Fernando Fontove" userId="39bcb981d82c3800" providerId="LiveId" clId="{9FF6258F-8260-451D-925F-7EE58614B07F}" dt="2023-08-20T06:42:13.792" v="1220" actId="478"/>
          <ac:spMkLst>
            <pc:docMk/>
            <pc:sldMk cId="310379265" sldId="269"/>
            <ac:spMk id="3" creationId="{4E43C7A4-66A5-6DDD-31C0-B37A956A4C9D}"/>
          </ac:spMkLst>
        </pc:spChg>
        <pc:spChg chg="add del">
          <ac:chgData name="Fernando Fontove" userId="39bcb981d82c3800" providerId="LiveId" clId="{9FF6258F-8260-451D-925F-7EE58614B07F}" dt="2023-08-20T06:51:57.095" v="1512" actId="478"/>
          <ac:spMkLst>
            <pc:docMk/>
            <pc:sldMk cId="310379265" sldId="269"/>
            <ac:spMk id="6" creationId="{27899C62-D75C-ED77-21BB-77EA24EF3E7C}"/>
          </ac:spMkLst>
        </pc:spChg>
        <pc:spChg chg="add del">
          <ac:chgData name="Fernando Fontove" userId="39bcb981d82c3800" providerId="LiveId" clId="{9FF6258F-8260-451D-925F-7EE58614B07F}" dt="2023-08-20T06:51:57.095" v="1512" actId="478"/>
          <ac:spMkLst>
            <pc:docMk/>
            <pc:sldMk cId="310379265" sldId="269"/>
            <ac:spMk id="9" creationId="{1660588E-A1E1-E951-4F07-7F90FB43F797}"/>
          </ac:spMkLst>
        </pc:spChg>
        <pc:spChg chg="add del mod">
          <ac:chgData name="Fernando Fontove" userId="39bcb981d82c3800" providerId="LiveId" clId="{9FF6258F-8260-451D-925F-7EE58614B07F}" dt="2023-08-20T06:42:15.655" v="1221" actId="478"/>
          <ac:spMkLst>
            <pc:docMk/>
            <pc:sldMk cId="310379265" sldId="269"/>
            <ac:spMk id="13" creationId="{551DC454-2FE4-BF93-50BD-411B2E0E9639}"/>
          </ac:spMkLst>
        </pc:spChg>
        <pc:spChg chg="add mod">
          <ac:chgData name="Fernando Fontove" userId="39bcb981d82c3800" providerId="LiveId" clId="{9FF6258F-8260-451D-925F-7EE58614B07F}" dt="2023-08-20T06:47:24.214" v="1379" actId="14100"/>
          <ac:spMkLst>
            <pc:docMk/>
            <pc:sldMk cId="310379265" sldId="269"/>
            <ac:spMk id="14" creationId="{27EFD206-2D1B-5DB4-4F1C-92D3CC13AF1C}"/>
          </ac:spMkLst>
        </pc:spChg>
        <pc:picChg chg="del">
          <ac:chgData name="Fernando Fontove" userId="39bcb981d82c3800" providerId="LiveId" clId="{9FF6258F-8260-451D-925F-7EE58614B07F}" dt="2023-08-20T06:42:04.095" v="1216" actId="478"/>
          <ac:picMkLst>
            <pc:docMk/>
            <pc:sldMk cId="310379265" sldId="269"/>
            <ac:picMk id="5" creationId="{771F9DF3-0613-EE5F-11C1-E9859197D550}"/>
          </ac:picMkLst>
        </pc:picChg>
        <pc:picChg chg="add del mod">
          <ac:chgData name="Fernando Fontove" userId="39bcb981d82c3800" providerId="LiveId" clId="{9FF6258F-8260-451D-925F-7EE58614B07F}" dt="2023-08-20T06:47:26.916" v="1380" actId="1076"/>
          <ac:picMkLst>
            <pc:docMk/>
            <pc:sldMk cId="310379265" sldId="269"/>
            <ac:picMk id="8" creationId="{B21AAA7A-DE3F-5631-BD94-7D5DE888AA8B}"/>
          </ac:picMkLst>
        </pc:picChg>
        <pc:picChg chg="add mod">
          <ac:chgData name="Fernando Fontove" userId="39bcb981d82c3800" providerId="LiveId" clId="{9FF6258F-8260-451D-925F-7EE58614B07F}" dt="2023-08-20T06:42:09.860" v="1219" actId="14100"/>
          <ac:picMkLst>
            <pc:docMk/>
            <pc:sldMk cId="310379265" sldId="269"/>
            <ac:picMk id="11" creationId="{06B4DF09-CB2E-4A97-33D2-A2CE34722539}"/>
          </ac:picMkLst>
        </pc:picChg>
      </pc:sldChg>
      <pc:sldChg chg="addSp delSp modSp add mod">
        <pc:chgData name="Fernando Fontove" userId="39bcb981d82c3800" providerId="LiveId" clId="{9FF6258F-8260-451D-925F-7EE58614B07F}" dt="2023-08-20T06:52:14.039" v="1520" actId="478"/>
        <pc:sldMkLst>
          <pc:docMk/>
          <pc:sldMk cId="362036153" sldId="270"/>
        </pc:sldMkLst>
        <pc:spChg chg="add del">
          <ac:chgData name="Fernando Fontove" userId="39bcb981d82c3800" providerId="LiveId" clId="{9FF6258F-8260-451D-925F-7EE58614B07F}" dt="2023-08-20T06:51:58.495" v="1514" actId="478"/>
          <ac:spMkLst>
            <pc:docMk/>
            <pc:sldMk cId="362036153" sldId="270"/>
            <ac:spMk id="6" creationId="{27899C62-D75C-ED77-21BB-77EA24EF3E7C}"/>
          </ac:spMkLst>
        </pc:spChg>
        <pc:spChg chg="add del">
          <ac:chgData name="Fernando Fontove" userId="39bcb981d82c3800" providerId="LiveId" clId="{9FF6258F-8260-451D-925F-7EE58614B07F}" dt="2023-08-20T06:51:58.495" v="1514" actId="478"/>
          <ac:spMkLst>
            <pc:docMk/>
            <pc:sldMk cId="362036153" sldId="270"/>
            <ac:spMk id="9" creationId="{1660588E-A1E1-E951-4F07-7F90FB43F797}"/>
          </ac:spMkLst>
        </pc:spChg>
        <pc:spChg chg="add mod">
          <ac:chgData name="Fernando Fontove" userId="39bcb981d82c3800" providerId="LiveId" clId="{9FF6258F-8260-451D-925F-7EE58614B07F}" dt="2023-08-20T06:49:12.791" v="1487" actId="14100"/>
          <ac:spMkLst>
            <pc:docMk/>
            <pc:sldMk cId="362036153" sldId="270"/>
            <ac:spMk id="13" creationId="{7215254C-1C92-38F7-51FA-1812C66A9A7F}"/>
          </ac:spMkLst>
        </pc:spChg>
        <pc:picChg chg="add del mod modCrop">
          <ac:chgData name="Fernando Fontove" userId="39bcb981d82c3800" providerId="LiveId" clId="{9FF6258F-8260-451D-925F-7EE58614B07F}" dt="2023-08-20T06:48:45.927" v="1403" actId="478"/>
          <ac:picMkLst>
            <pc:docMk/>
            <pc:sldMk cId="362036153" sldId="270"/>
            <ac:picMk id="5" creationId="{25A68631-FE2D-C983-EF49-FB0663ABE88D}"/>
          </ac:picMkLst>
        </pc:picChg>
        <pc:picChg chg="del">
          <ac:chgData name="Fernando Fontove" userId="39bcb981d82c3800" providerId="LiveId" clId="{9FF6258F-8260-451D-925F-7EE58614B07F}" dt="2023-08-20T06:42:28.007" v="1226" actId="478"/>
          <ac:picMkLst>
            <pc:docMk/>
            <pc:sldMk cId="362036153" sldId="270"/>
            <ac:picMk id="8" creationId="{B21AAA7A-DE3F-5631-BD94-7D5DE888AA8B}"/>
          </ac:picMkLst>
        </pc:picChg>
        <pc:picChg chg="add del mod">
          <ac:chgData name="Fernando Fontove" userId="39bcb981d82c3800" providerId="LiveId" clId="{9FF6258F-8260-451D-925F-7EE58614B07F}" dt="2023-08-20T06:51:59.439" v="1516" actId="478"/>
          <ac:picMkLst>
            <pc:docMk/>
            <pc:sldMk cId="362036153" sldId="270"/>
            <ac:picMk id="10" creationId="{BBCF9C51-954F-8A8A-76B0-654EFF1062BE}"/>
          </ac:picMkLst>
        </pc:picChg>
        <pc:picChg chg="add del">
          <ac:chgData name="Fernando Fontove" userId="39bcb981d82c3800" providerId="LiveId" clId="{9FF6258F-8260-451D-925F-7EE58614B07F}" dt="2023-08-20T06:43:21.447" v="1234" actId="478"/>
          <ac:picMkLst>
            <pc:docMk/>
            <pc:sldMk cId="362036153" sldId="270"/>
            <ac:picMk id="11" creationId="{06B4DF09-CB2E-4A97-33D2-A2CE34722539}"/>
          </ac:picMkLst>
        </pc:picChg>
        <pc:picChg chg="add del mod modCrop">
          <ac:chgData name="Fernando Fontove" userId="39bcb981d82c3800" providerId="LiveId" clId="{9FF6258F-8260-451D-925F-7EE58614B07F}" dt="2023-08-20T06:51:58.495" v="1514" actId="478"/>
          <ac:picMkLst>
            <pc:docMk/>
            <pc:sldMk cId="362036153" sldId="270"/>
            <ac:picMk id="12" creationId="{D06A561F-B765-0A77-3615-AA2F7C8D7EAF}"/>
          </ac:picMkLst>
        </pc:picChg>
        <pc:picChg chg="add del mod">
          <ac:chgData name="Fernando Fontove" userId="39bcb981d82c3800" providerId="LiveId" clId="{9FF6258F-8260-451D-925F-7EE58614B07F}" dt="2023-08-20T06:51:59.439" v="1516" actId="478"/>
          <ac:picMkLst>
            <pc:docMk/>
            <pc:sldMk cId="362036153" sldId="270"/>
            <ac:picMk id="15" creationId="{D0A050FF-6332-3B28-B323-46A932A378EC}"/>
          </ac:picMkLst>
        </pc:picChg>
        <pc:picChg chg="add del">
          <ac:chgData name="Fernando Fontove" userId="39bcb981d82c3800" providerId="LiveId" clId="{9FF6258F-8260-451D-925F-7EE58614B07F}" dt="2023-08-20T06:51:59.063" v="1515" actId="22"/>
          <ac:picMkLst>
            <pc:docMk/>
            <pc:sldMk cId="362036153" sldId="270"/>
            <ac:picMk id="17" creationId="{3CC89310-DD45-7BE6-117E-81BA8E8F99FA}"/>
          </ac:picMkLst>
        </pc:picChg>
        <pc:picChg chg="add del mod">
          <ac:chgData name="Fernando Fontove" userId="39bcb981d82c3800" providerId="LiveId" clId="{9FF6258F-8260-451D-925F-7EE58614B07F}" dt="2023-08-20T06:51:58.007" v="1513" actId="22"/>
          <ac:picMkLst>
            <pc:docMk/>
            <pc:sldMk cId="362036153" sldId="270"/>
            <ac:picMk id="19" creationId="{E7BF7995-C790-E61F-6325-AEEFD0C38EDC}"/>
          </ac:picMkLst>
        </pc:picChg>
        <pc:picChg chg="add del mod">
          <ac:chgData name="Fernando Fontove" userId="39bcb981d82c3800" providerId="LiveId" clId="{9FF6258F-8260-451D-925F-7EE58614B07F}" dt="2023-08-20T06:51:56.431" v="1510" actId="22"/>
          <ac:picMkLst>
            <pc:docMk/>
            <pc:sldMk cId="362036153" sldId="270"/>
            <ac:picMk id="21" creationId="{8F389A88-D77F-D9EF-A720-98054F9DEA2C}"/>
          </ac:picMkLst>
        </pc:picChg>
        <pc:picChg chg="add del mod">
          <ac:chgData name="Fernando Fontove" userId="39bcb981d82c3800" providerId="LiveId" clId="{9FF6258F-8260-451D-925F-7EE58614B07F}" dt="2023-08-20T06:52:09.367" v="1519" actId="478"/>
          <ac:picMkLst>
            <pc:docMk/>
            <pc:sldMk cId="362036153" sldId="270"/>
            <ac:picMk id="22" creationId="{862E1FCF-BFBA-7EC1-1E6F-1BB39257EE4D}"/>
          </ac:picMkLst>
        </pc:picChg>
        <pc:picChg chg="add del mod">
          <ac:chgData name="Fernando Fontove" userId="39bcb981d82c3800" providerId="LiveId" clId="{9FF6258F-8260-451D-925F-7EE58614B07F}" dt="2023-08-20T06:52:14.039" v="1520" actId="478"/>
          <ac:picMkLst>
            <pc:docMk/>
            <pc:sldMk cId="362036153" sldId="270"/>
            <ac:picMk id="23" creationId="{8759B311-DC1A-79C1-D644-8B021016AC71}"/>
          </ac:picMkLst>
        </pc:picChg>
      </pc:sldChg>
      <pc:sldChg chg="addSp delSp modSp add mod">
        <pc:chgData name="Fernando Fontove" userId="39bcb981d82c3800" providerId="LiveId" clId="{9FF6258F-8260-451D-925F-7EE58614B07F}" dt="2023-08-20T06:53:02.482" v="1587" actId="1076"/>
        <pc:sldMkLst>
          <pc:docMk/>
          <pc:sldMk cId="535864890" sldId="271"/>
        </pc:sldMkLst>
        <pc:spChg chg="add del">
          <ac:chgData name="Fernando Fontove" userId="39bcb981d82c3800" providerId="LiveId" clId="{9FF6258F-8260-451D-925F-7EE58614B07F}" dt="2023-08-20T06:52:28.487" v="1525" actId="478"/>
          <ac:spMkLst>
            <pc:docMk/>
            <pc:sldMk cId="535864890" sldId="271"/>
            <ac:spMk id="6" creationId="{27899C62-D75C-ED77-21BB-77EA24EF3E7C}"/>
          </ac:spMkLst>
        </pc:spChg>
        <pc:spChg chg="add del">
          <ac:chgData name="Fernando Fontove" userId="39bcb981d82c3800" providerId="LiveId" clId="{9FF6258F-8260-451D-925F-7EE58614B07F}" dt="2023-08-20T06:52:25.926" v="1524" actId="478"/>
          <ac:spMkLst>
            <pc:docMk/>
            <pc:sldMk cId="535864890" sldId="271"/>
            <ac:spMk id="9" creationId="{1660588E-A1E1-E951-4F07-7F90FB43F797}"/>
          </ac:spMkLst>
        </pc:spChg>
        <pc:spChg chg="mod">
          <ac:chgData name="Fernando Fontove" userId="39bcb981d82c3800" providerId="LiveId" clId="{9FF6258F-8260-451D-925F-7EE58614B07F}" dt="2023-08-20T06:53:02.482" v="1587" actId="1076"/>
          <ac:spMkLst>
            <pc:docMk/>
            <pc:sldMk cId="535864890" sldId="271"/>
            <ac:spMk id="13" creationId="{7215254C-1C92-38F7-51FA-1812C66A9A7F}"/>
          </ac:spMkLst>
        </pc:spChg>
        <pc:grpChg chg="add mod">
          <ac:chgData name="Fernando Fontove" userId="39bcb981d82c3800" providerId="LiveId" clId="{9FF6258F-8260-451D-925F-7EE58614B07F}" dt="2023-08-20T06:52:34.145" v="1528" actId="14100"/>
          <ac:grpSpMkLst>
            <pc:docMk/>
            <pc:sldMk cId="535864890" sldId="271"/>
            <ac:grpSpMk id="3" creationId="{F244DE27-EDD0-5B0E-E55A-35CA0EFB5CBF}"/>
          </ac:grpSpMkLst>
        </pc:grpChg>
        <pc:picChg chg="del">
          <ac:chgData name="Fernando Fontove" userId="39bcb981d82c3800" providerId="LiveId" clId="{9FF6258F-8260-451D-925F-7EE58614B07F}" dt="2023-08-20T06:52:17.431" v="1521" actId="478"/>
          <ac:picMkLst>
            <pc:docMk/>
            <pc:sldMk cId="535864890" sldId="271"/>
            <ac:picMk id="10" creationId="{BBCF9C51-954F-8A8A-76B0-654EFF1062BE}"/>
          </ac:picMkLst>
        </pc:picChg>
        <pc:picChg chg="add del">
          <ac:chgData name="Fernando Fontove" userId="39bcb981d82c3800" providerId="LiveId" clId="{9FF6258F-8260-451D-925F-7EE58614B07F}" dt="2023-08-20T06:52:25.926" v="1524" actId="478"/>
          <ac:picMkLst>
            <pc:docMk/>
            <pc:sldMk cId="535864890" sldId="271"/>
            <ac:picMk id="12" creationId="{D06A561F-B765-0A77-3615-AA2F7C8D7EAF}"/>
          </ac:picMkLst>
        </pc:picChg>
        <pc:picChg chg="del">
          <ac:chgData name="Fernando Fontove" userId="39bcb981d82c3800" providerId="LiveId" clId="{9FF6258F-8260-451D-925F-7EE58614B07F}" dt="2023-08-20T06:52:17.431" v="1521" actId="478"/>
          <ac:picMkLst>
            <pc:docMk/>
            <pc:sldMk cId="535864890" sldId="271"/>
            <ac:picMk id="15" creationId="{D0A050FF-6332-3B28-B323-46A932A378EC}"/>
          </ac:picMkLst>
        </pc:picChg>
        <pc:picChg chg="mod">
          <ac:chgData name="Fernando Fontove" userId="39bcb981d82c3800" providerId="LiveId" clId="{9FF6258F-8260-451D-925F-7EE58614B07F}" dt="2023-08-20T06:52:31.080" v="1526" actId="164"/>
          <ac:picMkLst>
            <pc:docMk/>
            <pc:sldMk cId="535864890" sldId="271"/>
            <ac:picMk id="22" creationId="{862E1FCF-BFBA-7EC1-1E6F-1BB39257EE4D}"/>
          </ac:picMkLst>
        </pc:picChg>
        <pc:picChg chg="add del mod">
          <ac:chgData name="Fernando Fontove" userId="39bcb981d82c3800" providerId="LiveId" clId="{9FF6258F-8260-451D-925F-7EE58614B07F}" dt="2023-08-20T06:52:31.080" v="1526" actId="164"/>
          <ac:picMkLst>
            <pc:docMk/>
            <pc:sldMk cId="535864890" sldId="271"/>
            <ac:picMk id="23" creationId="{8759B311-DC1A-79C1-D644-8B021016AC71}"/>
          </ac:picMkLst>
        </pc:picChg>
      </pc:sldChg>
      <pc:sldChg chg="addSp delSp modSp add mod">
        <pc:chgData name="Fernando Fontove" userId="39bcb981d82c3800" providerId="LiveId" clId="{9FF6258F-8260-451D-925F-7EE58614B07F}" dt="2023-08-20T06:59:30.462" v="1779" actId="20577"/>
        <pc:sldMkLst>
          <pc:docMk/>
          <pc:sldMk cId="2854023657" sldId="272"/>
        </pc:sldMkLst>
        <pc:spChg chg="mod">
          <ac:chgData name="Fernando Fontove" userId="39bcb981d82c3800" providerId="LiveId" clId="{9FF6258F-8260-451D-925F-7EE58614B07F}" dt="2023-08-20T06:57:12.574" v="1634" actId="20577"/>
          <ac:spMkLst>
            <pc:docMk/>
            <pc:sldMk cId="2854023657" sldId="272"/>
            <ac:spMk id="2" creationId="{54E23535-F41D-E6F4-224E-FC135FA81095}"/>
          </ac:spMkLst>
        </pc:spChg>
        <pc:spChg chg="add mod">
          <ac:chgData name="Fernando Fontove" userId="39bcb981d82c3800" providerId="LiveId" clId="{9FF6258F-8260-451D-925F-7EE58614B07F}" dt="2023-08-20T06:59:30.462" v="1779" actId="20577"/>
          <ac:spMkLst>
            <pc:docMk/>
            <pc:sldMk cId="2854023657" sldId="272"/>
            <ac:spMk id="5" creationId="{79AED067-6C07-3CB6-45C4-400FCC066221}"/>
          </ac:spMkLst>
        </pc:spChg>
        <pc:spChg chg="del">
          <ac:chgData name="Fernando Fontove" userId="39bcb981d82c3800" providerId="LiveId" clId="{9FF6258F-8260-451D-925F-7EE58614B07F}" dt="2023-08-20T06:56:59.256" v="1589" actId="478"/>
          <ac:spMkLst>
            <pc:docMk/>
            <pc:sldMk cId="2854023657" sldId="272"/>
            <ac:spMk id="6" creationId="{27899C62-D75C-ED77-21BB-77EA24EF3E7C}"/>
          </ac:spMkLst>
        </pc:spChg>
        <pc:spChg chg="del">
          <ac:chgData name="Fernando Fontove" userId="39bcb981d82c3800" providerId="LiveId" clId="{9FF6258F-8260-451D-925F-7EE58614B07F}" dt="2023-08-20T06:56:59.256" v="1589" actId="478"/>
          <ac:spMkLst>
            <pc:docMk/>
            <pc:sldMk cId="2854023657" sldId="272"/>
            <ac:spMk id="9" creationId="{1660588E-A1E1-E951-4F07-7F90FB43F797}"/>
          </ac:spMkLst>
        </pc:spChg>
        <pc:spChg chg="del">
          <ac:chgData name="Fernando Fontove" userId="39bcb981d82c3800" providerId="LiveId" clId="{9FF6258F-8260-451D-925F-7EE58614B07F}" dt="2023-08-20T06:56:59.256" v="1589" actId="478"/>
          <ac:spMkLst>
            <pc:docMk/>
            <pc:sldMk cId="2854023657" sldId="272"/>
            <ac:spMk id="13" creationId="{7215254C-1C92-38F7-51FA-1812C66A9A7F}"/>
          </ac:spMkLst>
        </pc:spChg>
        <pc:picChg chg="add mod">
          <ac:chgData name="Fernando Fontove" userId="39bcb981d82c3800" providerId="LiveId" clId="{9FF6258F-8260-451D-925F-7EE58614B07F}" dt="2023-08-20T06:58:33.634" v="1643" actId="1076"/>
          <ac:picMkLst>
            <pc:docMk/>
            <pc:sldMk cId="2854023657" sldId="272"/>
            <ac:picMk id="8" creationId="{91653C8B-A5BE-ADB8-E584-0FBF18142D6F}"/>
          </ac:picMkLst>
        </pc:picChg>
        <pc:picChg chg="del">
          <ac:chgData name="Fernando Fontove" userId="39bcb981d82c3800" providerId="LiveId" clId="{9FF6258F-8260-451D-925F-7EE58614B07F}" dt="2023-08-20T06:56:59.256" v="1589" actId="478"/>
          <ac:picMkLst>
            <pc:docMk/>
            <pc:sldMk cId="2854023657" sldId="272"/>
            <ac:picMk id="10" creationId="{BBCF9C51-954F-8A8A-76B0-654EFF1062BE}"/>
          </ac:picMkLst>
        </pc:picChg>
        <pc:picChg chg="del">
          <ac:chgData name="Fernando Fontove" userId="39bcb981d82c3800" providerId="LiveId" clId="{9FF6258F-8260-451D-925F-7EE58614B07F}" dt="2023-08-20T06:56:59.256" v="1589" actId="478"/>
          <ac:picMkLst>
            <pc:docMk/>
            <pc:sldMk cId="2854023657" sldId="272"/>
            <ac:picMk id="12" creationId="{D06A561F-B765-0A77-3615-AA2F7C8D7EAF}"/>
          </ac:picMkLst>
        </pc:picChg>
        <pc:picChg chg="add mod">
          <ac:chgData name="Fernando Fontove" userId="39bcb981d82c3800" providerId="LiveId" clId="{9FF6258F-8260-451D-925F-7EE58614B07F}" dt="2023-08-20T06:58:35.739" v="1644" actId="1076"/>
          <ac:picMkLst>
            <pc:docMk/>
            <pc:sldMk cId="2854023657" sldId="272"/>
            <ac:picMk id="14" creationId="{A9C627A2-7BE3-DCAE-4CF7-1FF178B2D96A}"/>
          </ac:picMkLst>
        </pc:picChg>
        <pc:picChg chg="del">
          <ac:chgData name="Fernando Fontove" userId="39bcb981d82c3800" providerId="LiveId" clId="{9FF6258F-8260-451D-925F-7EE58614B07F}" dt="2023-08-20T06:56:59.256" v="1589" actId="478"/>
          <ac:picMkLst>
            <pc:docMk/>
            <pc:sldMk cId="2854023657" sldId="272"/>
            <ac:picMk id="15" creationId="{D0A050FF-6332-3B28-B323-46A932A378EC}"/>
          </ac:picMkLst>
        </pc:picChg>
        <pc:picChg chg="del">
          <ac:chgData name="Fernando Fontove" userId="39bcb981d82c3800" providerId="LiveId" clId="{9FF6258F-8260-451D-925F-7EE58614B07F}" dt="2023-08-20T06:56:59.256" v="1589" actId="478"/>
          <ac:picMkLst>
            <pc:docMk/>
            <pc:sldMk cId="2854023657" sldId="272"/>
            <ac:picMk id="22" creationId="{862E1FCF-BFBA-7EC1-1E6F-1BB39257EE4D}"/>
          </ac:picMkLst>
        </pc:picChg>
        <pc:picChg chg="del">
          <ac:chgData name="Fernando Fontove" userId="39bcb981d82c3800" providerId="LiveId" clId="{9FF6258F-8260-451D-925F-7EE58614B07F}" dt="2023-08-20T06:56:59.256" v="1589" actId="478"/>
          <ac:picMkLst>
            <pc:docMk/>
            <pc:sldMk cId="2854023657" sldId="272"/>
            <ac:picMk id="23" creationId="{8759B311-DC1A-79C1-D644-8B021016AC71}"/>
          </ac:picMkLst>
        </pc:picChg>
      </pc:sldChg>
      <pc:sldChg chg="addSp delSp modSp add mod">
        <pc:chgData name="Fernando Fontove" userId="39bcb981d82c3800" providerId="LiveId" clId="{9FF6258F-8260-451D-925F-7EE58614B07F}" dt="2023-08-20T07:01:49.701" v="1888" actId="1076"/>
        <pc:sldMkLst>
          <pc:docMk/>
          <pc:sldMk cId="3260095051" sldId="273"/>
        </pc:sldMkLst>
        <pc:spChg chg="mod">
          <ac:chgData name="Fernando Fontove" userId="39bcb981d82c3800" providerId="LiveId" clId="{9FF6258F-8260-451D-925F-7EE58614B07F}" dt="2023-08-20T07:01:41.094" v="1885" actId="20577"/>
          <ac:spMkLst>
            <pc:docMk/>
            <pc:sldMk cId="3260095051" sldId="273"/>
            <ac:spMk id="2" creationId="{54E23535-F41D-E6F4-224E-FC135FA81095}"/>
          </ac:spMkLst>
        </pc:spChg>
        <pc:spChg chg="del mod">
          <ac:chgData name="Fernando Fontove" userId="39bcb981d82c3800" providerId="LiveId" clId="{9FF6258F-8260-451D-925F-7EE58614B07F}" dt="2023-08-20T07:01:45.177" v="1886" actId="478"/>
          <ac:spMkLst>
            <pc:docMk/>
            <pc:sldMk cId="3260095051" sldId="273"/>
            <ac:spMk id="5" creationId="{79AED067-6C07-3CB6-45C4-400FCC066221}"/>
          </ac:spMkLst>
        </pc:spChg>
        <pc:spChg chg="add del mod">
          <ac:chgData name="Fernando Fontove" userId="39bcb981d82c3800" providerId="LiveId" clId="{9FF6258F-8260-451D-925F-7EE58614B07F}" dt="2023-08-20T07:01:47.814" v="1887" actId="478"/>
          <ac:spMkLst>
            <pc:docMk/>
            <pc:sldMk cId="3260095051" sldId="273"/>
            <ac:spMk id="9" creationId="{684D3252-EC58-B1A3-2F2E-F175CCE8492A}"/>
          </ac:spMkLst>
        </pc:spChg>
        <pc:picChg chg="add mod">
          <ac:chgData name="Fernando Fontove" userId="39bcb981d82c3800" providerId="LiveId" clId="{9FF6258F-8260-451D-925F-7EE58614B07F}" dt="2023-08-20T07:01:49.701" v="1888" actId="1076"/>
          <ac:picMkLst>
            <pc:docMk/>
            <pc:sldMk cId="3260095051" sldId="273"/>
            <ac:picMk id="6" creationId="{0626C5DF-6D22-434E-664C-4690ECEA0055}"/>
          </ac:picMkLst>
        </pc:picChg>
        <pc:picChg chg="del">
          <ac:chgData name="Fernando Fontove" userId="39bcb981d82c3800" providerId="LiveId" clId="{9FF6258F-8260-451D-925F-7EE58614B07F}" dt="2023-08-20T07:01:02.822" v="1822" actId="478"/>
          <ac:picMkLst>
            <pc:docMk/>
            <pc:sldMk cId="3260095051" sldId="273"/>
            <ac:picMk id="8" creationId="{91653C8B-A5BE-ADB8-E584-0FBF18142D6F}"/>
          </ac:picMkLst>
        </pc:picChg>
        <pc:picChg chg="del">
          <ac:chgData name="Fernando Fontove" userId="39bcb981d82c3800" providerId="LiveId" clId="{9FF6258F-8260-451D-925F-7EE58614B07F}" dt="2023-08-20T07:01:04.677" v="1823" actId="478"/>
          <ac:picMkLst>
            <pc:docMk/>
            <pc:sldMk cId="3260095051" sldId="273"/>
            <ac:picMk id="14" creationId="{A9C627A2-7BE3-DCAE-4CF7-1FF178B2D96A}"/>
          </ac:picMkLst>
        </pc:picChg>
      </pc:sldChg>
      <pc:sldChg chg="addSp delSp modSp add mod">
        <pc:chgData name="Fernando Fontove" userId="39bcb981d82c3800" providerId="LiveId" clId="{9FF6258F-8260-451D-925F-7EE58614B07F}" dt="2023-08-20T07:03:49.541" v="2051" actId="1035"/>
        <pc:sldMkLst>
          <pc:docMk/>
          <pc:sldMk cId="419206261" sldId="274"/>
        </pc:sldMkLst>
        <pc:spChg chg="add mod">
          <ac:chgData name="Fernando Fontove" userId="39bcb981d82c3800" providerId="LiveId" clId="{9FF6258F-8260-451D-925F-7EE58614B07F}" dt="2023-08-20T07:02:46.086" v="1985" actId="20577"/>
          <ac:spMkLst>
            <pc:docMk/>
            <pc:sldMk cId="419206261" sldId="274"/>
            <ac:spMk id="7" creationId="{E2BE79C0-B69A-149B-A5F4-159BA29FD62C}"/>
          </ac:spMkLst>
        </pc:spChg>
        <pc:picChg chg="add mod">
          <ac:chgData name="Fernando Fontove" userId="39bcb981d82c3800" providerId="LiveId" clId="{9FF6258F-8260-451D-925F-7EE58614B07F}" dt="2023-08-20T07:03:49.541" v="2051" actId="1035"/>
          <ac:picMkLst>
            <pc:docMk/>
            <pc:sldMk cId="419206261" sldId="274"/>
            <ac:picMk id="5" creationId="{87F583F6-474D-1E10-265E-0734553557BC}"/>
          </ac:picMkLst>
        </pc:picChg>
        <pc:picChg chg="del">
          <ac:chgData name="Fernando Fontove" userId="39bcb981d82c3800" providerId="LiveId" clId="{9FF6258F-8260-451D-925F-7EE58614B07F}" dt="2023-08-20T07:03:43.862" v="2049" actId="478"/>
          <ac:picMkLst>
            <pc:docMk/>
            <pc:sldMk cId="419206261" sldId="274"/>
            <ac:picMk id="6" creationId="{0626C5DF-6D22-434E-664C-4690ECEA0055}"/>
          </ac:picMkLst>
        </pc:picChg>
        <pc:picChg chg="add mod">
          <ac:chgData name="Fernando Fontove" userId="39bcb981d82c3800" providerId="LiveId" clId="{9FF6258F-8260-451D-925F-7EE58614B07F}" dt="2023-08-20T07:03:47.260" v="2050" actId="14100"/>
          <ac:picMkLst>
            <pc:docMk/>
            <pc:sldMk cId="419206261" sldId="274"/>
            <ac:picMk id="9" creationId="{96794875-2770-4EFA-9859-0DEA63650E4D}"/>
          </ac:picMkLst>
        </pc:picChg>
      </pc:sldChg>
      <pc:sldChg chg="addSp delSp modSp add mod">
        <pc:chgData name="Fernando Fontove" userId="39bcb981d82c3800" providerId="LiveId" clId="{9FF6258F-8260-451D-925F-7EE58614B07F}" dt="2023-08-20T07:04:41.846" v="2059" actId="478"/>
        <pc:sldMkLst>
          <pc:docMk/>
          <pc:sldMk cId="2509672677" sldId="275"/>
        </pc:sldMkLst>
        <pc:spChg chg="mod">
          <ac:chgData name="Fernando Fontove" userId="39bcb981d82c3800" providerId="LiveId" clId="{9FF6258F-8260-451D-925F-7EE58614B07F}" dt="2023-08-20T07:03:02.942" v="2045" actId="20577"/>
          <ac:spMkLst>
            <pc:docMk/>
            <pc:sldMk cId="2509672677" sldId="275"/>
            <ac:spMk id="2" creationId="{54E23535-F41D-E6F4-224E-FC135FA81095}"/>
          </ac:spMkLst>
        </pc:spChg>
        <pc:spChg chg="del">
          <ac:chgData name="Fernando Fontove" userId="39bcb981d82c3800" providerId="LiveId" clId="{9FF6258F-8260-451D-925F-7EE58614B07F}" dt="2023-08-20T07:04:39.504" v="2058" actId="478"/>
          <ac:spMkLst>
            <pc:docMk/>
            <pc:sldMk cId="2509672677" sldId="275"/>
            <ac:spMk id="7" creationId="{E2BE79C0-B69A-149B-A5F4-159BA29FD62C}"/>
          </ac:spMkLst>
        </pc:spChg>
        <pc:spChg chg="add del mod">
          <ac:chgData name="Fernando Fontove" userId="39bcb981d82c3800" providerId="LiveId" clId="{9FF6258F-8260-451D-925F-7EE58614B07F}" dt="2023-08-20T07:04:41.846" v="2059" actId="478"/>
          <ac:spMkLst>
            <pc:docMk/>
            <pc:sldMk cId="2509672677" sldId="275"/>
            <ac:spMk id="10" creationId="{3B2FA378-0E68-2A3D-30B7-124829FCF2F4}"/>
          </ac:spMkLst>
        </pc:spChg>
        <pc:picChg chg="del">
          <ac:chgData name="Fernando Fontove" userId="39bcb981d82c3800" providerId="LiveId" clId="{9FF6258F-8260-451D-925F-7EE58614B07F}" dt="2023-08-20T07:03:05.966" v="2046" actId="478"/>
          <ac:picMkLst>
            <pc:docMk/>
            <pc:sldMk cId="2509672677" sldId="275"/>
            <ac:picMk id="5" creationId="{87F583F6-474D-1E10-265E-0734553557BC}"/>
          </ac:picMkLst>
        </pc:picChg>
        <pc:picChg chg="del">
          <ac:chgData name="Fernando Fontove" userId="39bcb981d82c3800" providerId="LiveId" clId="{9FF6258F-8260-451D-925F-7EE58614B07F}" dt="2023-08-20T07:03:05.966" v="2046" actId="478"/>
          <ac:picMkLst>
            <pc:docMk/>
            <pc:sldMk cId="2509672677" sldId="275"/>
            <ac:picMk id="6" creationId="{0626C5DF-6D22-434E-664C-4690ECEA0055}"/>
          </ac:picMkLst>
        </pc:picChg>
        <pc:picChg chg="add del mod modCrop">
          <ac:chgData name="Fernando Fontove" userId="39bcb981d82c3800" providerId="LiveId" clId="{9FF6258F-8260-451D-925F-7EE58614B07F}" dt="2023-08-20T07:04:38.086" v="2057" actId="478"/>
          <ac:picMkLst>
            <pc:docMk/>
            <pc:sldMk cId="2509672677" sldId="275"/>
            <ac:picMk id="8" creationId="{80D02032-B7C7-C159-CF0F-B7B6FE9584E1}"/>
          </ac:picMkLst>
        </pc:picChg>
      </pc:sldChg>
      <pc:sldChg chg="add">
        <pc:chgData name="Fernando Fontove" userId="39bcb981d82c3800" providerId="LiveId" clId="{9FF6258F-8260-451D-925F-7EE58614B07F}" dt="2023-08-20T07:04:36.107" v="2056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9FF6258F-8260-451D-925F-7EE58614B07F}" dt="2023-08-20T07:14:31.633" v="2216" actId="1076"/>
        <pc:sldMkLst>
          <pc:docMk/>
          <pc:sldMk cId="2897022490" sldId="277"/>
        </pc:sldMkLst>
        <pc:spChg chg="mod">
          <ac:chgData name="Fernando Fontove" userId="39bcb981d82c3800" providerId="LiveId" clId="{9FF6258F-8260-451D-925F-7EE58614B07F}" dt="2023-08-20T07:13:07.782" v="2132" actId="113"/>
          <ac:spMkLst>
            <pc:docMk/>
            <pc:sldMk cId="2897022490" sldId="277"/>
            <ac:spMk id="2" creationId="{54E23535-F41D-E6F4-224E-FC135FA81095}"/>
          </ac:spMkLst>
        </pc:spChg>
        <pc:spChg chg="mod">
          <ac:chgData name="Fernando Fontove" userId="39bcb981d82c3800" providerId="LiveId" clId="{9FF6258F-8260-451D-925F-7EE58614B07F}" dt="2023-08-20T07:13:32.782" v="2211" actId="20577"/>
          <ac:spMkLst>
            <pc:docMk/>
            <pc:sldMk cId="2897022490" sldId="277"/>
            <ac:spMk id="7" creationId="{E2BE79C0-B69A-149B-A5F4-159BA29FD62C}"/>
          </ac:spMkLst>
        </pc:spChg>
        <pc:picChg chg="add mod">
          <ac:chgData name="Fernando Fontove" userId="39bcb981d82c3800" providerId="LiveId" clId="{9FF6258F-8260-451D-925F-7EE58614B07F}" dt="2023-08-20T07:14:31.633" v="2216" actId="1076"/>
          <ac:picMkLst>
            <pc:docMk/>
            <pc:sldMk cId="2897022490" sldId="277"/>
            <ac:picMk id="5" creationId="{E4FDE729-182E-F09A-CDCB-36C5C5D2645F}"/>
          </ac:picMkLst>
        </pc:picChg>
        <pc:picChg chg="del">
          <ac:chgData name="Fernando Fontove" userId="39bcb981d82c3800" providerId="LiveId" clId="{9FF6258F-8260-451D-925F-7EE58614B07F}" dt="2023-08-20T07:13:11.318" v="2133" actId="478"/>
          <ac:picMkLst>
            <pc:docMk/>
            <pc:sldMk cId="2897022490" sldId="277"/>
            <ac:picMk id="8" creationId="{80D02032-B7C7-C159-CF0F-B7B6FE9584E1}"/>
          </ac:picMkLst>
        </pc:picChg>
      </pc:sldChg>
      <pc:sldChg chg="addSp delSp modSp add mod">
        <pc:chgData name="Fernando Fontove" userId="39bcb981d82c3800" providerId="LiveId" clId="{9FF6258F-8260-451D-925F-7EE58614B07F}" dt="2023-08-20T07:18:27.483" v="2467" actId="14100"/>
        <pc:sldMkLst>
          <pc:docMk/>
          <pc:sldMk cId="545065206" sldId="278"/>
        </pc:sldMkLst>
        <pc:spChg chg="mod">
          <ac:chgData name="Fernando Fontove" userId="39bcb981d82c3800" providerId="LiveId" clId="{9FF6258F-8260-451D-925F-7EE58614B07F}" dt="2023-08-20T07:15:29.382" v="2262" actId="113"/>
          <ac:spMkLst>
            <pc:docMk/>
            <pc:sldMk cId="545065206" sldId="278"/>
            <ac:spMk id="2" creationId="{54E23535-F41D-E6F4-224E-FC135FA81095}"/>
          </ac:spMkLst>
        </pc:spChg>
        <pc:spChg chg="add del mod">
          <ac:chgData name="Fernando Fontove" userId="39bcb981d82c3800" providerId="LiveId" clId="{9FF6258F-8260-451D-925F-7EE58614B07F}" dt="2023-08-20T07:14:48.086" v="2233" actId="478"/>
          <ac:spMkLst>
            <pc:docMk/>
            <pc:sldMk cId="545065206" sldId="278"/>
            <ac:spMk id="6" creationId="{56E84465-A28A-7365-B9CC-9F6834488B7A}"/>
          </ac:spMkLst>
        </pc:spChg>
        <pc:spChg chg="del">
          <ac:chgData name="Fernando Fontove" userId="39bcb981d82c3800" providerId="LiveId" clId="{9FF6258F-8260-451D-925F-7EE58614B07F}" dt="2023-08-20T07:14:45.191" v="2232" actId="478"/>
          <ac:spMkLst>
            <pc:docMk/>
            <pc:sldMk cId="545065206" sldId="278"/>
            <ac:spMk id="7" creationId="{E2BE79C0-B69A-149B-A5F4-159BA29FD62C}"/>
          </ac:spMkLst>
        </pc:spChg>
        <pc:spChg chg="add mod">
          <ac:chgData name="Fernando Fontove" userId="39bcb981d82c3800" providerId="LiveId" clId="{9FF6258F-8260-451D-925F-7EE58614B07F}" dt="2023-08-20T07:15:27.495" v="2260" actId="1076"/>
          <ac:spMkLst>
            <pc:docMk/>
            <pc:sldMk cId="545065206" sldId="278"/>
            <ac:spMk id="8" creationId="{9549364A-66FE-27C2-2C22-28657135C915}"/>
          </ac:spMkLst>
        </pc:spChg>
        <pc:spChg chg="add mod">
          <ac:chgData name="Fernando Fontove" userId="39bcb981d82c3800" providerId="LiveId" clId="{9FF6258F-8260-451D-925F-7EE58614B07F}" dt="2023-08-20T07:16:05.217" v="2354" actId="1076"/>
          <ac:spMkLst>
            <pc:docMk/>
            <pc:sldMk cId="545065206" sldId="278"/>
            <ac:spMk id="12" creationId="{1394BD4D-DEA0-8ACA-6D0A-3D678E578C53}"/>
          </ac:spMkLst>
        </pc:spChg>
        <pc:spChg chg="add mod">
          <ac:chgData name="Fernando Fontove" userId="39bcb981d82c3800" providerId="LiveId" clId="{9FF6258F-8260-451D-925F-7EE58614B07F}" dt="2023-08-20T07:17:12.601" v="2411" actId="1076"/>
          <ac:spMkLst>
            <pc:docMk/>
            <pc:sldMk cId="545065206" sldId="278"/>
            <ac:spMk id="15" creationId="{899E1862-8677-552B-5002-2E01C1C00A72}"/>
          </ac:spMkLst>
        </pc:spChg>
        <pc:spChg chg="add mod">
          <ac:chgData name="Fernando Fontove" userId="39bcb981d82c3800" providerId="LiveId" clId="{9FF6258F-8260-451D-925F-7EE58614B07F}" dt="2023-08-20T07:18:10.295" v="2462" actId="1076"/>
          <ac:spMkLst>
            <pc:docMk/>
            <pc:sldMk cId="545065206" sldId="278"/>
            <ac:spMk id="21" creationId="{5A4B6125-F083-A606-B982-319F8859351C}"/>
          </ac:spMkLst>
        </pc:spChg>
        <pc:spChg chg="add mod">
          <ac:chgData name="Fernando Fontove" userId="39bcb981d82c3800" providerId="LiveId" clId="{9FF6258F-8260-451D-925F-7EE58614B07F}" dt="2023-08-20T07:18:27.483" v="2467" actId="14100"/>
          <ac:spMkLst>
            <pc:docMk/>
            <pc:sldMk cId="545065206" sldId="278"/>
            <ac:spMk id="23" creationId="{A7E2E18E-AA20-EC90-F3E2-FF921BA8D676}"/>
          </ac:spMkLst>
        </pc:spChg>
        <pc:picChg chg="mod">
          <ac:chgData name="Fernando Fontove" userId="39bcb981d82c3800" providerId="LiveId" clId="{9FF6258F-8260-451D-925F-7EE58614B07F}" dt="2023-08-20T07:15:31.733" v="2263" actId="1076"/>
          <ac:picMkLst>
            <pc:docMk/>
            <pc:sldMk cId="545065206" sldId="278"/>
            <ac:picMk id="5" creationId="{E4FDE729-182E-F09A-CDCB-36C5C5D2645F}"/>
          </ac:picMkLst>
        </pc:picChg>
        <pc:cxnChg chg="add mod">
          <ac:chgData name="Fernando Fontove" userId="39bcb981d82c3800" providerId="LiveId" clId="{9FF6258F-8260-451D-925F-7EE58614B07F}" dt="2023-08-20T07:15:35.160" v="2265" actId="14100"/>
          <ac:cxnSpMkLst>
            <pc:docMk/>
            <pc:sldMk cId="545065206" sldId="278"/>
            <ac:cxnSpMk id="9" creationId="{9C33513B-0B25-4FAF-4307-C24BF02BE4AB}"/>
          </ac:cxnSpMkLst>
        </pc:cxnChg>
        <pc:cxnChg chg="add mod">
          <ac:chgData name="Fernando Fontove" userId="39bcb981d82c3800" providerId="LiveId" clId="{9FF6258F-8260-451D-925F-7EE58614B07F}" dt="2023-08-20T07:16:11.959" v="2356" actId="14100"/>
          <ac:cxnSpMkLst>
            <pc:docMk/>
            <pc:sldMk cId="545065206" sldId="278"/>
            <ac:cxnSpMk id="13" creationId="{B3492B36-BEF9-1A70-CE8C-F6B578B205D9}"/>
          </ac:cxnSpMkLst>
        </pc:cxnChg>
        <pc:cxnChg chg="add mod">
          <ac:chgData name="Fernando Fontove" userId="39bcb981d82c3800" providerId="LiveId" clId="{9FF6258F-8260-451D-925F-7EE58614B07F}" dt="2023-08-20T07:17:08.256" v="2410" actId="14100"/>
          <ac:cxnSpMkLst>
            <pc:docMk/>
            <pc:sldMk cId="545065206" sldId="278"/>
            <ac:cxnSpMk id="16" creationId="{1CC92DC4-77C7-19D3-E0D4-E85EAA107251}"/>
          </ac:cxnSpMkLst>
        </pc:cxnChg>
        <pc:cxnChg chg="add mod">
          <ac:chgData name="Fernando Fontove" userId="39bcb981d82c3800" providerId="LiveId" clId="{9FF6258F-8260-451D-925F-7EE58614B07F}" dt="2023-08-20T07:17:22.393" v="2416" actId="14100"/>
          <ac:cxnSpMkLst>
            <pc:docMk/>
            <pc:sldMk cId="545065206" sldId="278"/>
            <ac:cxnSpMk id="18" creationId="{816454A4-D9AB-676C-9F70-1632EC2BF703}"/>
          </ac:cxnSpMkLst>
        </pc:cxnChg>
        <pc:cxnChg chg="add mod">
          <ac:chgData name="Fernando Fontove" userId="39bcb981d82c3800" providerId="LiveId" clId="{9FF6258F-8260-451D-925F-7EE58614B07F}" dt="2023-08-20T07:17:51.094" v="2437" actId="571"/>
          <ac:cxnSpMkLst>
            <pc:docMk/>
            <pc:sldMk cId="545065206" sldId="278"/>
            <ac:cxnSpMk id="22" creationId="{08D11543-5AFB-2493-8188-EA55A9CB45BD}"/>
          </ac:cxnSpMkLst>
        </pc:cxnChg>
      </pc:sldChg>
      <pc:sldChg chg="addSp delSp modSp add mod">
        <pc:chgData name="Fernando Fontove" userId="39bcb981d82c3800" providerId="LiveId" clId="{9FF6258F-8260-451D-925F-7EE58614B07F}" dt="2023-08-20T07:20:33.831" v="2589" actId="1076"/>
        <pc:sldMkLst>
          <pc:docMk/>
          <pc:sldMk cId="3569834345" sldId="279"/>
        </pc:sldMkLst>
        <pc:spChg chg="mod">
          <ac:chgData name="Fernando Fontove" userId="39bcb981d82c3800" providerId="LiveId" clId="{9FF6258F-8260-451D-925F-7EE58614B07F}" dt="2023-08-20T07:19:03.222" v="2580" actId="20577"/>
          <ac:spMkLst>
            <pc:docMk/>
            <pc:sldMk cId="3569834345" sldId="279"/>
            <ac:spMk id="2" creationId="{54E23535-F41D-E6F4-224E-FC135FA81095}"/>
          </ac:spMkLst>
        </pc:spChg>
        <pc:spChg chg="del">
          <ac:chgData name="Fernando Fontove" userId="39bcb981d82c3800" providerId="LiveId" clId="{9FF6258F-8260-451D-925F-7EE58614B07F}" dt="2023-08-20T07:19:08.102" v="2581" actId="478"/>
          <ac:spMkLst>
            <pc:docMk/>
            <pc:sldMk cId="3569834345" sldId="279"/>
            <ac:spMk id="8" creationId="{9549364A-66FE-27C2-2C22-28657135C915}"/>
          </ac:spMkLst>
        </pc:spChg>
        <pc:spChg chg="del">
          <ac:chgData name="Fernando Fontove" userId="39bcb981d82c3800" providerId="LiveId" clId="{9FF6258F-8260-451D-925F-7EE58614B07F}" dt="2023-08-20T07:19:15.454" v="2583" actId="478"/>
          <ac:spMkLst>
            <pc:docMk/>
            <pc:sldMk cId="3569834345" sldId="279"/>
            <ac:spMk id="12" creationId="{1394BD4D-DEA0-8ACA-6D0A-3D678E578C53}"/>
          </ac:spMkLst>
        </pc:spChg>
        <pc:spChg chg="del">
          <ac:chgData name="Fernando Fontove" userId="39bcb981d82c3800" providerId="LiveId" clId="{9FF6258F-8260-451D-925F-7EE58614B07F}" dt="2023-08-20T07:19:10.606" v="2582" actId="478"/>
          <ac:spMkLst>
            <pc:docMk/>
            <pc:sldMk cId="3569834345" sldId="279"/>
            <ac:spMk id="15" creationId="{899E1862-8677-552B-5002-2E01C1C00A72}"/>
          </ac:spMkLst>
        </pc:spChg>
        <pc:spChg chg="del">
          <ac:chgData name="Fernando Fontove" userId="39bcb981d82c3800" providerId="LiveId" clId="{9FF6258F-8260-451D-925F-7EE58614B07F}" dt="2023-08-20T07:19:15.454" v="2583" actId="478"/>
          <ac:spMkLst>
            <pc:docMk/>
            <pc:sldMk cId="3569834345" sldId="279"/>
            <ac:spMk id="21" creationId="{5A4B6125-F083-A606-B982-319F8859351C}"/>
          </ac:spMkLst>
        </pc:spChg>
        <pc:spChg chg="del">
          <ac:chgData name="Fernando Fontove" userId="39bcb981d82c3800" providerId="LiveId" clId="{9FF6258F-8260-451D-925F-7EE58614B07F}" dt="2023-08-20T07:19:15.454" v="2583" actId="478"/>
          <ac:spMkLst>
            <pc:docMk/>
            <pc:sldMk cId="3569834345" sldId="279"/>
            <ac:spMk id="23" creationId="{A7E2E18E-AA20-EC90-F3E2-FF921BA8D676}"/>
          </ac:spMkLst>
        </pc:spChg>
        <pc:picChg chg="del">
          <ac:chgData name="Fernando Fontove" userId="39bcb981d82c3800" providerId="LiveId" clId="{9FF6258F-8260-451D-925F-7EE58614B07F}" dt="2023-08-20T07:20:26.790" v="2584" actId="478"/>
          <ac:picMkLst>
            <pc:docMk/>
            <pc:sldMk cId="3569834345" sldId="279"/>
            <ac:picMk id="5" creationId="{E4FDE729-182E-F09A-CDCB-36C5C5D2645F}"/>
          </ac:picMkLst>
        </pc:picChg>
        <pc:picChg chg="add mod">
          <ac:chgData name="Fernando Fontove" userId="39bcb981d82c3800" providerId="LiveId" clId="{9FF6258F-8260-451D-925F-7EE58614B07F}" dt="2023-08-20T07:20:33.831" v="2589" actId="1076"/>
          <ac:picMkLst>
            <pc:docMk/>
            <pc:sldMk cId="3569834345" sldId="279"/>
            <ac:picMk id="6" creationId="{E4245482-E331-78D5-A4F9-15BF7C74D2BE}"/>
          </ac:picMkLst>
        </pc:picChg>
        <pc:cxnChg chg="del">
          <ac:chgData name="Fernando Fontove" userId="39bcb981d82c3800" providerId="LiveId" clId="{9FF6258F-8260-451D-925F-7EE58614B07F}" dt="2023-08-20T07:19:08.102" v="2581" actId="478"/>
          <ac:cxnSpMkLst>
            <pc:docMk/>
            <pc:sldMk cId="3569834345" sldId="279"/>
            <ac:cxnSpMk id="9" creationId="{9C33513B-0B25-4FAF-4307-C24BF02BE4AB}"/>
          </ac:cxnSpMkLst>
        </pc:cxnChg>
        <pc:cxnChg chg="del">
          <ac:chgData name="Fernando Fontove" userId="39bcb981d82c3800" providerId="LiveId" clId="{9FF6258F-8260-451D-925F-7EE58614B07F}" dt="2023-08-20T07:19:15.454" v="2583" actId="478"/>
          <ac:cxnSpMkLst>
            <pc:docMk/>
            <pc:sldMk cId="3569834345" sldId="279"/>
            <ac:cxnSpMk id="13" creationId="{B3492B36-BEF9-1A70-CE8C-F6B578B205D9}"/>
          </ac:cxnSpMkLst>
        </pc:cxnChg>
        <pc:cxnChg chg="del">
          <ac:chgData name="Fernando Fontove" userId="39bcb981d82c3800" providerId="LiveId" clId="{9FF6258F-8260-451D-925F-7EE58614B07F}" dt="2023-08-20T07:19:08.102" v="2581" actId="478"/>
          <ac:cxnSpMkLst>
            <pc:docMk/>
            <pc:sldMk cId="3569834345" sldId="279"/>
            <ac:cxnSpMk id="16" creationId="{1CC92DC4-77C7-19D3-E0D4-E85EAA107251}"/>
          </ac:cxnSpMkLst>
        </pc:cxnChg>
        <pc:cxnChg chg="del">
          <ac:chgData name="Fernando Fontove" userId="39bcb981d82c3800" providerId="LiveId" clId="{9FF6258F-8260-451D-925F-7EE58614B07F}" dt="2023-08-20T07:19:08.102" v="2581" actId="478"/>
          <ac:cxnSpMkLst>
            <pc:docMk/>
            <pc:sldMk cId="3569834345" sldId="279"/>
            <ac:cxnSpMk id="18" creationId="{816454A4-D9AB-676C-9F70-1632EC2BF703}"/>
          </ac:cxnSpMkLst>
        </pc:cxnChg>
      </pc:sldChg>
      <pc:sldChg chg="addSp delSp modSp add mod">
        <pc:chgData name="Fernando Fontove" userId="39bcb981d82c3800" providerId="LiveId" clId="{9FF6258F-8260-451D-925F-7EE58614B07F}" dt="2023-08-20T07:21:18.168" v="2641" actId="14100"/>
        <pc:sldMkLst>
          <pc:docMk/>
          <pc:sldMk cId="2952870153" sldId="280"/>
        </pc:sldMkLst>
        <pc:spChg chg="mod">
          <ac:chgData name="Fernando Fontove" userId="39bcb981d82c3800" providerId="LiveId" clId="{9FF6258F-8260-451D-925F-7EE58614B07F}" dt="2023-08-20T07:20:48.902" v="2637" actId="20577"/>
          <ac:spMkLst>
            <pc:docMk/>
            <pc:sldMk cId="2952870153" sldId="280"/>
            <ac:spMk id="2" creationId="{54E23535-F41D-E6F4-224E-FC135FA81095}"/>
          </ac:spMkLst>
        </pc:spChg>
        <pc:picChg chg="add mod">
          <ac:chgData name="Fernando Fontove" userId="39bcb981d82c3800" providerId="LiveId" clId="{9FF6258F-8260-451D-925F-7EE58614B07F}" dt="2023-08-20T07:21:18.168" v="2641" actId="14100"/>
          <ac:picMkLst>
            <pc:docMk/>
            <pc:sldMk cId="2952870153" sldId="280"/>
            <ac:picMk id="5" creationId="{EB26A0DB-47E5-EE60-78A6-8AEB47BDF4FE}"/>
          </ac:picMkLst>
        </pc:picChg>
        <pc:picChg chg="del">
          <ac:chgData name="Fernando Fontove" userId="39bcb981d82c3800" providerId="LiveId" clId="{9FF6258F-8260-451D-925F-7EE58614B07F}" dt="2023-08-20T07:21:14.487" v="2638" actId="478"/>
          <ac:picMkLst>
            <pc:docMk/>
            <pc:sldMk cId="2952870153" sldId="280"/>
            <ac:picMk id="6" creationId="{E4245482-E331-78D5-A4F9-15BF7C74D2BE}"/>
          </ac:picMkLst>
        </pc:picChg>
      </pc:sldChg>
      <pc:sldChg chg="addSp delSp modSp add mod">
        <pc:chgData name="Fernando Fontove" userId="39bcb981d82c3800" providerId="LiveId" clId="{9FF6258F-8260-451D-925F-7EE58614B07F}" dt="2023-08-20T07:25:46.828" v="2753" actId="732"/>
        <pc:sldMkLst>
          <pc:docMk/>
          <pc:sldMk cId="4030915842" sldId="281"/>
        </pc:sldMkLst>
        <pc:spChg chg="mod">
          <ac:chgData name="Fernando Fontove" userId="39bcb981d82c3800" providerId="LiveId" clId="{9FF6258F-8260-451D-925F-7EE58614B07F}" dt="2023-08-20T07:21:50.902" v="2741" actId="20577"/>
          <ac:spMkLst>
            <pc:docMk/>
            <pc:sldMk cId="4030915842" sldId="281"/>
            <ac:spMk id="2" creationId="{54E23535-F41D-E6F4-224E-FC135FA81095}"/>
          </ac:spMkLst>
        </pc:spChg>
        <pc:picChg chg="del">
          <ac:chgData name="Fernando Fontove" userId="39bcb981d82c3800" providerId="LiveId" clId="{9FF6258F-8260-451D-925F-7EE58614B07F}" dt="2023-08-20T07:24:34.758" v="2742" actId="478"/>
          <ac:picMkLst>
            <pc:docMk/>
            <pc:sldMk cId="4030915842" sldId="281"/>
            <ac:picMk id="5" creationId="{EB26A0DB-47E5-EE60-78A6-8AEB47BDF4FE}"/>
          </ac:picMkLst>
        </pc:picChg>
        <pc:picChg chg="add del mod">
          <ac:chgData name="Fernando Fontove" userId="39bcb981d82c3800" providerId="LiveId" clId="{9FF6258F-8260-451D-925F-7EE58614B07F}" dt="2023-08-20T07:25:08.285" v="2749" actId="478"/>
          <ac:picMkLst>
            <pc:docMk/>
            <pc:sldMk cId="4030915842" sldId="281"/>
            <ac:picMk id="6" creationId="{4A3F1FC3-8608-45A1-AC14-88EB4F062B31}"/>
          </ac:picMkLst>
        </pc:picChg>
        <pc:picChg chg="add mod modCrop">
          <ac:chgData name="Fernando Fontove" userId="39bcb981d82c3800" providerId="LiveId" clId="{9FF6258F-8260-451D-925F-7EE58614B07F}" dt="2023-08-20T07:25:46.828" v="2753" actId="732"/>
          <ac:picMkLst>
            <pc:docMk/>
            <pc:sldMk cId="4030915842" sldId="281"/>
            <ac:picMk id="8" creationId="{D3405AE0-8B4D-FD92-1089-AEC3872AFB7F}"/>
          </ac:picMkLst>
        </pc:picChg>
      </pc:sldChg>
      <pc:sldChg chg="addSp delSp modSp add mod">
        <pc:chgData name="Fernando Fontove" userId="39bcb981d82c3800" providerId="LiveId" clId="{9FF6258F-8260-451D-925F-7EE58614B07F}" dt="2023-08-20T07:28:26.009" v="2906" actId="1076"/>
        <pc:sldMkLst>
          <pc:docMk/>
          <pc:sldMk cId="3911022418" sldId="282"/>
        </pc:sldMkLst>
        <pc:spChg chg="mod">
          <ac:chgData name="Fernando Fontove" userId="39bcb981d82c3800" providerId="LiveId" clId="{9FF6258F-8260-451D-925F-7EE58614B07F}" dt="2023-08-20T07:27:52.436" v="2895" actId="1076"/>
          <ac:spMkLst>
            <pc:docMk/>
            <pc:sldMk cId="3911022418" sldId="282"/>
            <ac:spMk id="2" creationId="{54E23535-F41D-E6F4-224E-FC135FA81095}"/>
          </ac:spMkLst>
        </pc:spChg>
        <pc:picChg chg="add mod">
          <ac:chgData name="Fernando Fontove" userId="39bcb981d82c3800" providerId="LiveId" clId="{9FF6258F-8260-451D-925F-7EE58614B07F}" dt="2023-08-20T07:27:54.490" v="2896" actId="1076"/>
          <ac:picMkLst>
            <pc:docMk/>
            <pc:sldMk cId="3911022418" sldId="282"/>
            <ac:picMk id="5" creationId="{F910DC29-D78E-898E-56AF-692EF77527A2}"/>
          </ac:picMkLst>
        </pc:picChg>
        <pc:picChg chg="add del mod">
          <ac:chgData name="Fernando Fontove" userId="39bcb981d82c3800" providerId="LiveId" clId="{9FF6258F-8260-451D-925F-7EE58614B07F}" dt="2023-08-20T07:28:12.662" v="2900" actId="478"/>
          <ac:picMkLst>
            <pc:docMk/>
            <pc:sldMk cId="3911022418" sldId="282"/>
            <ac:picMk id="7" creationId="{E2C71A67-23E9-78D0-6825-8B3B6059F356}"/>
          </ac:picMkLst>
        </pc:picChg>
        <pc:picChg chg="del">
          <ac:chgData name="Fernando Fontove" userId="39bcb981d82c3800" providerId="LiveId" clId="{9FF6258F-8260-451D-925F-7EE58614B07F}" dt="2023-08-20T07:26:38.262" v="2858" actId="478"/>
          <ac:picMkLst>
            <pc:docMk/>
            <pc:sldMk cId="3911022418" sldId="282"/>
            <ac:picMk id="8" creationId="{D3405AE0-8B4D-FD92-1089-AEC3872AFB7F}"/>
          </ac:picMkLst>
        </pc:picChg>
        <pc:picChg chg="add mod">
          <ac:chgData name="Fernando Fontove" userId="39bcb981d82c3800" providerId="LiveId" clId="{9FF6258F-8260-451D-925F-7EE58614B07F}" dt="2023-08-20T07:28:26.009" v="2906" actId="1076"/>
          <ac:picMkLst>
            <pc:docMk/>
            <pc:sldMk cId="3911022418" sldId="282"/>
            <ac:picMk id="10" creationId="{19782C5B-E078-9B67-A6CE-8AB267552061}"/>
          </ac:picMkLst>
        </pc:picChg>
      </pc:sldChg>
      <pc:sldChg chg="addSp delSp modSp add mod ord">
        <pc:chgData name="Fernando Fontove" userId="39bcb981d82c3800" providerId="LiveId" clId="{9FF6258F-8260-451D-925F-7EE58614B07F}" dt="2023-08-20T07:30:12.334" v="2991" actId="1076"/>
        <pc:sldMkLst>
          <pc:docMk/>
          <pc:sldMk cId="879351787" sldId="283"/>
        </pc:sldMkLst>
        <pc:spChg chg="mod">
          <ac:chgData name="Fernando Fontove" userId="39bcb981d82c3800" providerId="LiveId" clId="{9FF6258F-8260-451D-925F-7EE58614B07F}" dt="2023-08-20T07:30:12.334" v="2991" actId="1076"/>
          <ac:spMkLst>
            <pc:docMk/>
            <pc:sldMk cId="879351787" sldId="283"/>
            <ac:spMk id="2" creationId="{54E23535-F41D-E6F4-224E-FC135FA81095}"/>
          </ac:spMkLst>
        </pc:spChg>
        <pc:picChg chg="add mod modCrop">
          <ac:chgData name="Fernando Fontove" userId="39bcb981d82c3800" providerId="LiveId" clId="{9FF6258F-8260-451D-925F-7EE58614B07F}" dt="2023-08-20T07:30:09.456" v="2990" actId="14100"/>
          <ac:picMkLst>
            <pc:docMk/>
            <pc:sldMk cId="879351787" sldId="283"/>
            <ac:picMk id="5" creationId="{1FBD09FC-9FCC-775A-CA87-7698A2ECA1F1}"/>
          </ac:picMkLst>
        </pc:picChg>
        <pc:picChg chg="del">
          <ac:chgData name="Fernando Fontove" userId="39bcb981d82c3800" providerId="LiveId" clId="{9FF6258F-8260-451D-925F-7EE58614B07F}" dt="2023-08-20T07:29:45.086" v="2983" actId="478"/>
          <ac:picMkLst>
            <pc:docMk/>
            <pc:sldMk cId="879351787" sldId="283"/>
            <ac:picMk id="8" creationId="{D3405AE0-8B4D-FD92-1089-AEC3872AFB7F}"/>
          </ac:picMkLst>
        </pc:picChg>
      </pc:sldChg>
      <pc:sldChg chg="modSp add del mod">
        <pc:chgData name="Fernando Fontove" userId="39bcb981d82c3800" providerId="LiveId" clId="{9FF6258F-8260-451D-925F-7EE58614B07F}" dt="2023-08-20T07:29:01.032" v="2912"/>
        <pc:sldMkLst>
          <pc:docMk/>
          <pc:sldMk cId="2049057121" sldId="283"/>
        </pc:sldMkLst>
        <pc:spChg chg="mod">
          <ac:chgData name="Fernando Fontove" userId="39bcb981d82c3800" providerId="LiveId" clId="{9FF6258F-8260-451D-925F-7EE58614B07F}" dt="2023-08-20T07:28:59.782" v="2911" actId="20577"/>
          <ac:spMkLst>
            <pc:docMk/>
            <pc:sldMk cId="2049057121" sldId="283"/>
            <ac:spMk id="2" creationId="{54E23535-F41D-E6F4-224E-FC135FA81095}"/>
          </ac:spMkLst>
        </pc:spChg>
      </pc:sldChg>
      <pc:sldChg chg="addSp delSp modSp add mod">
        <pc:chgData name="Fernando Fontove" userId="39bcb981d82c3800" providerId="LiveId" clId="{9FF6258F-8260-451D-925F-7EE58614B07F}" dt="2023-08-20T07:33:52.229" v="3146" actId="478"/>
        <pc:sldMkLst>
          <pc:docMk/>
          <pc:sldMk cId="2743201900" sldId="284"/>
        </pc:sldMkLst>
        <pc:spChg chg="mod">
          <ac:chgData name="Fernando Fontove" userId="39bcb981d82c3800" providerId="LiveId" clId="{9FF6258F-8260-451D-925F-7EE58614B07F}" dt="2023-08-20T07:32:40.693" v="3131" actId="20577"/>
          <ac:spMkLst>
            <pc:docMk/>
            <pc:sldMk cId="2743201900" sldId="284"/>
            <ac:spMk id="2" creationId="{54E23535-F41D-E6F4-224E-FC135FA81095}"/>
          </ac:spMkLst>
        </pc:spChg>
        <pc:picChg chg="del">
          <ac:chgData name="Fernando Fontove" userId="39bcb981d82c3800" providerId="LiveId" clId="{9FF6258F-8260-451D-925F-7EE58614B07F}" dt="2023-08-20T07:31:04.206" v="3044" actId="478"/>
          <ac:picMkLst>
            <pc:docMk/>
            <pc:sldMk cId="2743201900" sldId="284"/>
            <ac:picMk id="5" creationId="{1FBD09FC-9FCC-775A-CA87-7698A2ECA1F1}"/>
          </ac:picMkLst>
        </pc:picChg>
        <pc:picChg chg="add del mod">
          <ac:chgData name="Fernando Fontove" userId="39bcb981d82c3800" providerId="LiveId" clId="{9FF6258F-8260-451D-925F-7EE58614B07F}" dt="2023-08-20T07:31:17.806" v="3048" actId="478"/>
          <ac:picMkLst>
            <pc:docMk/>
            <pc:sldMk cId="2743201900" sldId="284"/>
            <ac:picMk id="6" creationId="{C0B7AF21-8F9E-5BFE-E071-7ECD4F811513}"/>
          </ac:picMkLst>
        </pc:picChg>
        <pc:picChg chg="add del mod">
          <ac:chgData name="Fernando Fontove" userId="39bcb981d82c3800" providerId="LiveId" clId="{9FF6258F-8260-451D-925F-7EE58614B07F}" dt="2023-08-20T07:32:43.021" v="3132" actId="478"/>
          <ac:picMkLst>
            <pc:docMk/>
            <pc:sldMk cId="2743201900" sldId="284"/>
            <ac:picMk id="8" creationId="{1D587D2A-1C6B-E3C2-8D7E-AB7ED20DA785}"/>
          </ac:picMkLst>
        </pc:picChg>
        <pc:picChg chg="add del mod">
          <ac:chgData name="Fernando Fontove" userId="39bcb981d82c3800" providerId="LiveId" clId="{9FF6258F-8260-451D-925F-7EE58614B07F}" dt="2023-08-20T07:33:45.669" v="3142" actId="478"/>
          <ac:picMkLst>
            <pc:docMk/>
            <pc:sldMk cId="2743201900" sldId="284"/>
            <ac:picMk id="10" creationId="{349DC825-E77A-74BA-B10A-F32F80357D92}"/>
          </ac:picMkLst>
        </pc:picChg>
        <pc:picChg chg="add del mod">
          <ac:chgData name="Fernando Fontove" userId="39bcb981d82c3800" providerId="LiveId" clId="{9FF6258F-8260-451D-925F-7EE58614B07F}" dt="2023-08-20T07:33:52.229" v="3146" actId="478"/>
          <ac:picMkLst>
            <pc:docMk/>
            <pc:sldMk cId="2743201900" sldId="284"/>
            <ac:picMk id="12" creationId="{DEAC97ED-278B-7D00-D437-ACCBCFF77EA4}"/>
          </ac:picMkLst>
        </pc:picChg>
        <pc:picChg chg="add mod">
          <ac:chgData name="Fernando Fontove" userId="39bcb981d82c3800" providerId="LiveId" clId="{9FF6258F-8260-451D-925F-7EE58614B07F}" dt="2023-08-20T07:33:50.507" v="3145" actId="14100"/>
          <ac:picMkLst>
            <pc:docMk/>
            <pc:sldMk cId="2743201900" sldId="284"/>
            <ac:picMk id="14" creationId="{1BCB9134-36E2-457F-7053-41AA581ABC22}"/>
          </ac:picMkLst>
        </pc:picChg>
      </pc:sldChg>
      <pc:sldChg chg="addSp delSp modSp add mod">
        <pc:chgData name="Fernando Fontove" userId="39bcb981d82c3800" providerId="LiveId" clId="{9FF6258F-8260-451D-925F-7EE58614B07F}" dt="2023-08-20T07:35:24.005" v="3157" actId="14100"/>
        <pc:sldMkLst>
          <pc:docMk/>
          <pc:sldMk cId="2962578790" sldId="285"/>
        </pc:sldMkLst>
        <pc:picChg chg="add mod">
          <ac:chgData name="Fernando Fontove" userId="39bcb981d82c3800" providerId="LiveId" clId="{9FF6258F-8260-451D-925F-7EE58614B07F}" dt="2023-08-20T07:35:03.015" v="3154" actId="14100"/>
          <ac:picMkLst>
            <pc:docMk/>
            <pc:sldMk cId="2962578790" sldId="285"/>
            <ac:picMk id="5" creationId="{5574DDD1-FE2D-A65F-5CE4-8AA1BD667A96}"/>
          </ac:picMkLst>
        </pc:picChg>
        <pc:picChg chg="add mod">
          <ac:chgData name="Fernando Fontove" userId="39bcb981d82c3800" providerId="LiveId" clId="{9FF6258F-8260-451D-925F-7EE58614B07F}" dt="2023-08-20T07:35:24.005" v="3157" actId="14100"/>
          <ac:picMkLst>
            <pc:docMk/>
            <pc:sldMk cId="2962578790" sldId="285"/>
            <ac:picMk id="7" creationId="{CF89AB67-E476-B864-ABD2-95676F207D95}"/>
          </ac:picMkLst>
        </pc:picChg>
        <pc:picChg chg="del">
          <ac:chgData name="Fernando Fontove" userId="39bcb981d82c3800" providerId="LiveId" clId="{9FF6258F-8260-451D-925F-7EE58614B07F}" dt="2023-08-20T07:34:56.701" v="3151" actId="478"/>
          <ac:picMkLst>
            <pc:docMk/>
            <pc:sldMk cId="2962578790" sldId="285"/>
            <ac:picMk id="10" creationId="{349DC825-E77A-74BA-B10A-F32F80357D92}"/>
          </ac:picMkLst>
        </pc:picChg>
        <pc:picChg chg="del">
          <ac:chgData name="Fernando Fontove" userId="39bcb981d82c3800" providerId="LiveId" clId="{9FF6258F-8260-451D-925F-7EE58614B07F}" dt="2023-08-20T07:34:56.701" v="3151" actId="478"/>
          <ac:picMkLst>
            <pc:docMk/>
            <pc:sldMk cId="2962578790" sldId="285"/>
            <ac:picMk id="12" creationId="{DEAC97ED-278B-7D00-D437-ACCBCFF77EA4}"/>
          </ac:picMkLst>
        </pc:picChg>
      </pc:sldChg>
      <pc:sldChg chg="addSp modSp add mod">
        <pc:chgData name="Fernando Fontove" userId="39bcb981d82c3800" providerId="LiveId" clId="{9FF6258F-8260-451D-925F-7EE58614B07F}" dt="2023-08-20T07:34:29.268" v="3150" actId="14100"/>
        <pc:sldMkLst>
          <pc:docMk/>
          <pc:sldMk cId="1501306380" sldId="286"/>
        </pc:sldMkLst>
        <pc:picChg chg="add mod">
          <ac:chgData name="Fernando Fontove" userId="39bcb981d82c3800" providerId="LiveId" clId="{9FF6258F-8260-451D-925F-7EE58614B07F}" dt="2023-08-20T07:34:29.268" v="3150" actId="14100"/>
          <ac:picMkLst>
            <pc:docMk/>
            <pc:sldMk cId="1501306380" sldId="286"/>
            <ac:picMk id="5" creationId="{107B8063-5514-790C-45C2-A572D1401ACD}"/>
          </ac:picMkLst>
        </pc:picChg>
      </pc:sldChg>
      <pc:sldChg chg="addSp delSp modSp add mod modNotesTx">
        <pc:chgData name="Fernando Fontove" userId="39bcb981d82c3800" providerId="LiveId" clId="{9FF6258F-8260-451D-925F-7EE58614B07F}" dt="2023-08-20T07:38:34.685" v="3287" actId="20577"/>
        <pc:sldMkLst>
          <pc:docMk/>
          <pc:sldMk cId="3054216919" sldId="287"/>
        </pc:sldMkLst>
        <pc:spChg chg="mod">
          <ac:chgData name="Fernando Fontove" userId="39bcb981d82c3800" providerId="LiveId" clId="{9FF6258F-8260-451D-925F-7EE58614B07F}" dt="2023-08-20T07:35:44.045" v="3217" actId="20577"/>
          <ac:spMkLst>
            <pc:docMk/>
            <pc:sldMk cId="3054216919" sldId="287"/>
            <ac:spMk id="2" creationId="{54E23535-F41D-E6F4-224E-FC135FA81095}"/>
          </ac:spMkLst>
        </pc:spChg>
        <pc:picChg chg="del">
          <ac:chgData name="Fernando Fontove" userId="39bcb981d82c3800" providerId="LiveId" clId="{9FF6258F-8260-451D-925F-7EE58614B07F}" dt="2023-08-20T07:35:46.973" v="3218" actId="478"/>
          <ac:picMkLst>
            <pc:docMk/>
            <pc:sldMk cId="3054216919" sldId="287"/>
            <ac:picMk id="5" creationId="{5574DDD1-FE2D-A65F-5CE4-8AA1BD667A96}"/>
          </ac:picMkLst>
        </pc:picChg>
        <pc:picChg chg="add del mod">
          <ac:chgData name="Fernando Fontove" userId="39bcb981d82c3800" providerId="LiveId" clId="{9FF6258F-8260-451D-925F-7EE58614B07F}" dt="2023-08-20T07:37:08.157" v="3224" actId="478"/>
          <ac:picMkLst>
            <pc:docMk/>
            <pc:sldMk cId="3054216919" sldId="287"/>
            <ac:picMk id="6" creationId="{F722BD8E-86A0-4E57-05BA-51E181E3B656}"/>
          </ac:picMkLst>
        </pc:picChg>
        <pc:picChg chg="del">
          <ac:chgData name="Fernando Fontove" userId="39bcb981d82c3800" providerId="LiveId" clId="{9FF6258F-8260-451D-925F-7EE58614B07F}" dt="2023-08-20T07:35:48.773" v="3219" actId="478"/>
          <ac:picMkLst>
            <pc:docMk/>
            <pc:sldMk cId="3054216919" sldId="287"/>
            <ac:picMk id="7" creationId="{CF89AB67-E476-B864-ABD2-95676F207D95}"/>
          </ac:picMkLst>
        </pc:picChg>
        <pc:picChg chg="add mod modCrop">
          <ac:chgData name="Fernando Fontove" userId="39bcb981d82c3800" providerId="LiveId" clId="{9FF6258F-8260-451D-925F-7EE58614B07F}" dt="2023-08-20T07:37:14.782" v="3228" actId="732"/>
          <ac:picMkLst>
            <pc:docMk/>
            <pc:sldMk cId="3054216919" sldId="287"/>
            <ac:picMk id="9" creationId="{769DCB66-1508-8CB9-C1B5-9479F2FDE1E6}"/>
          </ac:picMkLst>
        </pc:picChg>
        <pc:picChg chg="add mod">
          <ac:chgData name="Fernando Fontove" userId="39bcb981d82c3800" providerId="LiveId" clId="{9FF6258F-8260-451D-925F-7EE58614B07F}" dt="2023-08-20T07:38:14.581" v="3232" actId="1076"/>
          <ac:picMkLst>
            <pc:docMk/>
            <pc:sldMk cId="3054216919" sldId="287"/>
            <ac:picMk id="11" creationId="{F234960F-BAC9-249D-1984-6992904C1F54}"/>
          </ac:picMkLst>
        </pc:picChg>
      </pc:sldChg>
      <pc:sldChg chg="addSp delSp modSp add mod">
        <pc:chgData name="Fernando Fontove" userId="39bcb981d82c3800" providerId="LiveId" clId="{9FF6258F-8260-451D-925F-7EE58614B07F}" dt="2023-08-20T07:39:51.566" v="3322" actId="14100"/>
        <pc:sldMkLst>
          <pc:docMk/>
          <pc:sldMk cId="2171580333" sldId="288"/>
        </pc:sldMkLst>
        <pc:spChg chg="mod">
          <ac:chgData name="Fernando Fontove" userId="39bcb981d82c3800" providerId="LiveId" clId="{9FF6258F-8260-451D-925F-7EE58614B07F}" dt="2023-08-20T07:38:52.277" v="3310" actId="20577"/>
          <ac:spMkLst>
            <pc:docMk/>
            <pc:sldMk cId="2171580333" sldId="288"/>
            <ac:spMk id="2" creationId="{54E23535-F41D-E6F4-224E-FC135FA81095}"/>
          </ac:spMkLst>
        </pc:spChg>
        <pc:picChg chg="add del mod">
          <ac:chgData name="Fernando Fontove" userId="39bcb981d82c3800" providerId="LiveId" clId="{9FF6258F-8260-451D-925F-7EE58614B07F}" dt="2023-08-20T07:39:30.309" v="3315" actId="478"/>
          <ac:picMkLst>
            <pc:docMk/>
            <pc:sldMk cId="2171580333" sldId="288"/>
            <ac:picMk id="5" creationId="{C28D36C9-C744-CF75-34DC-BE8046394079}"/>
          </ac:picMkLst>
        </pc:picChg>
        <pc:picChg chg="add mod">
          <ac:chgData name="Fernando Fontove" userId="39bcb981d82c3800" providerId="LiveId" clId="{9FF6258F-8260-451D-925F-7EE58614B07F}" dt="2023-08-20T07:39:35.397" v="3318" actId="14100"/>
          <ac:picMkLst>
            <pc:docMk/>
            <pc:sldMk cId="2171580333" sldId="288"/>
            <ac:picMk id="7" creationId="{2237DD7C-6C9B-AFF7-EF24-C27EF064A07D}"/>
          </ac:picMkLst>
        </pc:picChg>
        <pc:picChg chg="del">
          <ac:chgData name="Fernando Fontove" userId="39bcb981d82c3800" providerId="LiveId" clId="{9FF6258F-8260-451D-925F-7EE58614B07F}" dt="2023-08-20T07:38:54.301" v="3311" actId="478"/>
          <ac:picMkLst>
            <pc:docMk/>
            <pc:sldMk cId="2171580333" sldId="288"/>
            <ac:picMk id="9" creationId="{769DCB66-1508-8CB9-C1B5-9479F2FDE1E6}"/>
          </ac:picMkLst>
        </pc:picChg>
        <pc:picChg chg="add mod">
          <ac:chgData name="Fernando Fontove" userId="39bcb981d82c3800" providerId="LiveId" clId="{9FF6258F-8260-451D-925F-7EE58614B07F}" dt="2023-08-20T07:39:51.566" v="3322" actId="14100"/>
          <ac:picMkLst>
            <pc:docMk/>
            <pc:sldMk cId="2171580333" sldId="288"/>
            <ac:picMk id="10" creationId="{055A5710-002D-86F1-F8D1-74CF72939B45}"/>
          </ac:picMkLst>
        </pc:picChg>
        <pc:picChg chg="del">
          <ac:chgData name="Fernando Fontove" userId="39bcb981d82c3800" providerId="LiveId" clId="{9FF6258F-8260-451D-925F-7EE58614B07F}" dt="2023-08-20T07:39:45.317" v="3319" actId="478"/>
          <ac:picMkLst>
            <pc:docMk/>
            <pc:sldMk cId="2171580333" sldId="288"/>
            <ac:picMk id="11" creationId="{F234960F-BAC9-249D-1984-6992904C1F54}"/>
          </ac:picMkLst>
        </pc:picChg>
      </pc:sldChg>
      <pc:sldChg chg="modSp new mod">
        <pc:chgData name="Fernando Fontove" userId="39bcb981d82c3800" providerId="LiveId" clId="{9FF6258F-8260-451D-925F-7EE58614B07F}" dt="2023-08-20T07:43:00.109" v="3522" actId="20577"/>
        <pc:sldMkLst>
          <pc:docMk/>
          <pc:sldMk cId="3550021727" sldId="289"/>
        </pc:sldMkLst>
        <pc:spChg chg="mod">
          <ac:chgData name="Fernando Fontove" userId="39bcb981d82c3800" providerId="LiveId" clId="{9FF6258F-8260-451D-925F-7EE58614B07F}" dt="2023-08-20T07:42:24.797" v="3432" actId="20577"/>
          <ac:spMkLst>
            <pc:docMk/>
            <pc:sldMk cId="3550021727" sldId="289"/>
            <ac:spMk id="2" creationId="{19CA869F-8F6F-B27C-CCFC-D7DE091D6E24}"/>
          </ac:spMkLst>
        </pc:spChg>
        <pc:spChg chg="mod">
          <ac:chgData name="Fernando Fontove" userId="39bcb981d82c3800" providerId="LiveId" clId="{9FF6258F-8260-451D-925F-7EE58614B07F}" dt="2023-08-20T07:43:00.109" v="3522" actId="20577"/>
          <ac:spMkLst>
            <pc:docMk/>
            <pc:sldMk cId="3550021727" sldId="289"/>
            <ac:spMk id="3" creationId="{01366DEC-2C4F-9A96-869D-E37D666C5D32}"/>
          </ac:spMkLst>
        </pc:spChg>
      </pc:sldChg>
      <pc:sldChg chg="modSp add mod">
        <pc:chgData name="Fernando Fontove" userId="39bcb981d82c3800" providerId="LiveId" clId="{9FF6258F-8260-451D-925F-7EE58614B07F}" dt="2023-08-20T07:43:22.317" v="3541" actId="20577"/>
        <pc:sldMkLst>
          <pc:docMk/>
          <pc:sldMk cId="3792986629" sldId="290"/>
        </pc:sldMkLst>
        <pc:spChg chg="mod">
          <ac:chgData name="Fernando Fontove" userId="39bcb981d82c3800" providerId="LiveId" clId="{9FF6258F-8260-451D-925F-7EE58614B07F}" dt="2023-08-20T07:43:22.317" v="3541" actId="20577"/>
          <ac:spMkLst>
            <pc:docMk/>
            <pc:sldMk cId="3792986629" sldId="290"/>
            <ac:spMk id="3" creationId="{01366DEC-2C4F-9A96-869D-E37D666C5D32}"/>
          </ac:spMkLst>
        </pc:spChg>
      </pc:sldChg>
    </pc:docChg>
  </pc:docChgLst>
  <pc:docChgLst>
    <pc:chgData name="Fernando Fontove" userId="39bcb981d82c3800" providerId="LiveId" clId="{773A2956-375E-4F3D-8FF9-44222280ABD9}"/>
    <pc:docChg chg="undo redo custSel addSld delSld modSld sldOrd">
      <pc:chgData name="Fernando Fontove" userId="39bcb981d82c3800" providerId="LiveId" clId="{773A2956-375E-4F3D-8FF9-44222280ABD9}" dt="2023-08-27T05:22:21.126" v="3394" actId="20577"/>
      <pc:docMkLst>
        <pc:docMk/>
      </pc:docMkLst>
      <pc:sldChg chg="modSp mod">
        <pc:chgData name="Fernando Fontove" userId="39bcb981d82c3800" providerId="LiveId" clId="{773A2956-375E-4F3D-8FF9-44222280ABD9}" dt="2023-08-27T03:29:48.478" v="12" actId="20577"/>
        <pc:sldMkLst>
          <pc:docMk/>
          <pc:sldMk cId="0" sldId="256"/>
        </pc:sldMkLst>
        <pc:spChg chg="mod">
          <ac:chgData name="Fernando Fontove" userId="39bcb981d82c3800" providerId="LiveId" clId="{773A2956-375E-4F3D-8FF9-44222280ABD9}" dt="2023-08-27T03:29:48.478" v="12" actId="20577"/>
          <ac:spMkLst>
            <pc:docMk/>
            <pc:sldMk cId="0" sldId="256"/>
            <ac:spMk id="3836" creationId="{00000000-0000-0000-0000-000000000000}"/>
          </ac:spMkLst>
        </pc:spChg>
      </pc:sldChg>
      <pc:sldChg chg="del">
        <pc:chgData name="Fernando Fontove" userId="39bcb981d82c3800" providerId="LiveId" clId="{773A2956-375E-4F3D-8FF9-44222280ABD9}" dt="2023-08-27T03:30:13.375" v="13" actId="47"/>
        <pc:sldMkLst>
          <pc:docMk/>
          <pc:sldMk cId="0" sldId="261"/>
        </pc:sldMkLst>
      </pc:sldChg>
      <pc:sldChg chg="addSp delSp modSp mod">
        <pc:chgData name="Fernando Fontove" userId="39bcb981d82c3800" providerId="LiveId" clId="{773A2956-375E-4F3D-8FF9-44222280ABD9}" dt="2023-08-27T03:59:59.679" v="184" actId="1076"/>
        <pc:sldMkLst>
          <pc:docMk/>
          <pc:sldMk cId="1905306405" sldId="262"/>
        </pc:sldMkLst>
        <pc:spChg chg="mod">
          <ac:chgData name="Fernando Fontove" userId="39bcb981d82c3800" providerId="LiveId" clId="{773A2956-375E-4F3D-8FF9-44222280ABD9}" dt="2023-08-27T03:57:40.256" v="164" actId="20577"/>
          <ac:spMkLst>
            <pc:docMk/>
            <pc:sldMk cId="1905306405" sldId="262"/>
            <ac:spMk id="27" creationId="{6A3522FA-CE16-7465-E048-005DE3D279EE}"/>
          </ac:spMkLst>
        </pc:spChg>
        <pc:spChg chg="mod">
          <ac:chgData name="Fernando Fontove" userId="39bcb981d82c3800" providerId="LiveId" clId="{773A2956-375E-4F3D-8FF9-44222280ABD9}" dt="2023-08-27T03:30:51.131" v="88" actId="20577"/>
          <ac:spMkLst>
            <pc:docMk/>
            <pc:sldMk cId="1905306405" sldId="262"/>
            <ac:spMk id="3870" creationId="{00000000-0000-0000-0000-000000000000}"/>
          </ac:spMkLst>
        </pc:spChg>
        <pc:picChg chg="add mod modCrop">
          <ac:chgData name="Fernando Fontove" userId="39bcb981d82c3800" providerId="LiveId" clId="{773A2956-375E-4F3D-8FF9-44222280ABD9}" dt="2023-08-27T03:59:59.679" v="184" actId="1076"/>
          <ac:picMkLst>
            <pc:docMk/>
            <pc:sldMk cId="1905306405" sldId="262"/>
            <ac:picMk id="3" creationId="{D4494729-0C6C-9DCF-8949-8E58D0E0263B}"/>
          </ac:picMkLst>
        </pc:picChg>
        <pc:picChg chg="add del mod">
          <ac:chgData name="Fernando Fontove" userId="39bcb981d82c3800" providerId="LiveId" clId="{773A2956-375E-4F3D-8FF9-44222280ABD9}" dt="2023-08-27T03:59:32.360" v="174" actId="22"/>
          <ac:picMkLst>
            <pc:docMk/>
            <pc:sldMk cId="1905306405" sldId="262"/>
            <ac:picMk id="5" creationId="{BD03DDF8-A20A-F727-BC0B-68B5979652CB}"/>
          </ac:picMkLst>
        </pc:picChg>
        <pc:picChg chg="add mod">
          <ac:chgData name="Fernando Fontove" userId="39bcb981d82c3800" providerId="LiveId" clId="{773A2956-375E-4F3D-8FF9-44222280ABD9}" dt="2023-08-27T03:59:59.679" v="184" actId="1076"/>
          <ac:picMkLst>
            <pc:docMk/>
            <pc:sldMk cId="1905306405" sldId="262"/>
            <ac:picMk id="7" creationId="{87F7B653-3960-3037-F6BF-AEF72A52F14E}"/>
          </ac:picMkLst>
        </pc:picChg>
        <pc:picChg chg="del">
          <ac:chgData name="Fernando Fontove" userId="39bcb981d82c3800" providerId="LiveId" clId="{773A2956-375E-4F3D-8FF9-44222280ABD9}" dt="2023-08-27T03:59:16.106" v="165" actId="478"/>
          <ac:picMkLst>
            <pc:docMk/>
            <pc:sldMk cId="1905306405" sldId="262"/>
            <ac:picMk id="24" creationId="{8F5E8D04-66FC-20EB-3B6F-D50B8BC46330}"/>
          </ac:picMkLst>
        </pc:picChg>
        <pc:picChg chg="del">
          <ac:chgData name="Fernando Fontove" userId="39bcb981d82c3800" providerId="LiveId" clId="{773A2956-375E-4F3D-8FF9-44222280ABD9}" dt="2023-08-27T03:59:16.106" v="165" actId="478"/>
          <ac:picMkLst>
            <pc:docMk/>
            <pc:sldMk cId="1905306405" sldId="262"/>
            <ac:picMk id="26" creationId="{3E6FE4F1-E034-291B-8EF8-580DCF84EB48}"/>
          </ac:picMkLst>
        </pc:picChg>
      </pc:sldChg>
      <pc:sldChg chg="addSp delSp modSp add mod">
        <pc:chgData name="Fernando Fontove" userId="39bcb981d82c3800" providerId="LiveId" clId="{773A2956-375E-4F3D-8FF9-44222280ABD9}" dt="2023-08-27T04:04:53.077" v="283" actId="1076"/>
        <pc:sldMkLst>
          <pc:docMk/>
          <pc:sldMk cId="2425842636" sldId="263"/>
        </pc:sldMkLst>
        <pc:spChg chg="add del mod">
          <ac:chgData name="Fernando Fontove" userId="39bcb981d82c3800" providerId="LiveId" clId="{773A2956-375E-4F3D-8FF9-44222280ABD9}" dt="2023-08-27T04:00:27.024" v="200" actId="478"/>
          <ac:spMkLst>
            <pc:docMk/>
            <pc:sldMk cId="2425842636" sldId="263"/>
            <ac:spMk id="4" creationId="{33FBB9A5-08CF-C3CF-4300-B8771C47E178}"/>
          </ac:spMkLst>
        </pc:spChg>
        <pc:spChg chg="add mod">
          <ac:chgData name="Fernando Fontove" userId="39bcb981d82c3800" providerId="LiveId" clId="{773A2956-375E-4F3D-8FF9-44222280ABD9}" dt="2023-08-27T04:00:41.097" v="203" actId="6549"/>
          <ac:spMkLst>
            <pc:docMk/>
            <pc:sldMk cId="2425842636" sldId="263"/>
            <ac:spMk id="5" creationId="{70B775A6-84AF-DC9A-8750-7B517508C00D}"/>
          </ac:spMkLst>
        </pc:spChg>
        <pc:spChg chg="add mod">
          <ac:chgData name="Fernando Fontove" userId="39bcb981d82c3800" providerId="LiveId" clId="{773A2956-375E-4F3D-8FF9-44222280ABD9}" dt="2023-08-27T04:01:01.525" v="208" actId="14100"/>
          <ac:spMkLst>
            <pc:docMk/>
            <pc:sldMk cId="2425842636" sldId="263"/>
            <ac:spMk id="8" creationId="{DDAAD31E-43B5-EE2B-2D74-4A50B8C29789}"/>
          </ac:spMkLst>
        </pc:spChg>
        <pc:spChg chg="add mod">
          <ac:chgData name="Fernando Fontove" userId="39bcb981d82c3800" providerId="LiveId" clId="{773A2956-375E-4F3D-8FF9-44222280ABD9}" dt="2023-08-27T04:01:31.640" v="252" actId="20577"/>
          <ac:spMkLst>
            <pc:docMk/>
            <pc:sldMk cId="2425842636" sldId="263"/>
            <ac:spMk id="11" creationId="{F268F3DC-E465-E23F-9EE6-EE277637EDE0}"/>
          </ac:spMkLst>
        </pc:spChg>
        <pc:spChg chg="add mod">
          <ac:chgData name="Fernando Fontove" userId="39bcb981d82c3800" providerId="LiveId" clId="{773A2956-375E-4F3D-8FF9-44222280ABD9}" dt="2023-08-27T04:04:18.963" v="276" actId="20577"/>
          <ac:spMkLst>
            <pc:docMk/>
            <pc:sldMk cId="2425842636" sldId="263"/>
            <ac:spMk id="14" creationId="{189F4E00-2CCD-4DFF-01E4-AC9804FA9CD5}"/>
          </ac:spMkLst>
        </pc:spChg>
        <pc:spChg chg="add mod">
          <ac:chgData name="Fernando Fontove" userId="39bcb981d82c3800" providerId="LiveId" clId="{773A2956-375E-4F3D-8FF9-44222280ABD9}" dt="2023-08-27T04:04:18.033" v="275" actId="571"/>
          <ac:spMkLst>
            <pc:docMk/>
            <pc:sldMk cId="2425842636" sldId="263"/>
            <ac:spMk id="15" creationId="{4805BBC8-4C35-1CA8-6F26-BAA09E7683EA}"/>
          </ac:spMkLst>
        </pc:spChg>
        <pc:spChg chg="add mod">
          <ac:chgData name="Fernando Fontove" userId="39bcb981d82c3800" providerId="LiveId" clId="{773A2956-375E-4F3D-8FF9-44222280ABD9}" dt="2023-08-27T04:04:32.202" v="279" actId="1076"/>
          <ac:spMkLst>
            <pc:docMk/>
            <pc:sldMk cId="2425842636" sldId="263"/>
            <ac:spMk id="16" creationId="{8D229E8F-2805-9724-99F9-6D8B2C18BE33}"/>
          </ac:spMkLst>
        </pc:spChg>
        <pc:spChg chg="add mod">
          <ac:chgData name="Fernando Fontove" userId="39bcb981d82c3800" providerId="LiveId" clId="{773A2956-375E-4F3D-8FF9-44222280ABD9}" dt="2023-08-27T04:04:32.202" v="279" actId="1076"/>
          <ac:spMkLst>
            <pc:docMk/>
            <pc:sldMk cId="2425842636" sldId="263"/>
            <ac:spMk id="17" creationId="{C06C9ABC-5AA4-D3C5-2E5C-C775A248392D}"/>
          </ac:spMkLst>
        </pc:spChg>
        <pc:spChg chg="add mod">
          <ac:chgData name="Fernando Fontove" userId="39bcb981d82c3800" providerId="LiveId" clId="{773A2956-375E-4F3D-8FF9-44222280ABD9}" dt="2023-08-27T04:04:53.077" v="283" actId="1076"/>
          <ac:spMkLst>
            <pc:docMk/>
            <pc:sldMk cId="2425842636" sldId="263"/>
            <ac:spMk id="19" creationId="{5A90804D-53BD-C271-9B02-028F8ED85400}"/>
          </ac:spMkLst>
        </pc:spChg>
        <pc:spChg chg="del">
          <ac:chgData name="Fernando Fontove" userId="39bcb981d82c3800" providerId="LiveId" clId="{773A2956-375E-4F3D-8FF9-44222280ABD9}" dt="2023-08-27T04:00:19.002" v="197" actId="478"/>
          <ac:spMkLst>
            <pc:docMk/>
            <pc:sldMk cId="2425842636" sldId="263"/>
            <ac:spMk id="27" creationId="{6A3522FA-CE16-7465-E048-005DE3D279EE}"/>
          </ac:spMkLst>
        </pc:spChg>
        <pc:spChg chg="mod">
          <ac:chgData name="Fernando Fontove" userId="39bcb981d82c3800" providerId="LiveId" clId="{773A2956-375E-4F3D-8FF9-44222280ABD9}" dt="2023-08-27T04:00:22.065" v="199" actId="113"/>
          <ac:spMkLst>
            <pc:docMk/>
            <pc:sldMk cId="2425842636" sldId="263"/>
            <ac:spMk id="3870" creationId="{00000000-0000-0000-0000-000000000000}"/>
          </ac:spMkLst>
        </pc:spChg>
        <pc:picChg chg="del">
          <ac:chgData name="Fernando Fontove" userId="39bcb981d82c3800" providerId="LiveId" clId="{773A2956-375E-4F3D-8FF9-44222280ABD9}" dt="2023-08-27T04:04:20.824" v="277" actId="478"/>
          <ac:picMkLst>
            <pc:docMk/>
            <pc:sldMk cId="2425842636" sldId="263"/>
            <ac:picMk id="7" creationId="{87F7B653-3960-3037-F6BF-AEF72A52F14E}"/>
          </ac:picMkLst>
        </pc:picChg>
        <pc:cxnChg chg="add mod">
          <ac:chgData name="Fernando Fontove" userId="39bcb981d82c3800" providerId="LiveId" clId="{773A2956-375E-4F3D-8FF9-44222280ABD9}" dt="2023-08-27T04:00:38.019" v="202" actId="1076"/>
          <ac:cxnSpMkLst>
            <pc:docMk/>
            <pc:sldMk cId="2425842636" sldId="263"/>
            <ac:cxnSpMk id="6" creationId="{9CB97FF8-7F57-F4DD-339E-B188FBC49BB3}"/>
          </ac:cxnSpMkLst>
        </pc:cxnChg>
        <pc:cxnChg chg="add mod">
          <ac:chgData name="Fernando Fontove" userId="39bcb981d82c3800" providerId="LiveId" clId="{773A2956-375E-4F3D-8FF9-44222280ABD9}" dt="2023-08-27T04:01:06.981" v="210" actId="14100"/>
          <ac:cxnSpMkLst>
            <pc:docMk/>
            <pc:sldMk cId="2425842636" sldId="263"/>
            <ac:cxnSpMk id="9" creationId="{A404F9EB-440B-02AB-F613-5DA6CCC3E063}"/>
          </ac:cxnSpMkLst>
        </pc:cxnChg>
        <pc:cxnChg chg="add mod">
          <ac:chgData name="Fernando Fontove" userId="39bcb981d82c3800" providerId="LiveId" clId="{773A2956-375E-4F3D-8FF9-44222280ABD9}" dt="2023-08-27T04:01:40.095" v="256" actId="1038"/>
          <ac:cxnSpMkLst>
            <pc:docMk/>
            <pc:sldMk cId="2425842636" sldId="263"/>
            <ac:cxnSpMk id="12" creationId="{66F855D2-186F-5A2B-83CA-AF5BE1E8B4D1}"/>
          </ac:cxnSpMkLst>
        </pc:cxnChg>
        <pc:cxnChg chg="add mod">
          <ac:chgData name="Fernando Fontove" userId="39bcb981d82c3800" providerId="LiveId" clId="{773A2956-375E-4F3D-8FF9-44222280ABD9}" dt="2023-08-27T04:04:49.955" v="282" actId="14100"/>
          <ac:cxnSpMkLst>
            <pc:docMk/>
            <pc:sldMk cId="2425842636" sldId="263"/>
            <ac:cxnSpMk id="18" creationId="{9CD45123-96C4-7766-D602-F3693B0CAE88}"/>
          </ac:cxnSpMkLst>
        </pc:cxn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211320243" sldId="26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748836241" sldId="264"/>
        </pc:sldMkLst>
      </pc:sldChg>
      <pc:sldChg chg="addSp delSp modSp add mod">
        <pc:chgData name="Fernando Fontove" userId="39bcb981d82c3800" providerId="LiveId" clId="{773A2956-375E-4F3D-8FF9-44222280ABD9}" dt="2023-08-27T04:06:22.393" v="310" actId="20577"/>
        <pc:sldMkLst>
          <pc:docMk/>
          <pc:sldMk cId="3211320243" sldId="264"/>
        </pc:sldMkLst>
        <pc:spChg chg="mod">
          <ac:chgData name="Fernando Fontove" userId="39bcb981d82c3800" providerId="LiveId" clId="{773A2956-375E-4F3D-8FF9-44222280ABD9}" dt="2023-08-27T04:05:40.304" v="286" actId="20577"/>
          <ac:spMkLst>
            <pc:docMk/>
            <pc:sldMk cId="3211320243" sldId="264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06:22.393" v="310" actId="20577"/>
          <ac:spMkLst>
            <pc:docMk/>
            <pc:sldMk cId="3211320243" sldId="264"/>
            <ac:spMk id="3" creationId="{4E43C7A4-66A5-6DDD-31C0-B37A956A4C9D}"/>
          </ac:spMkLst>
        </pc:spChg>
        <pc:spChg chg="mod">
          <ac:chgData name="Fernando Fontove" userId="39bcb981d82c3800" providerId="LiveId" clId="{773A2956-375E-4F3D-8FF9-44222280ABD9}" dt="2023-08-27T04:06:02.351" v="293" actId="14100"/>
          <ac:spMkLst>
            <pc:docMk/>
            <pc:sldMk cId="3211320243" sldId="264"/>
            <ac:spMk id="6" creationId="{27899C62-D75C-ED77-21BB-77EA24EF3E7C}"/>
          </ac:spMkLst>
        </pc:spChg>
        <pc:picChg chg="del">
          <ac:chgData name="Fernando Fontove" userId="39bcb981d82c3800" providerId="LiveId" clId="{773A2956-375E-4F3D-8FF9-44222280ABD9}" dt="2023-08-27T04:05:43.096" v="287" actId="478"/>
          <ac:picMkLst>
            <pc:docMk/>
            <pc:sldMk cId="3211320243" sldId="264"/>
            <ac:picMk id="5" creationId="{771F9DF3-0613-EE5F-11C1-E9859197D550}"/>
          </ac:picMkLst>
        </pc:picChg>
        <pc:picChg chg="add mod ord">
          <ac:chgData name="Fernando Fontove" userId="39bcb981d82c3800" providerId="LiveId" clId="{773A2956-375E-4F3D-8FF9-44222280ABD9}" dt="2023-08-27T04:05:55.590" v="291" actId="1076"/>
          <ac:picMkLst>
            <pc:docMk/>
            <pc:sldMk cId="3211320243" sldId="264"/>
            <ac:picMk id="7" creationId="{0D8BEDD2-DB4A-A7A0-F0E9-99F6121ACAAA}"/>
          </ac:picMkLst>
        </pc:picChg>
      </pc:sldChg>
      <pc:sldChg chg="modSp add mod">
        <pc:chgData name="Fernando Fontove" userId="39bcb981d82c3800" providerId="LiveId" clId="{773A2956-375E-4F3D-8FF9-44222280ABD9}" dt="2023-08-27T04:08:09.209" v="469" actId="20577"/>
        <pc:sldMkLst>
          <pc:docMk/>
          <pc:sldMk cId="2475177088" sldId="265"/>
        </pc:sldMkLst>
        <pc:spChg chg="mod">
          <ac:chgData name="Fernando Fontove" userId="39bcb981d82c3800" providerId="LiveId" clId="{773A2956-375E-4F3D-8FF9-44222280ABD9}" dt="2023-08-27T04:06:49.936" v="324" actId="20577"/>
          <ac:spMkLst>
            <pc:docMk/>
            <pc:sldMk cId="2475177088" sldId="265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08:09.209" v="469" actId="20577"/>
          <ac:spMkLst>
            <pc:docMk/>
            <pc:sldMk cId="2475177088" sldId="265"/>
            <ac:spMk id="3" creationId="{4E43C7A4-66A5-6DDD-31C0-B37A956A4C9D}"/>
          </ac:spMkLst>
        </pc:spChg>
        <pc:spChg chg="mod">
          <ac:chgData name="Fernando Fontove" userId="39bcb981d82c3800" providerId="LiveId" clId="{773A2956-375E-4F3D-8FF9-44222280ABD9}" dt="2023-08-27T04:07:19.034" v="360" actId="14100"/>
          <ac:spMkLst>
            <pc:docMk/>
            <pc:sldMk cId="2475177088" sldId="265"/>
            <ac:spMk id="6" creationId="{27899C62-D75C-ED77-21BB-77EA24EF3E7C}"/>
          </ac:spMkLst>
        </pc:sp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38344461" sldId="26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64792882" sldId="266"/>
        </pc:sldMkLst>
      </pc:sldChg>
      <pc:sldChg chg="addSp delSp modSp add mod">
        <pc:chgData name="Fernando Fontove" userId="39bcb981d82c3800" providerId="LiveId" clId="{773A2956-375E-4F3D-8FF9-44222280ABD9}" dt="2023-08-27T04:11:08.993" v="677" actId="20577"/>
        <pc:sldMkLst>
          <pc:docMk/>
          <pc:sldMk cId="4181118197" sldId="266"/>
        </pc:sldMkLst>
        <pc:spChg chg="add del mod">
          <ac:chgData name="Fernando Fontove" userId="39bcb981d82c3800" providerId="LiveId" clId="{773A2956-375E-4F3D-8FF9-44222280ABD9}" dt="2023-08-27T04:11:08.993" v="677" actId="20577"/>
          <ac:spMkLst>
            <pc:docMk/>
            <pc:sldMk cId="4181118197" sldId="266"/>
            <ac:spMk id="3" creationId="{4E43C7A4-66A5-6DDD-31C0-B37A956A4C9D}"/>
          </ac:spMkLst>
        </pc:spChg>
        <pc:spChg chg="del">
          <ac:chgData name="Fernando Fontove" userId="39bcb981d82c3800" providerId="LiveId" clId="{773A2956-375E-4F3D-8FF9-44222280ABD9}" dt="2023-08-27T04:08:57.977" v="471" actId="478"/>
          <ac:spMkLst>
            <pc:docMk/>
            <pc:sldMk cId="4181118197" sldId="266"/>
            <ac:spMk id="6" creationId="{27899C62-D75C-ED77-21BB-77EA24EF3E7C}"/>
          </ac:spMkLst>
        </pc:spChg>
        <pc:spChg chg="add del mod">
          <ac:chgData name="Fernando Fontove" userId="39bcb981d82c3800" providerId="LiveId" clId="{773A2956-375E-4F3D-8FF9-44222280ABD9}" dt="2023-08-27T04:09:31.873" v="483" actId="478"/>
          <ac:spMkLst>
            <pc:docMk/>
            <pc:sldMk cId="4181118197" sldId="266"/>
            <ac:spMk id="12" creationId="{0A34E7D7-233D-D971-A645-9B6E07168816}"/>
          </ac:spMkLst>
        </pc:spChg>
        <pc:picChg chg="del">
          <ac:chgData name="Fernando Fontove" userId="39bcb981d82c3800" providerId="LiveId" clId="{773A2956-375E-4F3D-8FF9-44222280ABD9}" dt="2023-08-27T04:08:57.977" v="471" actId="478"/>
          <ac:picMkLst>
            <pc:docMk/>
            <pc:sldMk cId="4181118197" sldId="266"/>
            <ac:picMk id="7" creationId="{0D8BEDD2-DB4A-A7A0-F0E9-99F6121ACAAA}"/>
          </ac:picMkLst>
        </pc:picChg>
        <pc:picChg chg="add mod">
          <ac:chgData name="Fernando Fontove" userId="39bcb981d82c3800" providerId="LiveId" clId="{773A2956-375E-4F3D-8FF9-44222280ABD9}" dt="2023-08-27T04:09:20.628" v="480" actId="1076"/>
          <ac:picMkLst>
            <pc:docMk/>
            <pc:sldMk cId="4181118197" sldId="266"/>
            <ac:picMk id="8" creationId="{59669DA5-05EF-C800-2690-A6B21C9DDF8D}"/>
          </ac:picMkLst>
        </pc:picChg>
        <pc:picChg chg="add mod">
          <ac:chgData name="Fernando Fontove" userId="39bcb981d82c3800" providerId="LiveId" clId="{773A2956-375E-4F3D-8FF9-44222280ABD9}" dt="2023-08-27T04:09:23.441" v="481" actId="1076"/>
          <ac:picMkLst>
            <pc:docMk/>
            <pc:sldMk cId="4181118197" sldId="266"/>
            <ac:picMk id="10" creationId="{148B05C1-A988-0A2A-CC17-02DFFB44D2FC}"/>
          </ac:picMkLst>
        </pc:picChg>
        <pc:picChg chg="add mod">
          <ac:chgData name="Fernando Fontove" userId="39bcb981d82c3800" providerId="LiveId" clId="{773A2956-375E-4F3D-8FF9-44222280ABD9}" dt="2023-08-27T04:09:56.159" v="487" actId="14100"/>
          <ac:picMkLst>
            <pc:docMk/>
            <pc:sldMk cId="4181118197" sldId="266"/>
            <ac:picMk id="14" creationId="{3E23A0D8-A44C-A9C1-AF7A-C3CABAF22427}"/>
          </ac:picMkLst>
        </pc:picChg>
      </pc:sldChg>
      <pc:sldChg chg="addSp delSp modSp add mod ord">
        <pc:chgData name="Fernando Fontove" userId="39bcb981d82c3800" providerId="LiveId" clId="{773A2956-375E-4F3D-8FF9-44222280ABD9}" dt="2023-08-27T04:15:03.882" v="800"/>
        <pc:sldMkLst>
          <pc:docMk/>
          <pc:sldMk cId="1181575153" sldId="267"/>
        </pc:sldMkLst>
        <pc:spChg chg="mod">
          <ac:chgData name="Fernando Fontove" userId="39bcb981d82c3800" providerId="LiveId" clId="{773A2956-375E-4F3D-8FF9-44222280ABD9}" dt="2023-08-27T04:11:38.417" v="692" actId="20577"/>
          <ac:spMkLst>
            <pc:docMk/>
            <pc:sldMk cId="1181575153" sldId="267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14:04.113" v="797" actId="6549"/>
          <ac:spMkLst>
            <pc:docMk/>
            <pc:sldMk cId="1181575153" sldId="267"/>
            <ac:spMk id="3" creationId="{4E43C7A4-66A5-6DDD-31C0-B37A956A4C9D}"/>
          </ac:spMkLst>
        </pc:spChg>
        <pc:spChg chg="add mod">
          <ac:chgData name="Fernando Fontove" userId="39bcb981d82c3800" providerId="LiveId" clId="{773A2956-375E-4F3D-8FF9-44222280ABD9}" dt="2023-08-27T04:12:01.626" v="697" actId="14100"/>
          <ac:spMkLst>
            <pc:docMk/>
            <pc:sldMk cId="1181575153" sldId="267"/>
            <ac:spMk id="5" creationId="{9EE09FDF-CB98-DBAB-514F-4060FCED4246}"/>
          </ac:spMkLst>
        </pc:spChg>
        <pc:spChg chg="del">
          <ac:chgData name="Fernando Fontove" userId="39bcb981d82c3800" providerId="LiveId" clId="{773A2956-375E-4F3D-8FF9-44222280ABD9}" dt="2023-08-27T04:11:50.497" v="694" actId="478"/>
          <ac:spMkLst>
            <pc:docMk/>
            <pc:sldMk cId="1181575153" sldId="267"/>
            <ac:spMk id="6" creationId="{27899C62-D75C-ED77-21BB-77EA24EF3E7C}"/>
          </ac:spMkLst>
        </pc:spChg>
        <pc:spChg chg="add mod">
          <ac:chgData name="Fernando Fontove" userId="39bcb981d82c3800" providerId="LiveId" clId="{773A2956-375E-4F3D-8FF9-44222280ABD9}" dt="2023-08-27T04:12:05.628" v="698" actId="14100"/>
          <ac:spMkLst>
            <pc:docMk/>
            <pc:sldMk cId="1181575153" sldId="267"/>
            <ac:spMk id="8" creationId="{83F1F994-EC6D-CE3A-F889-782FA97AAF02}"/>
          </ac:spMkLst>
        </pc:sp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409955188" sldId="26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38447706" sldId="268"/>
        </pc:sldMkLst>
      </pc:sldChg>
      <pc:sldChg chg="addSp delSp modSp add mod">
        <pc:chgData name="Fernando Fontove" userId="39bcb981d82c3800" providerId="LiveId" clId="{773A2956-375E-4F3D-8FF9-44222280ABD9}" dt="2023-08-27T04:32:20.827" v="1449" actId="20577"/>
        <pc:sldMkLst>
          <pc:docMk/>
          <pc:sldMk cId="4251482419" sldId="268"/>
        </pc:sldMkLst>
        <pc:spChg chg="mod">
          <ac:chgData name="Fernando Fontove" userId="39bcb981d82c3800" providerId="LiveId" clId="{773A2956-375E-4F3D-8FF9-44222280ABD9}" dt="2023-08-27T04:32:20.827" v="1449" actId="20577"/>
          <ac:spMkLst>
            <pc:docMk/>
            <pc:sldMk cId="4251482419" sldId="268"/>
            <ac:spMk id="2" creationId="{54E23535-F41D-E6F4-224E-FC135FA81095}"/>
          </ac:spMkLst>
        </pc:spChg>
        <pc:spChg chg="del">
          <ac:chgData name="Fernando Fontove" userId="39bcb981d82c3800" providerId="LiveId" clId="{773A2956-375E-4F3D-8FF9-44222280ABD9}" dt="2023-08-27T04:16:55.514" v="874" actId="478"/>
          <ac:spMkLst>
            <pc:docMk/>
            <pc:sldMk cId="4251482419" sldId="268"/>
            <ac:spMk id="3" creationId="{4E43C7A4-66A5-6DDD-31C0-B37A956A4C9D}"/>
          </ac:spMkLst>
        </pc:spChg>
        <pc:spChg chg="del">
          <ac:chgData name="Fernando Fontove" userId="39bcb981d82c3800" providerId="LiveId" clId="{773A2956-375E-4F3D-8FF9-44222280ABD9}" dt="2023-08-27T04:16:20.649" v="850" actId="478"/>
          <ac:spMkLst>
            <pc:docMk/>
            <pc:sldMk cId="4251482419" sldId="268"/>
            <ac:spMk id="5" creationId="{9EE09FDF-CB98-DBAB-514F-4060FCED4246}"/>
          </ac:spMkLst>
        </pc:spChg>
        <pc:spChg chg="add del mod">
          <ac:chgData name="Fernando Fontove" userId="39bcb981d82c3800" providerId="LiveId" clId="{773A2956-375E-4F3D-8FF9-44222280ABD9}" dt="2023-08-27T04:16:54.145" v="873"/>
          <ac:spMkLst>
            <pc:docMk/>
            <pc:sldMk cId="4251482419" sldId="268"/>
            <ac:spMk id="6" creationId="{ACFBF966-8E5C-4B3A-90AB-E98AD855F1E9}"/>
          </ac:spMkLst>
        </pc:spChg>
        <pc:spChg chg="del">
          <ac:chgData name="Fernando Fontove" userId="39bcb981d82c3800" providerId="LiveId" clId="{773A2956-375E-4F3D-8FF9-44222280ABD9}" dt="2023-08-27T04:16:20.649" v="850" actId="478"/>
          <ac:spMkLst>
            <pc:docMk/>
            <pc:sldMk cId="4251482419" sldId="268"/>
            <ac:spMk id="8" creationId="{83F1F994-EC6D-CE3A-F889-782FA97AAF02}"/>
          </ac:spMkLst>
        </pc:spChg>
        <pc:spChg chg="add mod">
          <ac:chgData name="Fernando Fontove" userId="39bcb981d82c3800" providerId="LiveId" clId="{773A2956-375E-4F3D-8FF9-44222280ABD9}" dt="2023-08-27T04:18:37.393" v="1011" actId="20577"/>
          <ac:spMkLst>
            <pc:docMk/>
            <pc:sldMk cId="4251482419" sldId="268"/>
            <ac:spMk id="10" creationId="{A63846E9-CAD6-F4CC-02E9-B9A7E379E699}"/>
          </ac:spMkLst>
        </pc:spChg>
        <pc:spChg chg="add del mod">
          <ac:chgData name="Fernando Fontove" userId="39bcb981d82c3800" providerId="LiveId" clId="{773A2956-375E-4F3D-8FF9-44222280ABD9}" dt="2023-08-27T04:16:56.681" v="876"/>
          <ac:spMkLst>
            <pc:docMk/>
            <pc:sldMk cId="4251482419" sldId="268"/>
            <ac:spMk id="11" creationId="{467CC56B-8252-4476-BD51-3DA861273F24}"/>
          </ac:spMkLst>
        </pc:spChg>
        <pc:picChg chg="del">
          <ac:chgData name="Fernando Fontove" userId="39bcb981d82c3800" providerId="LiveId" clId="{773A2956-375E-4F3D-8FF9-44222280ABD9}" dt="2023-08-27T04:16:17.897" v="849" actId="478"/>
          <ac:picMkLst>
            <pc:docMk/>
            <pc:sldMk cId="4251482419" sldId="268"/>
            <ac:picMk id="7" creationId="{0D8BEDD2-DB4A-A7A0-F0E9-99F6121ACAAA}"/>
          </ac:picMkLst>
        </pc:picChg>
        <pc:picChg chg="add mod">
          <ac:chgData name="Fernando Fontove" userId="39bcb981d82c3800" providerId="LiveId" clId="{773A2956-375E-4F3D-8FF9-44222280ABD9}" dt="2023-08-27T04:20:28.432" v="1015" actId="1076"/>
          <ac:picMkLst>
            <pc:docMk/>
            <pc:sldMk cId="4251482419" sldId="268"/>
            <ac:picMk id="13" creationId="{C3D387C6-0098-A26B-B53E-EAD80A4997AC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10379265" sldId="269"/>
        </pc:sldMkLst>
      </pc:sldChg>
      <pc:sldChg chg="addSp delSp modSp add mod">
        <pc:chgData name="Fernando Fontove" userId="39bcb981d82c3800" providerId="LiveId" clId="{773A2956-375E-4F3D-8FF9-44222280ABD9}" dt="2023-08-27T04:32:28.506" v="1461" actId="20577"/>
        <pc:sldMkLst>
          <pc:docMk/>
          <pc:sldMk cId="1770984478" sldId="269"/>
        </pc:sldMkLst>
        <pc:spChg chg="mod">
          <ac:chgData name="Fernando Fontove" userId="39bcb981d82c3800" providerId="LiveId" clId="{773A2956-375E-4F3D-8FF9-44222280ABD9}" dt="2023-08-27T04:32:28.506" v="1461" actId="20577"/>
          <ac:spMkLst>
            <pc:docMk/>
            <pc:sldMk cId="1770984478" sldId="269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21:54.186" v="1132" actId="20577"/>
          <ac:spMkLst>
            <pc:docMk/>
            <pc:sldMk cId="1770984478" sldId="269"/>
            <ac:spMk id="10" creationId="{A63846E9-CAD6-F4CC-02E9-B9A7E379E699}"/>
          </ac:spMkLst>
        </pc:spChg>
        <pc:spChg chg="add mod">
          <ac:chgData name="Fernando Fontove" userId="39bcb981d82c3800" providerId="LiveId" clId="{773A2956-375E-4F3D-8FF9-44222280ABD9}" dt="2023-08-27T04:27:12.479" v="1200" actId="1076"/>
          <ac:spMkLst>
            <pc:docMk/>
            <pc:sldMk cId="1770984478" sldId="269"/>
            <ac:spMk id="16" creationId="{D998DFB0-DA51-E83B-5596-553AA2F82D44}"/>
          </ac:spMkLst>
        </pc:spChg>
        <pc:picChg chg="add mod">
          <ac:chgData name="Fernando Fontove" userId="39bcb981d82c3800" providerId="LiveId" clId="{773A2956-375E-4F3D-8FF9-44222280ABD9}" dt="2023-08-27T04:24:11.266" v="1142" actId="1076"/>
          <ac:picMkLst>
            <pc:docMk/>
            <pc:sldMk cId="1770984478" sldId="269"/>
            <ac:picMk id="5" creationId="{60EBCA31-B77D-D19C-B728-A3677483230B}"/>
          </ac:picMkLst>
        </pc:picChg>
        <pc:picChg chg="add mod">
          <ac:chgData name="Fernando Fontove" userId="39bcb981d82c3800" providerId="LiveId" clId="{773A2956-375E-4F3D-8FF9-44222280ABD9}" dt="2023-08-27T04:24:11.266" v="1142" actId="1076"/>
          <ac:picMkLst>
            <pc:docMk/>
            <pc:sldMk cId="1770984478" sldId="269"/>
            <ac:picMk id="7" creationId="{FB1704E6-D46E-D913-D102-6E7B060BAFF0}"/>
          </ac:picMkLst>
        </pc:picChg>
        <pc:picChg chg="add mod">
          <ac:chgData name="Fernando Fontove" userId="39bcb981d82c3800" providerId="LiveId" clId="{773A2956-375E-4F3D-8FF9-44222280ABD9}" dt="2023-08-27T04:24:56.459" v="1148" actId="1076"/>
          <ac:picMkLst>
            <pc:docMk/>
            <pc:sldMk cId="1770984478" sldId="269"/>
            <ac:picMk id="9" creationId="{3272CC27-EE6E-2A92-C80D-4378538901DD}"/>
          </ac:picMkLst>
        </pc:picChg>
        <pc:picChg chg="add del mod">
          <ac:chgData name="Fernando Fontove" userId="39bcb981d82c3800" providerId="LiveId" clId="{773A2956-375E-4F3D-8FF9-44222280ABD9}" dt="2023-08-27T04:26:21.080" v="1153" actId="478"/>
          <ac:picMkLst>
            <pc:docMk/>
            <pc:sldMk cId="1770984478" sldId="269"/>
            <ac:picMk id="12" creationId="{7422ED38-37E8-2010-BF6F-0745D9B1956F}"/>
          </ac:picMkLst>
        </pc:picChg>
        <pc:picChg chg="del">
          <ac:chgData name="Fernando Fontove" userId="39bcb981d82c3800" providerId="LiveId" clId="{773A2956-375E-4F3D-8FF9-44222280ABD9}" dt="2023-08-27T04:23:35.170" v="1133" actId="478"/>
          <ac:picMkLst>
            <pc:docMk/>
            <pc:sldMk cId="1770984478" sldId="269"/>
            <ac:picMk id="13" creationId="{C3D387C6-0098-A26B-B53E-EAD80A4997AC}"/>
          </ac:picMkLst>
        </pc:picChg>
        <pc:picChg chg="add mod">
          <ac:chgData name="Fernando Fontove" userId="39bcb981d82c3800" providerId="LiveId" clId="{773A2956-375E-4F3D-8FF9-44222280ABD9}" dt="2023-08-27T04:26:30.873" v="1157" actId="14100"/>
          <ac:picMkLst>
            <pc:docMk/>
            <pc:sldMk cId="1770984478" sldId="269"/>
            <ac:picMk id="15" creationId="{1F381F86-D2AB-0600-B9E4-200B589A9929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62036153" sldId="270"/>
        </pc:sldMkLst>
      </pc:sldChg>
      <pc:sldChg chg="addSp delSp modSp add mod">
        <pc:chgData name="Fernando Fontove" userId="39bcb981d82c3800" providerId="LiveId" clId="{773A2956-375E-4F3D-8FF9-44222280ABD9}" dt="2023-08-27T04:32:35.354" v="1473" actId="20577"/>
        <pc:sldMkLst>
          <pc:docMk/>
          <pc:sldMk cId="1619404823" sldId="270"/>
        </pc:sldMkLst>
        <pc:spChg chg="mod">
          <ac:chgData name="Fernando Fontove" userId="39bcb981d82c3800" providerId="LiveId" clId="{773A2956-375E-4F3D-8FF9-44222280ABD9}" dt="2023-08-27T04:32:35.354" v="1473" actId="20577"/>
          <ac:spMkLst>
            <pc:docMk/>
            <pc:sldMk cId="1619404823" sldId="270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31:51.783" v="1429" actId="14100"/>
          <ac:spMkLst>
            <pc:docMk/>
            <pc:sldMk cId="1619404823" sldId="270"/>
            <ac:spMk id="10" creationId="{A63846E9-CAD6-F4CC-02E9-B9A7E379E699}"/>
          </ac:spMkLst>
        </pc:spChg>
        <pc:spChg chg="del">
          <ac:chgData name="Fernando Fontove" userId="39bcb981d82c3800" providerId="LiveId" clId="{773A2956-375E-4F3D-8FF9-44222280ABD9}" dt="2023-08-27T04:28:45.178" v="1266" actId="478"/>
          <ac:spMkLst>
            <pc:docMk/>
            <pc:sldMk cId="1619404823" sldId="270"/>
            <ac:spMk id="16" creationId="{D998DFB0-DA51-E83B-5596-553AA2F82D44}"/>
          </ac:spMkLst>
        </pc:spChg>
        <pc:spChg chg="add mod">
          <ac:chgData name="Fernando Fontove" userId="39bcb981d82c3800" providerId="LiveId" clId="{773A2956-375E-4F3D-8FF9-44222280ABD9}" dt="2023-08-27T04:31:48.101" v="1428" actId="1076"/>
          <ac:spMkLst>
            <pc:docMk/>
            <pc:sldMk cId="1619404823" sldId="270"/>
            <ac:spMk id="18" creationId="{32D13869-3F98-11C7-699E-961EC7060ABC}"/>
          </ac:spMkLst>
        </pc:spChg>
        <pc:spChg chg="add del mod">
          <ac:chgData name="Fernando Fontove" userId="39bcb981d82c3800" providerId="LiveId" clId="{773A2956-375E-4F3D-8FF9-44222280ABD9}" dt="2023-08-27T04:30:01.723" v="1318"/>
          <ac:spMkLst>
            <pc:docMk/>
            <pc:sldMk cId="1619404823" sldId="270"/>
            <ac:spMk id="19" creationId="{FB016021-687C-32D7-939C-12ACC3149F29}"/>
          </ac:spMkLst>
        </pc:spChg>
        <pc:spChg chg="add mod">
          <ac:chgData name="Fernando Fontove" userId="39bcb981d82c3800" providerId="LiveId" clId="{773A2956-375E-4F3D-8FF9-44222280ABD9}" dt="2023-08-27T04:31:48.101" v="1428" actId="1076"/>
          <ac:spMkLst>
            <pc:docMk/>
            <pc:sldMk cId="1619404823" sldId="270"/>
            <ac:spMk id="20" creationId="{35CFFF2A-0BA6-F4A3-792B-F126C75206D4}"/>
          </ac:spMkLst>
        </pc:spChg>
        <pc:picChg chg="del">
          <ac:chgData name="Fernando Fontove" userId="39bcb981d82c3800" providerId="LiveId" clId="{773A2956-375E-4F3D-8FF9-44222280ABD9}" dt="2023-08-27T04:28:45.178" v="1266" actId="478"/>
          <ac:picMkLst>
            <pc:docMk/>
            <pc:sldMk cId="1619404823" sldId="270"/>
            <ac:picMk id="5" creationId="{60EBCA31-B77D-D19C-B728-A3677483230B}"/>
          </ac:picMkLst>
        </pc:picChg>
        <pc:picChg chg="add mod">
          <ac:chgData name="Fernando Fontove" userId="39bcb981d82c3800" providerId="LiveId" clId="{773A2956-375E-4F3D-8FF9-44222280ABD9}" dt="2023-08-27T04:31:35.916" v="1425" actId="1076"/>
          <ac:picMkLst>
            <pc:docMk/>
            <pc:sldMk cId="1619404823" sldId="270"/>
            <ac:picMk id="6" creationId="{9247A886-4752-4B16-A7DE-5D92533D8623}"/>
          </ac:picMkLst>
        </pc:picChg>
        <pc:picChg chg="del">
          <ac:chgData name="Fernando Fontove" userId="39bcb981d82c3800" providerId="LiveId" clId="{773A2956-375E-4F3D-8FF9-44222280ABD9}" dt="2023-08-27T04:28:45.178" v="1266" actId="478"/>
          <ac:picMkLst>
            <pc:docMk/>
            <pc:sldMk cId="1619404823" sldId="270"/>
            <ac:picMk id="7" creationId="{FB1704E6-D46E-D913-D102-6E7B060BAFF0}"/>
          </ac:picMkLst>
        </pc:picChg>
        <pc:picChg chg="del">
          <ac:chgData name="Fernando Fontove" userId="39bcb981d82c3800" providerId="LiveId" clId="{773A2956-375E-4F3D-8FF9-44222280ABD9}" dt="2023-08-27T04:28:45.178" v="1266" actId="478"/>
          <ac:picMkLst>
            <pc:docMk/>
            <pc:sldMk cId="1619404823" sldId="270"/>
            <ac:picMk id="9" creationId="{3272CC27-EE6E-2A92-C80D-4378538901DD}"/>
          </ac:picMkLst>
        </pc:picChg>
        <pc:picChg chg="add mod">
          <ac:chgData name="Fernando Fontove" userId="39bcb981d82c3800" providerId="LiveId" clId="{773A2956-375E-4F3D-8FF9-44222280ABD9}" dt="2023-08-27T04:31:35.916" v="1425" actId="1076"/>
          <ac:picMkLst>
            <pc:docMk/>
            <pc:sldMk cId="1619404823" sldId="270"/>
            <ac:picMk id="11" creationId="{3073F652-B354-292E-25A0-607CE13937B7}"/>
          </ac:picMkLst>
        </pc:picChg>
        <pc:picChg chg="add mod">
          <ac:chgData name="Fernando Fontove" userId="39bcb981d82c3800" providerId="LiveId" clId="{773A2956-375E-4F3D-8FF9-44222280ABD9}" dt="2023-08-27T04:31:35.916" v="1425" actId="1076"/>
          <ac:picMkLst>
            <pc:docMk/>
            <pc:sldMk cId="1619404823" sldId="270"/>
            <ac:picMk id="13" creationId="{13E2AA2D-45F5-8CE2-B6D2-6D914DE0FFF0}"/>
          </ac:picMkLst>
        </pc:picChg>
        <pc:picChg chg="del">
          <ac:chgData name="Fernando Fontove" userId="39bcb981d82c3800" providerId="LiveId" clId="{773A2956-375E-4F3D-8FF9-44222280ABD9}" dt="2023-08-27T04:28:45.178" v="1266" actId="478"/>
          <ac:picMkLst>
            <pc:docMk/>
            <pc:sldMk cId="1619404823" sldId="270"/>
            <ac:picMk id="15" creationId="{1F381F86-D2AB-0600-B9E4-200B589A9929}"/>
          </ac:picMkLst>
        </pc:picChg>
        <pc:picChg chg="add mod">
          <ac:chgData name="Fernando Fontove" userId="39bcb981d82c3800" providerId="LiveId" clId="{773A2956-375E-4F3D-8FF9-44222280ABD9}" dt="2023-08-27T04:31:35.916" v="1425" actId="1076"/>
          <ac:picMkLst>
            <pc:docMk/>
            <pc:sldMk cId="1619404823" sldId="270"/>
            <ac:picMk id="17" creationId="{886007EF-4948-F0B0-7BC8-0963C35093B4}"/>
          </ac:picMkLst>
        </pc:picChg>
      </pc:sldChg>
      <pc:sldChg chg="addSp delSp modSp add mod">
        <pc:chgData name="Fernando Fontove" userId="39bcb981d82c3800" providerId="LiveId" clId="{773A2956-375E-4F3D-8FF9-44222280ABD9}" dt="2023-08-27T04:34:25.299" v="1592" actId="20577"/>
        <pc:sldMkLst>
          <pc:docMk/>
          <pc:sldMk cId="397979297" sldId="271"/>
        </pc:sldMkLst>
        <pc:spChg chg="mod">
          <ac:chgData name="Fernando Fontove" userId="39bcb981d82c3800" providerId="LiveId" clId="{773A2956-375E-4F3D-8FF9-44222280ABD9}" dt="2023-08-27T04:33:09.251" v="1514" actId="313"/>
          <ac:spMkLst>
            <pc:docMk/>
            <pc:sldMk cId="397979297" sldId="271"/>
            <ac:spMk id="2" creationId="{54E23535-F41D-E6F4-224E-FC135FA81095}"/>
          </ac:spMkLst>
        </pc:spChg>
        <pc:spChg chg="add mod">
          <ac:chgData name="Fernando Fontove" userId="39bcb981d82c3800" providerId="LiveId" clId="{773A2956-375E-4F3D-8FF9-44222280ABD9}" dt="2023-08-27T04:34:25.299" v="1592" actId="20577"/>
          <ac:spMkLst>
            <pc:docMk/>
            <pc:sldMk cId="397979297" sldId="271"/>
            <ac:spMk id="5" creationId="{5C25BA20-F1DB-9CB8-4488-8704FEC16988}"/>
          </ac:spMkLst>
        </pc:spChg>
        <pc:spChg chg="del">
          <ac:chgData name="Fernando Fontove" userId="39bcb981d82c3800" providerId="LiveId" clId="{773A2956-375E-4F3D-8FF9-44222280ABD9}" dt="2023-08-27T04:33:59.588" v="1515" actId="478"/>
          <ac:spMkLst>
            <pc:docMk/>
            <pc:sldMk cId="397979297" sldId="271"/>
            <ac:spMk id="10" creationId="{A63846E9-CAD6-F4CC-02E9-B9A7E379E699}"/>
          </ac:spMkLst>
        </pc:spChg>
        <pc:spChg chg="del">
          <ac:chgData name="Fernando Fontove" userId="39bcb981d82c3800" providerId="LiveId" clId="{773A2956-375E-4F3D-8FF9-44222280ABD9}" dt="2023-08-27T04:33:59.588" v="1515" actId="478"/>
          <ac:spMkLst>
            <pc:docMk/>
            <pc:sldMk cId="397979297" sldId="271"/>
            <ac:spMk id="18" creationId="{32D13869-3F98-11C7-699E-961EC7060ABC}"/>
          </ac:spMkLst>
        </pc:spChg>
        <pc:spChg chg="del">
          <ac:chgData name="Fernando Fontove" userId="39bcb981d82c3800" providerId="LiveId" clId="{773A2956-375E-4F3D-8FF9-44222280ABD9}" dt="2023-08-27T04:33:59.588" v="1515" actId="478"/>
          <ac:spMkLst>
            <pc:docMk/>
            <pc:sldMk cId="397979297" sldId="271"/>
            <ac:spMk id="20" creationId="{35CFFF2A-0BA6-F4A3-792B-F126C75206D4}"/>
          </ac:spMkLst>
        </pc:spChg>
        <pc:picChg chg="del">
          <ac:chgData name="Fernando Fontove" userId="39bcb981d82c3800" providerId="LiveId" clId="{773A2956-375E-4F3D-8FF9-44222280ABD9}" dt="2023-08-27T04:33:59.588" v="1515" actId="478"/>
          <ac:picMkLst>
            <pc:docMk/>
            <pc:sldMk cId="397979297" sldId="271"/>
            <ac:picMk id="6" creationId="{9247A886-4752-4B16-A7DE-5D92533D8623}"/>
          </ac:picMkLst>
        </pc:picChg>
        <pc:picChg chg="add mod">
          <ac:chgData name="Fernando Fontove" userId="39bcb981d82c3800" providerId="LiveId" clId="{773A2956-375E-4F3D-8FF9-44222280ABD9}" dt="2023-08-27T04:34:09.345" v="1520" actId="1076"/>
          <ac:picMkLst>
            <pc:docMk/>
            <pc:sldMk cId="397979297" sldId="271"/>
            <ac:picMk id="8" creationId="{8DBC6726-00C0-1A86-8BCD-BDEC0E977F63}"/>
          </ac:picMkLst>
        </pc:picChg>
        <pc:picChg chg="del">
          <ac:chgData name="Fernando Fontove" userId="39bcb981d82c3800" providerId="LiveId" clId="{773A2956-375E-4F3D-8FF9-44222280ABD9}" dt="2023-08-27T04:33:59.588" v="1515" actId="478"/>
          <ac:picMkLst>
            <pc:docMk/>
            <pc:sldMk cId="397979297" sldId="271"/>
            <ac:picMk id="11" creationId="{3073F652-B354-292E-25A0-607CE13937B7}"/>
          </ac:picMkLst>
        </pc:picChg>
        <pc:picChg chg="del">
          <ac:chgData name="Fernando Fontove" userId="39bcb981d82c3800" providerId="LiveId" clId="{773A2956-375E-4F3D-8FF9-44222280ABD9}" dt="2023-08-27T04:33:59.588" v="1515" actId="478"/>
          <ac:picMkLst>
            <pc:docMk/>
            <pc:sldMk cId="397979297" sldId="271"/>
            <ac:picMk id="13" creationId="{13E2AA2D-45F5-8CE2-B6D2-6D914DE0FFF0}"/>
          </ac:picMkLst>
        </pc:picChg>
        <pc:picChg chg="del">
          <ac:chgData name="Fernando Fontove" userId="39bcb981d82c3800" providerId="LiveId" clId="{773A2956-375E-4F3D-8FF9-44222280ABD9}" dt="2023-08-27T04:33:59.588" v="1515" actId="478"/>
          <ac:picMkLst>
            <pc:docMk/>
            <pc:sldMk cId="397979297" sldId="271"/>
            <ac:picMk id="17" creationId="{886007EF-4948-F0B0-7BC8-0963C35093B4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535864890" sldId="271"/>
        </pc:sldMkLst>
      </pc:sldChg>
      <pc:sldChg chg="addSp delSp modSp add mod">
        <pc:chgData name="Fernando Fontove" userId="39bcb981d82c3800" providerId="LiveId" clId="{773A2956-375E-4F3D-8FF9-44222280ABD9}" dt="2023-08-27T04:38:29.578" v="1784" actId="1076"/>
        <pc:sldMkLst>
          <pc:docMk/>
          <pc:sldMk cId="2116488560" sldId="272"/>
        </pc:sldMkLst>
        <pc:spChg chg="mod">
          <ac:chgData name="Fernando Fontove" userId="39bcb981d82c3800" providerId="LiveId" clId="{773A2956-375E-4F3D-8FF9-44222280ABD9}" dt="2023-08-27T04:34:41.162" v="1597" actId="20577"/>
          <ac:spMkLst>
            <pc:docMk/>
            <pc:sldMk cId="2116488560" sldId="272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38:21.315" v="1780" actId="20577"/>
          <ac:spMkLst>
            <pc:docMk/>
            <pc:sldMk cId="2116488560" sldId="272"/>
            <ac:spMk id="5" creationId="{5C25BA20-F1DB-9CB8-4488-8704FEC16988}"/>
          </ac:spMkLst>
        </pc:spChg>
        <pc:picChg chg="add del mod">
          <ac:chgData name="Fernando Fontove" userId="39bcb981d82c3800" providerId="LiveId" clId="{773A2956-375E-4F3D-8FF9-44222280ABD9}" dt="2023-08-27T04:38:13.658" v="1761" actId="478"/>
          <ac:picMkLst>
            <pc:docMk/>
            <pc:sldMk cId="2116488560" sldId="272"/>
            <ac:picMk id="6" creationId="{DAC8E04B-D606-0062-70C1-E5562121652E}"/>
          </ac:picMkLst>
        </pc:picChg>
        <pc:picChg chg="del">
          <ac:chgData name="Fernando Fontove" userId="39bcb981d82c3800" providerId="LiveId" clId="{773A2956-375E-4F3D-8FF9-44222280ABD9}" dt="2023-08-27T04:34:56.090" v="1598" actId="478"/>
          <ac:picMkLst>
            <pc:docMk/>
            <pc:sldMk cId="2116488560" sldId="272"/>
            <ac:picMk id="8" creationId="{8DBC6726-00C0-1A86-8BCD-BDEC0E977F63}"/>
          </ac:picMkLst>
        </pc:picChg>
        <pc:picChg chg="add mod">
          <ac:chgData name="Fernando Fontove" userId="39bcb981d82c3800" providerId="LiveId" clId="{773A2956-375E-4F3D-8FF9-44222280ABD9}" dt="2023-08-27T04:38:29.578" v="1784" actId="1076"/>
          <ac:picMkLst>
            <pc:docMk/>
            <pc:sldMk cId="2116488560" sldId="272"/>
            <ac:picMk id="9" creationId="{8807FC47-68B1-D3E5-647F-D896DAEF9EAC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854023657" sldId="272"/>
        </pc:sldMkLst>
      </pc:sldChg>
      <pc:sldChg chg="addSp modSp add mod">
        <pc:chgData name="Fernando Fontove" userId="39bcb981d82c3800" providerId="LiveId" clId="{773A2956-375E-4F3D-8FF9-44222280ABD9}" dt="2023-08-27T04:35:54.882" v="1615" actId="1036"/>
        <pc:sldMkLst>
          <pc:docMk/>
          <pc:sldMk cId="1152954691" sldId="273"/>
        </pc:sldMkLst>
        <pc:picChg chg="add mod">
          <ac:chgData name="Fernando Fontove" userId="39bcb981d82c3800" providerId="LiveId" clId="{773A2956-375E-4F3D-8FF9-44222280ABD9}" dt="2023-08-27T04:35:30.635" v="1603" actId="14100"/>
          <ac:picMkLst>
            <pc:docMk/>
            <pc:sldMk cId="1152954691" sldId="273"/>
            <ac:picMk id="6" creationId="{0AD7F179-39F6-1643-9CB5-957598AE165C}"/>
          </ac:picMkLst>
        </pc:picChg>
        <pc:picChg chg="add mod">
          <ac:chgData name="Fernando Fontove" userId="39bcb981d82c3800" providerId="LiveId" clId="{773A2956-375E-4F3D-8FF9-44222280ABD9}" dt="2023-08-27T04:35:54.882" v="1615" actId="1036"/>
          <ac:picMkLst>
            <pc:docMk/>
            <pc:sldMk cId="1152954691" sldId="273"/>
            <ac:picMk id="7" creationId="{FD74A43E-5A49-251D-63C6-B09BB5E7BBA6}"/>
          </ac:picMkLst>
        </pc:picChg>
        <pc:picChg chg="add mod">
          <ac:chgData name="Fernando Fontove" userId="39bcb981d82c3800" providerId="LiveId" clId="{773A2956-375E-4F3D-8FF9-44222280ABD9}" dt="2023-08-27T04:35:52.538" v="1609" actId="1076"/>
          <ac:picMkLst>
            <pc:docMk/>
            <pc:sldMk cId="1152954691" sldId="273"/>
            <ac:picMk id="10" creationId="{9B022EE8-083E-B889-B237-E0C7B1569C93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260095051" sldId="27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19206261" sldId="274"/>
        </pc:sldMkLst>
      </pc:sldChg>
      <pc:sldChg chg="addSp delSp modSp add mod">
        <pc:chgData name="Fernando Fontove" userId="39bcb981d82c3800" providerId="LiveId" clId="{773A2956-375E-4F3D-8FF9-44222280ABD9}" dt="2023-08-27T04:41:34.148" v="1969" actId="1076"/>
        <pc:sldMkLst>
          <pc:docMk/>
          <pc:sldMk cId="1908251498" sldId="274"/>
        </pc:sldMkLst>
        <pc:spChg chg="mod">
          <ac:chgData name="Fernando Fontove" userId="39bcb981d82c3800" providerId="LiveId" clId="{773A2956-375E-4F3D-8FF9-44222280ABD9}" dt="2023-08-27T04:40:50.748" v="1963" actId="113"/>
          <ac:spMkLst>
            <pc:docMk/>
            <pc:sldMk cId="1908251498" sldId="274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40:33.659" v="1961" actId="20577"/>
          <ac:spMkLst>
            <pc:docMk/>
            <pc:sldMk cId="1908251498" sldId="274"/>
            <ac:spMk id="5" creationId="{5C25BA20-F1DB-9CB8-4488-8704FEC16988}"/>
          </ac:spMkLst>
        </pc:spChg>
        <pc:picChg chg="add mod">
          <ac:chgData name="Fernando Fontove" userId="39bcb981d82c3800" providerId="LiveId" clId="{773A2956-375E-4F3D-8FF9-44222280ABD9}" dt="2023-08-27T04:41:34.148" v="1969" actId="1076"/>
          <ac:picMkLst>
            <pc:docMk/>
            <pc:sldMk cId="1908251498" sldId="274"/>
            <ac:picMk id="6" creationId="{3FD97F4F-0197-91FA-90CE-BEB7805FDEFC}"/>
          </ac:picMkLst>
        </pc:picChg>
        <pc:picChg chg="del">
          <ac:chgData name="Fernando Fontove" userId="39bcb981d82c3800" providerId="LiveId" clId="{773A2956-375E-4F3D-8FF9-44222280ABD9}" dt="2023-08-27T04:41:25.675" v="1964" actId="478"/>
          <ac:picMkLst>
            <pc:docMk/>
            <pc:sldMk cId="1908251498" sldId="274"/>
            <ac:picMk id="9" creationId="{8807FC47-68B1-D3E5-647F-D896DAEF9EAC}"/>
          </ac:picMkLst>
        </pc:picChg>
      </pc:sldChg>
      <pc:sldChg chg="addSp delSp modSp add mod ord">
        <pc:chgData name="Fernando Fontove" userId="39bcb981d82c3800" providerId="LiveId" clId="{773A2956-375E-4F3D-8FF9-44222280ABD9}" dt="2023-08-27T04:48:53.576" v="2317" actId="1076"/>
        <pc:sldMkLst>
          <pc:docMk/>
          <pc:sldMk cId="2101120470" sldId="275"/>
        </pc:sldMkLst>
        <pc:spChg chg="mod">
          <ac:chgData name="Fernando Fontove" userId="39bcb981d82c3800" providerId="LiveId" clId="{773A2956-375E-4F3D-8FF9-44222280ABD9}" dt="2023-08-27T04:48:41.907" v="2312" actId="20577"/>
          <ac:spMkLst>
            <pc:docMk/>
            <pc:sldMk cId="2101120470" sldId="275"/>
            <ac:spMk id="2" creationId="{54E23535-F41D-E6F4-224E-FC135FA81095}"/>
          </ac:spMkLst>
        </pc:spChg>
        <pc:spChg chg="del mod">
          <ac:chgData name="Fernando Fontove" userId="39bcb981d82c3800" providerId="LiveId" clId="{773A2956-375E-4F3D-8FF9-44222280ABD9}" dt="2023-08-27T04:43:04.347" v="2024" actId="478"/>
          <ac:spMkLst>
            <pc:docMk/>
            <pc:sldMk cId="2101120470" sldId="275"/>
            <ac:spMk id="5" creationId="{5C25BA20-F1DB-9CB8-4488-8704FEC16988}"/>
          </ac:spMkLst>
        </pc:spChg>
        <pc:spChg chg="add del">
          <ac:chgData name="Fernando Fontove" userId="39bcb981d82c3800" providerId="LiveId" clId="{773A2956-375E-4F3D-8FF9-44222280ABD9}" dt="2023-08-27T04:42:25.581" v="2015" actId="22"/>
          <ac:spMkLst>
            <pc:docMk/>
            <pc:sldMk cId="2101120470" sldId="275"/>
            <ac:spMk id="7" creationId="{B9DF5A03-B98F-0A18-A341-BF494088F144}"/>
          </ac:spMkLst>
        </pc:spChg>
        <pc:picChg chg="del">
          <ac:chgData name="Fernando Fontove" userId="39bcb981d82c3800" providerId="LiveId" clId="{773A2956-375E-4F3D-8FF9-44222280ABD9}" dt="2023-08-27T04:42:23.811" v="2013" actId="478"/>
          <ac:picMkLst>
            <pc:docMk/>
            <pc:sldMk cId="2101120470" sldId="275"/>
            <ac:picMk id="6" creationId="{3FD97F4F-0197-91FA-90CE-BEB7805FDEFC}"/>
          </ac:picMkLst>
        </pc:picChg>
        <pc:picChg chg="add del mod modCrop">
          <ac:chgData name="Fernando Fontove" userId="39bcb981d82c3800" providerId="LiveId" clId="{773A2956-375E-4F3D-8FF9-44222280ABD9}" dt="2023-08-27T04:48:45.723" v="2313" actId="478"/>
          <ac:picMkLst>
            <pc:docMk/>
            <pc:sldMk cId="2101120470" sldId="275"/>
            <ac:picMk id="9" creationId="{BC1220B5-302E-42D8-4D7A-55CC933BB763}"/>
          </ac:picMkLst>
        </pc:picChg>
        <pc:picChg chg="add del mod modCrop">
          <ac:chgData name="Fernando Fontove" userId="39bcb981d82c3800" providerId="LiveId" clId="{773A2956-375E-4F3D-8FF9-44222280ABD9}" dt="2023-08-27T04:48:45.723" v="2313" actId="478"/>
          <ac:picMkLst>
            <pc:docMk/>
            <pc:sldMk cId="2101120470" sldId="275"/>
            <ac:picMk id="11" creationId="{5B7B052D-F4F0-E5C8-876C-3581BA4BC367}"/>
          </ac:picMkLst>
        </pc:picChg>
        <pc:picChg chg="add mod">
          <ac:chgData name="Fernando Fontove" userId="39bcb981d82c3800" providerId="LiveId" clId="{773A2956-375E-4F3D-8FF9-44222280ABD9}" dt="2023-08-27T04:48:53.576" v="2317" actId="1076"/>
          <ac:picMkLst>
            <pc:docMk/>
            <pc:sldMk cId="2101120470" sldId="275"/>
            <ac:picMk id="13" creationId="{87EF0371-C58E-8D7D-BEC0-BA3D8EB7E611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509672677" sldId="27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773A2956-375E-4F3D-8FF9-44222280ABD9}" dt="2023-08-27T04:49:34.981" v="2341" actId="20577"/>
        <pc:sldMkLst>
          <pc:docMk/>
          <pc:sldMk cId="3396250151" sldId="276"/>
        </pc:sldMkLst>
        <pc:spChg chg="mod">
          <ac:chgData name="Fernando Fontove" userId="39bcb981d82c3800" providerId="LiveId" clId="{773A2956-375E-4F3D-8FF9-44222280ABD9}" dt="2023-08-27T04:44:18.619" v="2103" actId="20577"/>
          <ac:spMkLst>
            <pc:docMk/>
            <pc:sldMk cId="3396250151" sldId="276"/>
            <ac:spMk id="2" creationId="{54E23535-F41D-E6F4-224E-FC135FA81095}"/>
          </ac:spMkLst>
        </pc:spChg>
        <pc:spChg chg="add mod">
          <ac:chgData name="Fernando Fontove" userId="39bcb981d82c3800" providerId="LiveId" clId="{773A2956-375E-4F3D-8FF9-44222280ABD9}" dt="2023-08-27T04:49:34.981" v="2341" actId="20577"/>
          <ac:spMkLst>
            <pc:docMk/>
            <pc:sldMk cId="3396250151" sldId="276"/>
            <ac:spMk id="6" creationId="{92A0107F-D8D0-6BCF-05FE-5C892F9201A4}"/>
          </ac:spMkLst>
        </pc:spChg>
        <pc:picChg chg="add mod">
          <ac:chgData name="Fernando Fontove" userId="39bcb981d82c3800" providerId="LiveId" clId="{773A2956-375E-4F3D-8FF9-44222280ABD9}" dt="2023-08-27T04:46:31.725" v="2108" actId="1076"/>
          <ac:picMkLst>
            <pc:docMk/>
            <pc:sldMk cId="3396250151" sldId="276"/>
            <ac:picMk id="5" creationId="{FE4AA2C2-59A1-EB18-4096-01A167D10A9C}"/>
          </ac:picMkLst>
        </pc:picChg>
        <pc:picChg chg="del">
          <ac:chgData name="Fernando Fontove" userId="39bcb981d82c3800" providerId="LiveId" clId="{773A2956-375E-4F3D-8FF9-44222280ABD9}" dt="2023-08-27T04:44:21.483" v="2104" actId="478"/>
          <ac:picMkLst>
            <pc:docMk/>
            <pc:sldMk cId="3396250151" sldId="276"/>
            <ac:picMk id="9" creationId="{BC1220B5-302E-42D8-4D7A-55CC933BB763}"/>
          </ac:picMkLst>
        </pc:picChg>
        <pc:picChg chg="del">
          <ac:chgData name="Fernando Fontove" userId="39bcb981d82c3800" providerId="LiveId" clId="{773A2956-375E-4F3D-8FF9-44222280ABD9}" dt="2023-08-27T04:44:21.483" v="2104" actId="478"/>
          <ac:picMkLst>
            <pc:docMk/>
            <pc:sldMk cId="3396250151" sldId="276"/>
            <ac:picMk id="11" creationId="{5B7B052D-F4F0-E5C8-876C-3581BA4BC367}"/>
          </ac:picMkLst>
        </pc:picChg>
      </pc:sldChg>
      <pc:sldChg chg="add del">
        <pc:chgData name="Fernando Fontove" userId="39bcb981d82c3800" providerId="LiveId" clId="{773A2956-375E-4F3D-8FF9-44222280ABD9}" dt="2023-08-27T04:47:50.910" v="2239"/>
        <pc:sldMkLst>
          <pc:docMk/>
          <pc:sldMk cId="340643032" sldId="277"/>
        </pc:sldMkLst>
      </pc:sldChg>
      <pc:sldChg chg="add del">
        <pc:chgData name="Fernando Fontove" userId="39bcb981d82c3800" providerId="LiveId" clId="{773A2956-375E-4F3D-8FF9-44222280ABD9}" dt="2023-08-27T04:49:46.982" v="2343"/>
        <pc:sldMkLst>
          <pc:docMk/>
          <pc:sldMk cId="1564057248" sldId="277"/>
        </pc:sldMkLst>
      </pc:sldChg>
      <pc:sldChg chg="addSp delSp modSp add mod ord">
        <pc:chgData name="Fernando Fontove" userId="39bcb981d82c3800" providerId="LiveId" clId="{773A2956-375E-4F3D-8FF9-44222280ABD9}" dt="2023-08-27T04:56:30.095" v="2836" actId="21"/>
        <pc:sldMkLst>
          <pc:docMk/>
          <pc:sldMk cId="2116581737" sldId="277"/>
        </pc:sldMkLst>
        <pc:spChg chg="mod">
          <ac:chgData name="Fernando Fontove" userId="39bcb981d82c3800" providerId="LiveId" clId="{773A2956-375E-4F3D-8FF9-44222280ABD9}" dt="2023-08-27T04:50:30.435" v="2430" actId="20577"/>
          <ac:spMkLst>
            <pc:docMk/>
            <pc:sldMk cId="2116581737" sldId="277"/>
            <ac:spMk id="2" creationId="{54E23535-F41D-E6F4-224E-FC135FA81095}"/>
          </ac:spMkLst>
        </pc:spChg>
        <pc:spChg chg="del">
          <ac:chgData name="Fernando Fontove" userId="39bcb981d82c3800" providerId="LiveId" clId="{773A2956-375E-4F3D-8FF9-44222280ABD9}" dt="2023-08-27T04:50:42.540" v="2432" actId="478"/>
          <ac:spMkLst>
            <pc:docMk/>
            <pc:sldMk cId="2116581737" sldId="277"/>
            <ac:spMk id="5" creationId="{5C25BA20-F1DB-9CB8-4488-8704FEC16988}"/>
          </ac:spMkLst>
        </pc:spChg>
        <pc:spChg chg="add mod">
          <ac:chgData name="Fernando Fontove" userId="39bcb981d82c3800" providerId="LiveId" clId="{773A2956-375E-4F3D-8FF9-44222280ABD9}" dt="2023-08-27T04:54:05.616" v="2603" actId="14100"/>
          <ac:spMkLst>
            <pc:docMk/>
            <pc:sldMk cId="2116581737" sldId="277"/>
            <ac:spMk id="6" creationId="{15572A4C-AAF5-3F09-A32D-FBB46084C504}"/>
          </ac:spMkLst>
        </pc:spChg>
        <pc:spChg chg="add del">
          <ac:chgData name="Fernando Fontove" userId="39bcb981d82c3800" providerId="LiveId" clId="{773A2956-375E-4F3D-8FF9-44222280ABD9}" dt="2023-08-27T04:52:43.694" v="2434" actId="22"/>
          <ac:spMkLst>
            <pc:docMk/>
            <pc:sldMk cId="2116581737" sldId="277"/>
            <ac:spMk id="8" creationId="{908DABE3-CD3A-D16A-3238-EA93B289331F}"/>
          </ac:spMkLst>
        </pc:spChg>
        <pc:picChg chg="del">
          <ac:chgData name="Fernando Fontove" userId="39bcb981d82c3800" providerId="LiveId" clId="{773A2956-375E-4F3D-8FF9-44222280ABD9}" dt="2023-08-27T04:50:34.363" v="2431" actId="478"/>
          <ac:picMkLst>
            <pc:docMk/>
            <pc:sldMk cId="2116581737" sldId="277"/>
            <ac:picMk id="9" creationId="{8807FC47-68B1-D3E5-647F-D896DAEF9EAC}"/>
          </ac:picMkLst>
        </pc:picChg>
        <pc:picChg chg="add mod">
          <ac:chgData name="Fernando Fontove" userId="39bcb981d82c3800" providerId="LiveId" clId="{773A2956-375E-4F3D-8FF9-44222280ABD9}" dt="2023-08-27T04:56:12.911" v="2829" actId="1076"/>
          <ac:picMkLst>
            <pc:docMk/>
            <pc:sldMk cId="2116581737" sldId="277"/>
            <ac:picMk id="11" creationId="{21DD7E42-FC21-10D8-A3B5-C7A90F596443}"/>
          </ac:picMkLst>
        </pc:picChg>
        <pc:picChg chg="add del mod">
          <ac:chgData name="Fernando Fontove" userId="39bcb981d82c3800" providerId="LiveId" clId="{773A2956-375E-4F3D-8FF9-44222280ABD9}" dt="2023-08-27T04:56:30.095" v="2836" actId="21"/>
          <ac:picMkLst>
            <pc:docMk/>
            <pc:sldMk cId="2116581737" sldId="277"/>
            <ac:picMk id="12" creationId="{744A5BBD-150E-6BED-A47F-8A757A9B4379}"/>
          </ac:picMkLst>
        </pc:picChg>
        <pc:picChg chg="add del mod">
          <ac:chgData name="Fernando Fontove" userId="39bcb981d82c3800" providerId="LiveId" clId="{773A2956-375E-4F3D-8FF9-44222280ABD9}" dt="2023-08-27T04:56:30.095" v="2836" actId="21"/>
          <ac:picMkLst>
            <pc:docMk/>
            <pc:sldMk cId="2116581737" sldId="277"/>
            <ac:picMk id="13" creationId="{FA09C03C-5E66-DCA6-AF18-5D4DE5493ED9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897022490" sldId="27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545065206" sldId="278"/>
        </pc:sldMkLst>
      </pc:sldChg>
      <pc:sldChg chg="addSp delSp modSp add mod">
        <pc:chgData name="Fernando Fontove" userId="39bcb981d82c3800" providerId="LiveId" clId="{773A2956-375E-4F3D-8FF9-44222280ABD9}" dt="2023-08-27T04:56:08.527" v="2828" actId="1076"/>
        <pc:sldMkLst>
          <pc:docMk/>
          <pc:sldMk cId="1248256059" sldId="278"/>
        </pc:sldMkLst>
        <pc:spChg chg="mod">
          <ac:chgData name="Fernando Fontove" userId="39bcb981d82c3800" providerId="LiveId" clId="{773A2956-375E-4F3D-8FF9-44222280ABD9}" dt="2023-08-27T04:54:58.125" v="2710" actId="313"/>
          <ac:spMkLst>
            <pc:docMk/>
            <pc:sldMk cId="1248256059" sldId="278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55:53.244" v="2823" actId="14100"/>
          <ac:spMkLst>
            <pc:docMk/>
            <pc:sldMk cId="1248256059" sldId="278"/>
            <ac:spMk id="6" creationId="{15572A4C-AAF5-3F09-A32D-FBB46084C504}"/>
          </ac:spMkLst>
        </pc:spChg>
        <pc:picChg chg="add mod">
          <ac:chgData name="Fernando Fontove" userId="39bcb981d82c3800" providerId="LiveId" clId="{773A2956-375E-4F3D-8FF9-44222280ABD9}" dt="2023-08-27T04:56:08.527" v="2828" actId="1076"/>
          <ac:picMkLst>
            <pc:docMk/>
            <pc:sldMk cId="1248256059" sldId="278"/>
            <ac:picMk id="5" creationId="{C5FF9273-78C0-3762-97EB-A1E7A14556C0}"/>
          </ac:picMkLst>
        </pc:picChg>
        <pc:picChg chg="del">
          <ac:chgData name="Fernando Fontove" userId="39bcb981d82c3800" providerId="LiveId" clId="{773A2956-375E-4F3D-8FF9-44222280ABD9}" dt="2023-08-27T04:55:54.859" v="2824" actId="478"/>
          <ac:picMkLst>
            <pc:docMk/>
            <pc:sldMk cId="1248256059" sldId="278"/>
            <ac:picMk id="11" creationId="{21DD7E42-FC21-10D8-A3B5-C7A90F596443}"/>
          </ac:picMkLst>
        </pc:picChg>
      </pc:sldChg>
      <pc:sldChg chg="addSp delSp modSp add mod">
        <pc:chgData name="Fernando Fontove" userId="39bcb981d82c3800" providerId="LiveId" clId="{773A2956-375E-4F3D-8FF9-44222280ABD9}" dt="2023-08-27T04:58:32.187" v="2877" actId="1076"/>
        <pc:sldMkLst>
          <pc:docMk/>
          <pc:sldMk cId="779110085" sldId="279"/>
        </pc:sldMkLst>
        <pc:picChg chg="add del mod">
          <ac:chgData name="Fernando Fontove" userId="39bcb981d82c3800" providerId="LiveId" clId="{773A2956-375E-4F3D-8FF9-44222280ABD9}" dt="2023-08-27T04:56:59.084" v="2845" actId="478"/>
          <ac:picMkLst>
            <pc:docMk/>
            <pc:sldMk cId="779110085" sldId="279"/>
            <ac:picMk id="3" creationId="{462EB588-6C28-A497-803B-FD57A19F4A26}"/>
          </ac:picMkLst>
        </pc:picChg>
        <pc:picChg chg="add mod">
          <ac:chgData name="Fernando Fontove" userId="39bcb981d82c3800" providerId="LiveId" clId="{773A2956-375E-4F3D-8FF9-44222280ABD9}" dt="2023-08-27T04:58:32.187" v="2877" actId="1076"/>
          <ac:picMkLst>
            <pc:docMk/>
            <pc:sldMk cId="779110085" sldId="279"/>
            <ac:picMk id="5" creationId="{4966AFA5-13B4-431C-8C57-BBE632F313BB}"/>
          </ac:picMkLst>
        </pc:picChg>
        <pc:picChg chg="add mod">
          <ac:chgData name="Fernando Fontove" userId="39bcb981d82c3800" providerId="LiveId" clId="{773A2956-375E-4F3D-8FF9-44222280ABD9}" dt="2023-08-27T04:58:32.187" v="2877" actId="1076"/>
          <ac:picMkLst>
            <pc:docMk/>
            <pc:sldMk cId="779110085" sldId="279"/>
            <ac:picMk id="7" creationId="{4DACB83F-C5DD-AB9D-94B4-3839D9D84127}"/>
          </ac:picMkLst>
        </pc:picChg>
        <pc:picChg chg="add mod">
          <ac:chgData name="Fernando Fontove" userId="39bcb981d82c3800" providerId="LiveId" clId="{773A2956-375E-4F3D-8FF9-44222280ABD9}" dt="2023-08-27T04:58:32.187" v="2877" actId="1076"/>
          <ac:picMkLst>
            <pc:docMk/>
            <pc:sldMk cId="779110085" sldId="279"/>
            <ac:picMk id="8" creationId="{AAD399E6-FA77-585B-8672-48BEE3FED0BF}"/>
          </ac:picMkLst>
        </pc:picChg>
        <pc:picChg chg="add mod">
          <ac:chgData name="Fernando Fontove" userId="39bcb981d82c3800" providerId="LiveId" clId="{773A2956-375E-4F3D-8FF9-44222280ABD9}" dt="2023-08-27T04:58:32.187" v="2877" actId="1076"/>
          <ac:picMkLst>
            <pc:docMk/>
            <pc:sldMk cId="779110085" sldId="279"/>
            <ac:picMk id="9" creationId="{5AECE1B6-E5F9-CA35-070E-186D54AAE99D}"/>
          </ac:picMkLst>
        </pc:picChg>
        <pc:picChg chg="add mod">
          <ac:chgData name="Fernando Fontove" userId="39bcb981d82c3800" providerId="LiveId" clId="{773A2956-375E-4F3D-8FF9-44222280ABD9}" dt="2023-08-27T04:58:32.187" v="2877" actId="1076"/>
          <ac:picMkLst>
            <pc:docMk/>
            <pc:sldMk cId="779110085" sldId="279"/>
            <ac:picMk id="10" creationId="{C7086970-B1D6-E9EA-DFE9-C7185C8E78F9}"/>
          </ac:picMkLst>
        </pc:picChg>
        <pc:picChg chg="add mod">
          <ac:chgData name="Fernando Fontove" userId="39bcb981d82c3800" providerId="LiveId" clId="{773A2956-375E-4F3D-8FF9-44222280ABD9}" dt="2023-08-27T04:58:32.187" v="2877" actId="1076"/>
          <ac:picMkLst>
            <pc:docMk/>
            <pc:sldMk cId="779110085" sldId="279"/>
            <ac:picMk id="12" creationId="{61E62358-F902-098C-35BB-D1D6DABD27FD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69834345" sldId="279"/>
        </pc:sldMkLst>
      </pc:sldChg>
      <pc:sldChg chg="addSp modSp add mod">
        <pc:chgData name="Fernando Fontove" userId="39bcb981d82c3800" providerId="LiveId" clId="{773A2956-375E-4F3D-8FF9-44222280ABD9}" dt="2023-08-27T05:01:37.197" v="2889" actId="114"/>
        <pc:sldMkLst>
          <pc:docMk/>
          <pc:sldMk cId="237153273" sldId="280"/>
        </pc:sldMkLst>
        <pc:spChg chg="mod">
          <ac:chgData name="Fernando Fontove" userId="39bcb981d82c3800" providerId="LiveId" clId="{773A2956-375E-4F3D-8FF9-44222280ABD9}" dt="2023-08-27T05:01:37.197" v="2889" actId="114"/>
          <ac:spMkLst>
            <pc:docMk/>
            <pc:sldMk cId="237153273" sldId="280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58:14.301" v="2872" actId="1076"/>
          <ac:spMkLst>
            <pc:docMk/>
            <pc:sldMk cId="237153273" sldId="280"/>
            <ac:spMk id="6" creationId="{15572A4C-AAF5-3F09-A32D-FBB46084C504}"/>
          </ac:spMkLst>
        </pc:spChg>
        <pc:picChg chg="add mod">
          <ac:chgData name="Fernando Fontove" userId="39bcb981d82c3800" providerId="LiveId" clId="{773A2956-375E-4F3D-8FF9-44222280ABD9}" dt="2023-08-27T04:58:18.567" v="2873" actId="1076"/>
          <ac:picMkLst>
            <pc:docMk/>
            <pc:sldMk cId="237153273" sldId="280"/>
            <ac:picMk id="3" creationId="{7D95BAA4-7F23-85D4-7883-C00A08904F45}"/>
          </ac:picMkLst>
        </pc:picChg>
        <pc:picChg chg="add mod">
          <ac:chgData name="Fernando Fontove" userId="39bcb981d82c3800" providerId="LiveId" clId="{773A2956-375E-4F3D-8FF9-44222280ABD9}" dt="2023-08-27T04:58:20.853" v="2875" actId="1076"/>
          <ac:picMkLst>
            <pc:docMk/>
            <pc:sldMk cId="237153273" sldId="280"/>
            <ac:picMk id="7" creationId="{156FC70A-A5D5-DF18-8395-49D94712BF23}"/>
          </ac:picMkLst>
        </pc:picChg>
        <pc:picChg chg="add mod">
          <ac:chgData name="Fernando Fontove" userId="39bcb981d82c3800" providerId="LiveId" clId="{773A2956-375E-4F3D-8FF9-44222280ABD9}" dt="2023-08-27T04:58:23.107" v="2876" actId="1076"/>
          <ac:picMkLst>
            <pc:docMk/>
            <pc:sldMk cId="237153273" sldId="280"/>
            <ac:picMk id="8" creationId="{7A6C7AB5-A48D-601D-C4DF-E39E2C89F709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952870153" sldId="280"/>
        </pc:sldMkLst>
      </pc:sldChg>
      <pc:sldChg chg="modSp new mod">
        <pc:chgData name="Fernando Fontove" userId="39bcb981d82c3800" providerId="LiveId" clId="{773A2956-375E-4F3D-8FF9-44222280ABD9}" dt="2023-08-27T05:22:21.126" v="3394" actId="20577"/>
        <pc:sldMkLst>
          <pc:docMk/>
          <pc:sldMk cId="1406954335" sldId="281"/>
        </pc:sldMkLst>
        <pc:spChg chg="mod">
          <ac:chgData name="Fernando Fontove" userId="39bcb981d82c3800" providerId="LiveId" clId="{773A2956-375E-4F3D-8FF9-44222280ABD9}" dt="2023-08-27T05:02:25.492" v="2958" actId="20577"/>
          <ac:spMkLst>
            <pc:docMk/>
            <pc:sldMk cId="1406954335" sldId="281"/>
            <ac:spMk id="2" creationId="{FB412F63-A86F-36D9-847B-F82A8B05C9F0}"/>
          </ac:spMkLst>
        </pc:spChg>
        <pc:spChg chg="mod">
          <ac:chgData name="Fernando Fontove" userId="39bcb981d82c3800" providerId="LiveId" clId="{773A2956-375E-4F3D-8FF9-44222280ABD9}" dt="2023-08-27T05:22:21.126" v="3394" actId="20577"/>
          <ac:spMkLst>
            <pc:docMk/>
            <pc:sldMk cId="1406954335" sldId="281"/>
            <ac:spMk id="3" creationId="{1D07BED0-2A00-9A7A-4714-18C4C3C3B423}"/>
          </ac:spMkLst>
        </pc:sp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030915842" sldId="281"/>
        </pc:sldMkLst>
      </pc:sldChg>
      <pc:sldChg chg="addSp delSp modSp add mod">
        <pc:chgData name="Fernando Fontove" userId="39bcb981d82c3800" providerId="LiveId" clId="{773A2956-375E-4F3D-8FF9-44222280ABD9}" dt="2023-08-27T05:17:01.109" v="3207" actId="20577"/>
        <pc:sldMkLst>
          <pc:docMk/>
          <pc:sldMk cId="2623804289" sldId="282"/>
        </pc:sldMkLst>
        <pc:spChg chg="mod">
          <ac:chgData name="Fernando Fontove" userId="39bcb981d82c3800" providerId="LiveId" clId="{773A2956-375E-4F3D-8FF9-44222280ABD9}" dt="2023-08-27T05:17:01.109" v="3207" actId="20577"/>
          <ac:spMkLst>
            <pc:docMk/>
            <pc:sldMk cId="2623804289" sldId="282"/>
            <ac:spMk id="2" creationId="{54E23535-F41D-E6F4-224E-FC135FA81095}"/>
          </ac:spMkLst>
        </pc:spChg>
        <pc:spChg chg="del">
          <ac:chgData name="Fernando Fontove" userId="39bcb981d82c3800" providerId="LiveId" clId="{773A2956-375E-4F3D-8FF9-44222280ABD9}" dt="2023-08-27T05:12:57.566" v="3078" actId="478"/>
          <ac:spMkLst>
            <pc:docMk/>
            <pc:sldMk cId="2623804289" sldId="282"/>
            <ac:spMk id="3" creationId="{4E43C7A4-66A5-6DDD-31C0-B37A956A4C9D}"/>
          </ac:spMkLst>
        </pc:spChg>
        <pc:spChg chg="add del mod">
          <ac:chgData name="Fernando Fontove" userId="39bcb981d82c3800" providerId="LiveId" clId="{773A2956-375E-4F3D-8FF9-44222280ABD9}" dt="2023-08-27T05:13:01.100" v="3079" actId="478"/>
          <ac:spMkLst>
            <pc:docMk/>
            <pc:sldMk cId="2623804289" sldId="282"/>
            <ac:spMk id="9" creationId="{44AE67E2-7470-B674-1BE1-3CCA42F67999}"/>
          </ac:spMkLst>
        </pc:spChg>
        <pc:picChg chg="add mod">
          <ac:chgData name="Fernando Fontove" userId="39bcb981d82c3800" providerId="LiveId" clId="{773A2956-375E-4F3D-8FF9-44222280ABD9}" dt="2023-08-27T05:13:04.072" v="3080" actId="1076"/>
          <ac:picMkLst>
            <pc:docMk/>
            <pc:sldMk cId="2623804289" sldId="282"/>
            <ac:picMk id="6" creationId="{A513220F-E6A1-FB19-1B9E-C2B4FA081EC1}"/>
          </ac:picMkLst>
        </pc:picChg>
        <pc:picChg chg="add del">
          <ac:chgData name="Fernando Fontove" userId="39bcb981d82c3800" providerId="LiveId" clId="{773A2956-375E-4F3D-8FF9-44222280ABD9}" dt="2023-08-27T05:12:18.798" v="3069" actId="478"/>
          <ac:picMkLst>
            <pc:docMk/>
            <pc:sldMk cId="2623804289" sldId="282"/>
            <ac:picMk id="8" creationId="{59669DA5-05EF-C800-2690-A6B21C9DDF8D}"/>
          </ac:picMkLst>
        </pc:picChg>
        <pc:picChg chg="add del">
          <ac:chgData name="Fernando Fontove" userId="39bcb981d82c3800" providerId="LiveId" clId="{773A2956-375E-4F3D-8FF9-44222280ABD9}" dt="2023-08-27T05:12:18.798" v="3069" actId="478"/>
          <ac:picMkLst>
            <pc:docMk/>
            <pc:sldMk cId="2623804289" sldId="282"/>
            <ac:picMk id="10" creationId="{148B05C1-A988-0A2A-CC17-02DFFB44D2FC}"/>
          </ac:picMkLst>
        </pc:picChg>
        <pc:picChg chg="add del">
          <ac:chgData name="Fernando Fontove" userId="39bcb981d82c3800" providerId="LiveId" clId="{773A2956-375E-4F3D-8FF9-44222280ABD9}" dt="2023-08-27T05:12:18.798" v="3069" actId="478"/>
          <ac:picMkLst>
            <pc:docMk/>
            <pc:sldMk cId="2623804289" sldId="282"/>
            <ac:picMk id="14" creationId="{3E23A0D8-A44C-A9C1-AF7A-C3CABAF22427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911022418" sldId="28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879351787" sldId="283"/>
        </pc:sldMkLst>
      </pc:sldChg>
      <pc:sldChg chg="add del">
        <pc:chgData name="Fernando Fontove" userId="39bcb981d82c3800" providerId="LiveId" clId="{773A2956-375E-4F3D-8FF9-44222280ABD9}" dt="2023-08-27T05:12:10.577" v="3065"/>
        <pc:sldMkLst>
          <pc:docMk/>
          <pc:sldMk cId="1127660294" sldId="283"/>
        </pc:sldMkLst>
      </pc:sldChg>
      <pc:sldChg chg="addSp delSp modSp add mod">
        <pc:chgData name="Fernando Fontove" userId="39bcb981d82c3800" providerId="LiveId" clId="{773A2956-375E-4F3D-8FF9-44222280ABD9}" dt="2023-08-27T05:16:21.869" v="3170" actId="20577"/>
        <pc:sldMkLst>
          <pc:docMk/>
          <pc:sldMk cId="3597499166" sldId="283"/>
        </pc:sldMkLst>
        <pc:spChg chg="mod">
          <ac:chgData name="Fernando Fontove" userId="39bcb981d82c3800" providerId="LiveId" clId="{773A2956-375E-4F3D-8FF9-44222280ABD9}" dt="2023-08-27T05:16:21.869" v="3170" actId="20577"/>
          <ac:spMkLst>
            <pc:docMk/>
            <pc:sldMk cId="3597499166" sldId="283"/>
            <ac:spMk id="2" creationId="{54E23535-F41D-E6F4-224E-FC135FA81095}"/>
          </ac:spMkLst>
        </pc:spChg>
        <pc:picChg chg="add mod">
          <ac:chgData name="Fernando Fontove" userId="39bcb981d82c3800" providerId="LiveId" clId="{773A2956-375E-4F3D-8FF9-44222280ABD9}" dt="2023-08-27T05:15:20.495" v="3150" actId="14100"/>
          <ac:picMkLst>
            <pc:docMk/>
            <pc:sldMk cId="3597499166" sldId="283"/>
            <ac:picMk id="5" creationId="{B269A452-2E1C-9A6B-421D-A4613BC9E68C}"/>
          </ac:picMkLst>
        </pc:picChg>
        <pc:picChg chg="del">
          <ac:chgData name="Fernando Fontove" userId="39bcb981d82c3800" providerId="LiveId" clId="{773A2956-375E-4F3D-8FF9-44222280ABD9}" dt="2023-08-27T05:15:04.517" v="3147" actId="478"/>
          <ac:picMkLst>
            <pc:docMk/>
            <pc:sldMk cId="3597499166" sldId="283"/>
            <ac:picMk id="6" creationId="{A513220F-E6A1-FB19-1B9E-C2B4FA081EC1}"/>
          </ac:picMkLst>
        </pc:picChg>
      </pc:sldChg>
      <pc:sldChg chg="addSp delSp modSp add mod">
        <pc:chgData name="Fernando Fontove" userId="39bcb981d82c3800" providerId="LiveId" clId="{773A2956-375E-4F3D-8FF9-44222280ABD9}" dt="2023-08-27T05:18:12.448" v="3259" actId="14100"/>
        <pc:sldMkLst>
          <pc:docMk/>
          <pc:sldMk cId="2061830983" sldId="284"/>
        </pc:sldMkLst>
        <pc:spChg chg="mod">
          <ac:chgData name="Fernando Fontove" userId="39bcb981d82c3800" providerId="LiveId" clId="{773A2956-375E-4F3D-8FF9-44222280ABD9}" dt="2023-08-27T05:18:09.046" v="3258" actId="20577"/>
          <ac:spMkLst>
            <pc:docMk/>
            <pc:sldMk cId="2061830983" sldId="284"/>
            <ac:spMk id="2" creationId="{54E23535-F41D-E6F4-224E-FC135FA81095}"/>
          </ac:spMkLst>
        </pc:spChg>
        <pc:picChg chg="del">
          <ac:chgData name="Fernando Fontove" userId="39bcb981d82c3800" providerId="LiveId" clId="{773A2956-375E-4F3D-8FF9-44222280ABD9}" dt="2023-08-27T05:16:08.325" v="3152" actId="478"/>
          <ac:picMkLst>
            <pc:docMk/>
            <pc:sldMk cId="2061830983" sldId="284"/>
            <ac:picMk id="5" creationId="{B269A452-2E1C-9A6B-421D-A4613BC9E68C}"/>
          </ac:picMkLst>
        </pc:picChg>
        <pc:picChg chg="add del mod">
          <ac:chgData name="Fernando Fontove" userId="39bcb981d82c3800" providerId="LiveId" clId="{773A2956-375E-4F3D-8FF9-44222280ABD9}" dt="2023-08-27T05:17:56.117" v="3210" actId="478"/>
          <ac:picMkLst>
            <pc:docMk/>
            <pc:sldMk cId="2061830983" sldId="284"/>
            <ac:picMk id="6" creationId="{EE3D8D1E-779C-048D-8738-4AA1EB5FFE2E}"/>
          </ac:picMkLst>
        </pc:picChg>
        <pc:picChg chg="add mod">
          <ac:chgData name="Fernando Fontove" userId="39bcb981d82c3800" providerId="LiveId" clId="{773A2956-375E-4F3D-8FF9-44222280ABD9}" dt="2023-08-27T05:18:12.448" v="3259" actId="14100"/>
          <ac:picMkLst>
            <pc:docMk/>
            <pc:sldMk cId="2061830983" sldId="284"/>
            <ac:picMk id="8" creationId="{09E5A109-3260-EF5B-0827-58E4981D6207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743201900" sldId="284"/>
        </pc:sldMkLst>
      </pc:sldChg>
      <pc:sldChg chg="addSp delSp modSp add mod">
        <pc:chgData name="Fernando Fontove" userId="39bcb981d82c3800" providerId="LiveId" clId="{773A2956-375E-4F3D-8FF9-44222280ABD9}" dt="2023-08-27T05:21:15.111" v="3321" actId="1076"/>
        <pc:sldMkLst>
          <pc:docMk/>
          <pc:sldMk cId="920556278" sldId="285"/>
        </pc:sldMkLst>
        <pc:spChg chg="mod">
          <ac:chgData name="Fernando Fontove" userId="39bcb981d82c3800" providerId="LiveId" clId="{773A2956-375E-4F3D-8FF9-44222280ABD9}" dt="2023-08-27T05:21:02.902" v="3316" actId="20577"/>
          <ac:spMkLst>
            <pc:docMk/>
            <pc:sldMk cId="920556278" sldId="285"/>
            <ac:spMk id="2" creationId="{54E23535-F41D-E6F4-224E-FC135FA81095}"/>
          </ac:spMkLst>
        </pc:spChg>
        <pc:picChg chg="add mod">
          <ac:chgData name="Fernando Fontove" userId="39bcb981d82c3800" providerId="LiveId" clId="{773A2956-375E-4F3D-8FF9-44222280ABD9}" dt="2023-08-27T05:21:15.111" v="3321" actId="1076"/>
          <ac:picMkLst>
            <pc:docMk/>
            <pc:sldMk cId="920556278" sldId="285"/>
            <ac:picMk id="5" creationId="{C2461DDA-FAFA-A1AD-1788-B168C3F905B5}"/>
          </ac:picMkLst>
        </pc:picChg>
        <pc:picChg chg="del">
          <ac:chgData name="Fernando Fontove" userId="39bcb981d82c3800" providerId="LiveId" clId="{773A2956-375E-4F3D-8FF9-44222280ABD9}" dt="2023-08-27T05:21:09.117" v="3317" actId="478"/>
          <ac:picMkLst>
            <pc:docMk/>
            <pc:sldMk cId="920556278" sldId="285"/>
            <ac:picMk id="8" creationId="{09E5A109-3260-EF5B-0827-58E4981D6207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962578790" sldId="28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501306380" sldId="286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054216919" sldId="28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171580333" sldId="288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50021727" sldId="28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792986629" sldId="290"/>
        </pc:sldMkLst>
      </pc:sldChg>
    </pc:docChg>
  </pc:docChgLst>
  <pc:docChgLst>
    <pc:chgData name="Fernando Fontove" userId="39bcb981d82c3800" providerId="LiveId" clId="{9D661646-9A78-4772-BE8F-BB2C6E74374B}"/>
    <pc:docChg chg="undo redo custSel addSld delSld modSld sldOrd">
      <pc:chgData name="Fernando Fontove" userId="39bcb981d82c3800" providerId="LiveId" clId="{9D661646-9A78-4772-BE8F-BB2C6E74374B}" dt="2023-11-13T22:16:06.177" v="4645" actId="404"/>
      <pc:docMkLst>
        <pc:docMk/>
      </pc:docMkLst>
      <pc:sldChg chg="modSp mod">
        <pc:chgData name="Fernando Fontove" userId="39bcb981d82c3800" providerId="LiveId" clId="{9D661646-9A78-4772-BE8F-BB2C6E74374B}" dt="2023-11-05T03:50:52.784" v="668" actId="6549"/>
        <pc:sldMkLst>
          <pc:docMk/>
          <pc:sldMk cId="0" sldId="256"/>
        </pc:sldMkLst>
        <pc:spChg chg="mod">
          <ac:chgData name="Fernando Fontove" userId="39bcb981d82c3800" providerId="LiveId" clId="{9D661646-9A78-4772-BE8F-BB2C6E74374B}" dt="2023-11-05T03:50:52.784" v="668" actId="6549"/>
          <ac:spMkLst>
            <pc:docMk/>
            <pc:sldMk cId="0" sldId="256"/>
            <ac:spMk id="3836" creationId="{00000000-0000-0000-0000-000000000000}"/>
          </ac:spMkLst>
        </pc:spChg>
      </pc:sldChg>
      <pc:sldChg chg="modSp mod">
        <pc:chgData name="Fernando Fontove" userId="39bcb981d82c3800" providerId="LiveId" clId="{9D661646-9A78-4772-BE8F-BB2C6E74374B}" dt="2023-11-05T05:24:44.056" v="974" actId="20577"/>
        <pc:sldMkLst>
          <pc:docMk/>
          <pc:sldMk cId="4290116703" sldId="266"/>
        </pc:sldMkLst>
        <pc:spChg chg="mod">
          <ac:chgData name="Fernando Fontove" userId="39bcb981d82c3800" providerId="LiveId" clId="{9D661646-9A78-4772-BE8F-BB2C6E74374B}" dt="2023-11-05T05:03:39.637" v="690" actId="1076"/>
          <ac:spMkLst>
            <pc:docMk/>
            <pc:sldMk cId="4290116703" sldId="266"/>
            <ac:spMk id="2" creationId="{505FF2DE-D293-D21A-5ABC-761D05C12175}"/>
          </ac:spMkLst>
        </pc:spChg>
        <pc:spChg chg="mod">
          <ac:chgData name="Fernando Fontove" userId="39bcb981d82c3800" providerId="LiveId" clId="{9D661646-9A78-4772-BE8F-BB2C6E74374B}" dt="2023-11-05T05:24:44.056" v="974" actId="20577"/>
          <ac:spMkLst>
            <pc:docMk/>
            <pc:sldMk cId="4290116703" sldId="266"/>
            <ac:spMk id="3" creationId="{16F84921-A05C-6D39-010A-7AD0D354E382}"/>
          </ac:spMkLst>
        </pc:spChg>
      </pc:sldChg>
      <pc:sldChg chg="addSp delSp modSp new mod">
        <pc:chgData name="Fernando Fontove" userId="39bcb981d82c3800" providerId="LiveId" clId="{9D661646-9A78-4772-BE8F-BB2C6E74374B}" dt="2023-11-05T07:07:42.370" v="2729" actId="732"/>
        <pc:sldMkLst>
          <pc:docMk/>
          <pc:sldMk cId="3390567382" sldId="267"/>
        </pc:sldMkLst>
        <pc:spChg chg="mod">
          <ac:chgData name="Fernando Fontove" userId="39bcb981d82c3800" providerId="LiveId" clId="{9D661646-9A78-4772-BE8F-BB2C6E74374B}" dt="2023-11-05T03:33:54.969" v="371" actId="113"/>
          <ac:spMkLst>
            <pc:docMk/>
            <pc:sldMk cId="3390567382" sldId="267"/>
            <ac:spMk id="2" creationId="{C31EF9E6-99E0-CC45-AF91-66C339A3FED9}"/>
          </ac:spMkLst>
        </pc:spChg>
        <pc:spChg chg="mod">
          <ac:chgData name="Fernando Fontove" userId="39bcb981d82c3800" providerId="LiveId" clId="{9D661646-9A78-4772-BE8F-BB2C6E74374B}" dt="2023-11-05T03:35:58.022" v="465" actId="20577"/>
          <ac:spMkLst>
            <pc:docMk/>
            <pc:sldMk cId="3390567382" sldId="267"/>
            <ac:spMk id="3" creationId="{7F780D42-3F3F-D4E6-F665-74A2072CCAD7}"/>
          </ac:spMkLst>
        </pc:spChg>
        <pc:picChg chg="add del mod">
          <ac:chgData name="Fernando Fontove" userId="39bcb981d82c3800" providerId="LiveId" clId="{9D661646-9A78-4772-BE8F-BB2C6E74374B}" dt="2023-11-05T03:44:34.902" v="543" actId="478"/>
          <ac:picMkLst>
            <pc:docMk/>
            <pc:sldMk cId="3390567382" sldId="267"/>
            <ac:picMk id="6" creationId="{AEEC4226-EF51-A238-A13A-6D35593E38FE}"/>
          </ac:picMkLst>
        </pc:picChg>
        <pc:picChg chg="add mod modCrop">
          <ac:chgData name="Fernando Fontove" userId="39bcb981d82c3800" providerId="LiveId" clId="{9D661646-9A78-4772-BE8F-BB2C6E74374B}" dt="2023-11-05T07:07:42.370" v="2729" actId="732"/>
          <ac:picMkLst>
            <pc:docMk/>
            <pc:sldMk cId="3390567382" sldId="267"/>
            <ac:picMk id="8" creationId="{135287F7-0308-B02D-7D0C-A1976E38A75F}"/>
          </ac:picMkLst>
        </pc:picChg>
      </pc:sldChg>
      <pc:sldChg chg="addSp delSp modSp add mod ord">
        <pc:chgData name="Fernando Fontove" userId="39bcb981d82c3800" providerId="LiveId" clId="{9D661646-9A78-4772-BE8F-BB2C6E74374B}" dt="2023-11-05T06:42:18.358" v="1618" actId="1582"/>
        <pc:sldMkLst>
          <pc:docMk/>
          <pc:sldMk cId="2470581162" sldId="268"/>
        </pc:sldMkLst>
        <pc:spChg chg="mod">
          <ac:chgData name="Fernando Fontove" userId="39bcb981d82c3800" providerId="LiveId" clId="{9D661646-9A78-4772-BE8F-BB2C6E74374B}" dt="2023-11-05T05:27:38.669" v="1127" actId="20577"/>
          <ac:spMkLst>
            <pc:docMk/>
            <pc:sldMk cId="2470581162" sldId="268"/>
            <ac:spMk id="2" creationId="{C31EF9E6-99E0-CC45-AF91-66C339A3FED9}"/>
          </ac:spMkLst>
        </pc:spChg>
        <pc:spChg chg="mod">
          <ac:chgData name="Fernando Fontove" userId="39bcb981d82c3800" providerId="LiveId" clId="{9D661646-9A78-4772-BE8F-BB2C6E74374B}" dt="2023-11-05T05:28:34.530" v="1140" actId="14100"/>
          <ac:spMkLst>
            <pc:docMk/>
            <pc:sldMk cId="2470581162" sldId="268"/>
            <ac:spMk id="3" creationId="{7F780D42-3F3F-D4E6-F665-74A2072CCAD7}"/>
          </ac:spMkLst>
        </pc:spChg>
        <pc:spChg chg="add del mod ord">
          <ac:chgData name="Fernando Fontove" userId="39bcb981d82c3800" providerId="LiveId" clId="{9D661646-9A78-4772-BE8F-BB2C6E74374B}" dt="2023-11-05T05:58:57.132" v="1219" actId="478"/>
          <ac:spMkLst>
            <pc:docMk/>
            <pc:sldMk cId="2470581162" sldId="268"/>
            <ac:spMk id="8" creationId="{C375A1FA-D385-13DB-482D-A6FE4F29406D}"/>
          </ac:spMkLst>
        </pc:spChg>
        <pc:spChg chg="add mod">
          <ac:chgData name="Fernando Fontove" userId="39bcb981d82c3800" providerId="LiveId" clId="{9D661646-9A78-4772-BE8F-BB2C6E74374B}" dt="2023-11-05T03:46:44.600" v="588" actId="571"/>
          <ac:spMkLst>
            <pc:docMk/>
            <pc:sldMk cId="2470581162" sldId="268"/>
            <ac:spMk id="10" creationId="{CF4D08F6-D9A8-D5CC-7434-74F2A2F8DB45}"/>
          </ac:spMkLst>
        </pc:spChg>
        <pc:spChg chg="add del mod">
          <ac:chgData name="Fernando Fontove" userId="39bcb981d82c3800" providerId="LiveId" clId="{9D661646-9A78-4772-BE8F-BB2C6E74374B}" dt="2023-11-05T03:49:29.926" v="599" actId="478"/>
          <ac:spMkLst>
            <pc:docMk/>
            <pc:sldMk cId="2470581162" sldId="268"/>
            <ac:spMk id="11" creationId="{79E13A1A-B941-AD81-FA61-2D32513B3662}"/>
          </ac:spMkLst>
        </pc:spChg>
        <pc:spChg chg="add del mod">
          <ac:chgData name="Fernando Fontove" userId="39bcb981d82c3800" providerId="LiveId" clId="{9D661646-9A78-4772-BE8F-BB2C6E74374B}" dt="2023-11-05T03:49:37.520" v="610" actId="767"/>
          <ac:spMkLst>
            <pc:docMk/>
            <pc:sldMk cId="2470581162" sldId="268"/>
            <ac:spMk id="15" creationId="{68F9D9D5-3965-2A82-FED7-0604B324A213}"/>
          </ac:spMkLst>
        </pc:spChg>
        <pc:spChg chg="add mod">
          <ac:chgData name="Fernando Fontove" userId="39bcb981d82c3800" providerId="LiveId" clId="{9D661646-9A78-4772-BE8F-BB2C6E74374B}" dt="2023-11-05T05:28:23.924" v="1139" actId="1076"/>
          <ac:spMkLst>
            <pc:docMk/>
            <pc:sldMk cId="2470581162" sldId="268"/>
            <ac:spMk id="16" creationId="{A4B04BCF-78A3-E9D9-CE91-1CF9D12D6619}"/>
          </ac:spMkLst>
        </pc:spChg>
        <pc:spChg chg="add mod">
          <ac:chgData name="Fernando Fontove" userId="39bcb981d82c3800" providerId="LiveId" clId="{9D661646-9A78-4772-BE8F-BB2C6E74374B}" dt="2023-11-05T05:28:23.924" v="1139" actId="1076"/>
          <ac:spMkLst>
            <pc:docMk/>
            <pc:sldMk cId="2470581162" sldId="268"/>
            <ac:spMk id="20" creationId="{24388E29-108F-720F-B538-D90AEFABBE34}"/>
          </ac:spMkLst>
        </pc:spChg>
        <pc:picChg chg="del">
          <ac:chgData name="Fernando Fontove" userId="39bcb981d82c3800" providerId="LiveId" clId="{9D661646-9A78-4772-BE8F-BB2C6E74374B}" dt="2023-11-05T03:44:47.886" v="548" actId="478"/>
          <ac:picMkLst>
            <pc:docMk/>
            <pc:sldMk cId="2470581162" sldId="268"/>
            <ac:picMk id="6" creationId="{AEEC4226-EF51-A238-A13A-6D35593E38FE}"/>
          </ac:picMkLst>
        </pc:picChg>
        <pc:picChg chg="add del mod modCrop">
          <ac:chgData name="Fernando Fontove" userId="39bcb981d82c3800" providerId="LiveId" clId="{9D661646-9A78-4772-BE8F-BB2C6E74374B}" dt="2023-11-05T05:28:08.381" v="1136" actId="478"/>
          <ac:picMkLst>
            <pc:docMk/>
            <pc:sldMk cId="2470581162" sldId="268"/>
            <ac:picMk id="7" creationId="{F8CE459C-DE89-5BB5-5908-EAA3E058EBC6}"/>
          </ac:picMkLst>
        </pc:picChg>
        <pc:picChg chg="add mod">
          <ac:chgData name="Fernando Fontove" userId="39bcb981d82c3800" providerId="LiveId" clId="{9D661646-9A78-4772-BE8F-BB2C6E74374B}" dt="2023-11-05T03:46:44.600" v="588" actId="571"/>
          <ac:picMkLst>
            <pc:docMk/>
            <pc:sldMk cId="2470581162" sldId="268"/>
            <ac:picMk id="9" creationId="{3C8A7A6D-2458-975E-DF50-AB3ADBE9D19F}"/>
          </ac:picMkLst>
        </pc:picChg>
        <pc:picChg chg="add mod modCrop">
          <ac:chgData name="Fernando Fontove" userId="39bcb981d82c3800" providerId="LiveId" clId="{9D661646-9A78-4772-BE8F-BB2C6E74374B}" dt="2023-11-05T05:28:23.924" v="1139" actId="1076"/>
          <ac:picMkLst>
            <pc:docMk/>
            <pc:sldMk cId="2470581162" sldId="268"/>
            <ac:picMk id="21" creationId="{F3CE54C4-D8EE-D04B-4D54-05B1863408B2}"/>
          </ac:picMkLst>
        </pc:picChg>
        <pc:cxnChg chg="add mod">
          <ac:chgData name="Fernando Fontove" userId="39bcb981d82c3800" providerId="LiveId" clId="{9D661646-9A78-4772-BE8F-BB2C6E74374B}" dt="2023-11-05T06:42:18.358" v="1618" actId="1582"/>
          <ac:cxnSpMkLst>
            <pc:docMk/>
            <pc:sldMk cId="2470581162" sldId="268"/>
            <ac:cxnSpMk id="13" creationId="{9A9A8D7E-2898-3F51-5C38-119ABD2D5091}"/>
          </ac:cxnSpMkLst>
        </pc:cxnChg>
        <pc:cxnChg chg="add del mod">
          <ac:chgData name="Fernando Fontove" userId="39bcb981d82c3800" providerId="LiveId" clId="{9D661646-9A78-4772-BE8F-BB2C6E74374B}" dt="2023-11-05T03:49:18.382" v="596" actId="478"/>
          <ac:cxnSpMkLst>
            <pc:docMk/>
            <pc:sldMk cId="2470581162" sldId="268"/>
            <ac:cxnSpMk id="14" creationId="{B4211951-8DA8-B8D7-F54A-A86E3B7ACA90}"/>
          </ac:cxnSpMkLst>
        </pc:cxnChg>
        <pc:cxnChg chg="add mod">
          <ac:chgData name="Fernando Fontove" userId="39bcb981d82c3800" providerId="LiveId" clId="{9D661646-9A78-4772-BE8F-BB2C6E74374B}" dt="2023-11-05T06:42:18.358" v="1618" actId="1582"/>
          <ac:cxnSpMkLst>
            <pc:docMk/>
            <pc:sldMk cId="2470581162" sldId="268"/>
            <ac:cxnSpMk id="18" creationId="{900C466D-9375-AC7F-A569-5925BD47BF8D}"/>
          </ac:cxnSpMkLst>
        </pc:cxnChg>
      </pc:sldChg>
      <pc:sldChg chg="delSp modSp add del mod">
        <pc:chgData name="Fernando Fontove" userId="39bcb981d82c3800" providerId="LiveId" clId="{9D661646-9A78-4772-BE8F-BB2C6E74374B}" dt="2023-11-05T07:16:03.164" v="3299" actId="47"/>
        <pc:sldMkLst>
          <pc:docMk/>
          <pc:sldMk cId="2861764695" sldId="269"/>
        </pc:sldMkLst>
        <pc:spChg chg="mod">
          <ac:chgData name="Fernando Fontove" userId="39bcb981d82c3800" providerId="LiveId" clId="{9D661646-9A78-4772-BE8F-BB2C6E74374B}" dt="2023-11-05T03:50:38.262" v="667" actId="20577"/>
          <ac:spMkLst>
            <pc:docMk/>
            <pc:sldMk cId="2861764695" sldId="269"/>
            <ac:spMk id="2" creationId="{C31EF9E6-99E0-CC45-AF91-66C339A3FED9}"/>
          </ac:spMkLst>
        </pc:spChg>
        <pc:cxnChg chg="del">
          <ac:chgData name="Fernando Fontove" userId="39bcb981d82c3800" providerId="LiveId" clId="{9D661646-9A78-4772-BE8F-BB2C6E74374B}" dt="2023-11-05T03:50:33.454" v="659" actId="478"/>
          <ac:cxnSpMkLst>
            <pc:docMk/>
            <pc:sldMk cId="2861764695" sldId="269"/>
            <ac:cxnSpMk id="13" creationId="{9A9A8D7E-2898-3F51-5C38-119ABD2D5091}"/>
          </ac:cxnSpMkLst>
        </pc:cxnChg>
      </pc:sldChg>
      <pc:sldChg chg="addSp modSp new mod ord">
        <pc:chgData name="Fernando Fontove" userId="39bcb981d82c3800" providerId="LiveId" clId="{9D661646-9A78-4772-BE8F-BB2C6E74374B}" dt="2023-11-05T05:25:17.146" v="1029" actId="1076"/>
        <pc:sldMkLst>
          <pc:docMk/>
          <pc:sldMk cId="780040563" sldId="270"/>
        </pc:sldMkLst>
        <pc:spChg chg="mod">
          <ac:chgData name="Fernando Fontove" userId="39bcb981d82c3800" providerId="LiveId" clId="{9D661646-9A78-4772-BE8F-BB2C6E74374B}" dt="2023-11-05T05:25:14.301" v="1028" actId="20577"/>
          <ac:spMkLst>
            <pc:docMk/>
            <pc:sldMk cId="780040563" sldId="270"/>
            <ac:spMk id="2" creationId="{681E1E18-08CA-A583-D70D-9230754F5469}"/>
          </ac:spMkLst>
        </pc:spChg>
        <pc:picChg chg="add mod">
          <ac:chgData name="Fernando Fontove" userId="39bcb981d82c3800" providerId="LiveId" clId="{9D661646-9A78-4772-BE8F-BB2C6E74374B}" dt="2023-11-05T05:25:17.146" v="1029" actId="1076"/>
          <ac:picMkLst>
            <pc:docMk/>
            <pc:sldMk cId="780040563" sldId="270"/>
            <ac:picMk id="6" creationId="{E1B6D56F-E65E-6415-363E-E1B162D50860}"/>
          </ac:picMkLst>
        </pc:picChg>
      </pc:sldChg>
      <pc:sldChg chg="modSp add mod ord">
        <pc:chgData name="Fernando Fontove" userId="39bcb981d82c3800" providerId="LiveId" clId="{9D661646-9A78-4772-BE8F-BB2C6E74374B}" dt="2023-11-05T07:06:42.069" v="2728" actId="20577"/>
        <pc:sldMkLst>
          <pc:docMk/>
          <pc:sldMk cId="1149385590" sldId="271"/>
        </pc:sldMkLst>
        <pc:spChg chg="mod">
          <ac:chgData name="Fernando Fontove" userId="39bcb981d82c3800" providerId="LiveId" clId="{9D661646-9A78-4772-BE8F-BB2C6E74374B}" dt="2023-11-05T07:06:11.529" v="2629" actId="1076"/>
          <ac:spMkLst>
            <pc:docMk/>
            <pc:sldMk cId="1149385590" sldId="271"/>
            <ac:spMk id="2" creationId="{505FF2DE-D293-D21A-5ABC-761D05C12175}"/>
          </ac:spMkLst>
        </pc:spChg>
        <pc:spChg chg="mod">
          <ac:chgData name="Fernando Fontove" userId="39bcb981d82c3800" providerId="LiveId" clId="{9D661646-9A78-4772-BE8F-BB2C6E74374B}" dt="2023-11-05T07:06:42.069" v="2728" actId="20577"/>
          <ac:spMkLst>
            <pc:docMk/>
            <pc:sldMk cId="1149385590" sldId="271"/>
            <ac:spMk id="3" creationId="{16F84921-A05C-6D39-010A-7AD0D354E382}"/>
          </ac:spMkLst>
        </pc:spChg>
      </pc:sldChg>
      <pc:sldChg chg="addSp delSp modSp add mod">
        <pc:chgData name="Fernando Fontove" userId="39bcb981d82c3800" providerId="LiveId" clId="{9D661646-9A78-4772-BE8F-BB2C6E74374B}" dt="2023-11-05T06:37:49.850" v="1601" actId="732"/>
        <pc:sldMkLst>
          <pc:docMk/>
          <pc:sldMk cId="3661200922" sldId="272"/>
        </pc:sldMkLst>
        <pc:spChg chg="mod">
          <ac:chgData name="Fernando Fontove" userId="39bcb981d82c3800" providerId="LiveId" clId="{9D661646-9A78-4772-BE8F-BB2C6E74374B}" dt="2023-11-05T05:26:07.910" v="1113" actId="20577"/>
          <ac:spMkLst>
            <pc:docMk/>
            <pc:sldMk cId="3661200922" sldId="272"/>
            <ac:spMk id="2" creationId="{681E1E18-08CA-A583-D70D-9230754F5469}"/>
          </ac:spMkLst>
        </pc:spChg>
        <pc:picChg chg="del">
          <ac:chgData name="Fernando Fontove" userId="39bcb981d82c3800" providerId="LiveId" clId="{9D661646-9A78-4772-BE8F-BB2C6E74374B}" dt="2023-11-05T06:32:12.405" v="1429" actId="478"/>
          <ac:picMkLst>
            <pc:docMk/>
            <pc:sldMk cId="3661200922" sldId="272"/>
            <ac:picMk id="6" creationId="{E1B6D56F-E65E-6415-363E-E1B162D50860}"/>
          </ac:picMkLst>
        </pc:picChg>
        <pc:picChg chg="add del mod">
          <ac:chgData name="Fernando Fontove" userId="39bcb981d82c3800" providerId="LiveId" clId="{9D661646-9A78-4772-BE8F-BB2C6E74374B}" dt="2023-11-05T06:32:38.748" v="1432" actId="478"/>
          <ac:picMkLst>
            <pc:docMk/>
            <pc:sldMk cId="3661200922" sldId="272"/>
            <ac:picMk id="7" creationId="{72E53CB5-522A-72B9-3042-88CE270B4094}"/>
          </ac:picMkLst>
        </pc:picChg>
        <pc:picChg chg="add mod">
          <ac:chgData name="Fernando Fontove" userId="39bcb981d82c3800" providerId="LiveId" clId="{9D661646-9A78-4772-BE8F-BB2C6E74374B}" dt="2023-11-05T06:32:15.028" v="1430" actId="14100"/>
          <ac:picMkLst>
            <pc:docMk/>
            <pc:sldMk cId="3661200922" sldId="272"/>
            <ac:picMk id="9" creationId="{B6E67663-5908-5112-22D1-EC81E465E7C3}"/>
          </ac:picMkLst>
        </pc:picChg>
        <pc:picChg chg="add del mod modCrop">
          <ac:chgData name="Fernando Fontove" userId="39bcb981d82c3800" providerId="LiveId" clId="{9D661646-9A78-4772-BE8F-BB2C6E74374B}" dt="2023-11-05T06:37:37.108" v="1596" actId="478"/>
          <ac:picMkLst>
            <pc:docMk/>
            <pc:sldMk cId="3661200922" sldId="272"/>
            <ac:picMk id="11" creationId="{8EC2E917-5838-2A65-A544-9C8115EA5AE6}"/>
          </ac:picMkLst>
        </pc:picChg>
        <pc:picChg chg="add mod modCrop">
          <ac:chgData name="Fernando Fontove" userId="39bcb981d82c3800" providerId="LiveId" clId="{9D661646-9A78-4772-BE8F-BB2C6E74374B}" dt="2023-11-05T06:37:49.850" v="1601" actId="732"/>
          <ac:picMkLst>
            <pc:docMk/>
            <pc:sldMk cId="3661200922" sldId="272"/>
            <ac:picMk id="13" creationId="{8746E7ED-8302-47DD-ADFD-C1815AF2075F}"/>
          </ac:picMkLst>
        </pc:picChg>
      </pc:sldChg>
      <pc:sldChg chg="addSp delSp modSp add mod">
        <pc:chgData name="Fernando Fontove" userId="39bcb981d82c3800" providerId="LiveId" clId="{9D661646-9A78-4772-BE8F-BB2C6E74374B}" dt="2023-11-05T06:45:27.598" v="1714" actId="113"/>
        <pc:sldMkLst>
          <pc:docMk/>
          <pc:sldMk cId="1755970390" sldId="273"/>
        </pc:sldMkLst>
        <pc:spChg chg="mod">
          <ac:chgData name="Fernando Fontove" userId="39bcb981d82c3800" providerId="LiveId" clId="{9D661646-9A78-4772-BE8F-BB2C6E74374B}" dt="2023-11-05T06:45:27.598" v="1714" actId="113"/>
          <ac:spMkLst>
            <pc:docMk/>
            <pc:sldMk cId="1755970390" sldId="273"/>
            <ac:spMk id="2" creationId="{C31EF9E6-99E0-CC45-AF91-66C339A3FED9}"/>
          </ac:spMkLst>
        </pc:spChg>
        <pc:spChg chg="del">
          <ac:chgData name="Fernando Fontove" userId="39bcb981d82c3800" providerId="LiveId" clId="{9D661646-9A78-4772-BE8F-BB2C6E74374B}" dt="2023-11-05T06:36:49.574" v="1594" actId="478"/>
          <ac:spMkLst>
            <pc:docMk/>
            <pc:sldMk cId="1755970390" sldId="273"/>
            <ac:spMk id="3" creationId="{7F780D42-3F3F-D4E6-F665-74A2072CCAD7}"/>
          </ac:spMkLst>
        </pc:spChg>
        <pc:spChg chg="add del mod">
          <ac:chgData name="Fernando Fontove" userId="39bcb981d82c3800" providerId="LiveId" clId="{9D661646-9A78-4772-BE8F-BB2C6E74374B}" dt="2023-11-05T06:42:44.029" v="1626" actId="478"/>
          <ac:spMkLst>
            <pc:docMk/>
            <pc:sldMk cId="1755970390" sldId="273"/>
            <ac:spMk id="8" creationId="{C375A1FA-D385-13DB-482D-A6FE4F29406D}"/>
          </ac:spMkLst>
        </pc:spChg>
        <pc:spChg chg="add del mod">
          <ac:chgData name="Fernando Fontove" userId="39bcb981d82c3800" providerId="LiveId" clId="{9D661646-9A78-4772-BE8F-BB2C6E74374B}" dt="2023-11-05T06:36:51.460" v="1595" actId="478"/>
          <ac:spMkLst>
            <pc:docMk/>
            <pc:sldMk cId="1755970390" sldId="273"/>
            <ac:spMk id="9" creationId="{D7658D13-2295-06A8-8B97-BDEEB0336FC9}"/>
          </ac:spMkLst>
        </pc:spChg>
        <pc:spChg chg="add mod">
          <ac:chgData name="Fernando Fontove" userId="39bcb981d82c3800" providerId="LiveId" clId="{9D661646-9A78-4772-BE8F-BB2C6E74374B}" dt="2023-11-05T06:43:37.839" v="1696" actId="1076"/>
          <ac:spMkLst>
            <pc:docMk/>
            <pc:sldMk cId="1755970390" sldId="273"/>
            <ac:spMk id="12" creationId="{A41A5D26-31DF-140C-AED4-59941BD7997A}"/>
          </ac:spMkLst>
        </pc:spChg>
        <pc:spChg chg="mod">
          <ac:chgData name="Fernando Fontove" userId="39bcb981d82c3800" providerId="LiveId" clId="{9D661646-9A78-4772-BE8F-BB2C6E74374B}" dt="2023-11-05T06:43:19.818" v="1658" actId="1076"/>
          <ac:spMkLst>
            <pc:docMk/>
            <pc:sldMk cId="1755970390" sldId="273"/>
            <ac:spMk id="16" creationId="{A4B04BCF-78A3-E9D9-CE91-1CF9D12D6619}"/>
          </ac:spMkLst>
        </pc:spChg>
        <pc:spChg chg="mod">
          <ac:chgData name="Fernando Fontove" userId="39bcb981d82c3800" providerId="LiveId" clId="{9D661646-9A78-4772-BE8F-BB2C6E74374B}" dt="2023-11-05T06:43:55.319" v="1700" actId="20577"/>
          <ac:spMkLst>
            <pc:docMk/>
            <pc:sldMk cId="1755970390" sldId="273"/>
            <ac:spMk id="20" creationId="{24388E29-108F-720F-B538-D90AEFABBE34}"/>
          </ac:spMkLst>
        </pc:spChg>
        <pc:picChg chg="add mod ord">
          <ac:chgData name="Fernando Fontove" userId="39bcb981d82c3800" providerId="LiveId" clId="{9D661646-9A78-4772-BE8F-BB2C6E74374B}" dt="2023-11-05T06:42:38.044" v="1624" actId="167"/>
          <ac:picMkLst>
            <pc:docMk/>
            <pc:sldMk cId="1755970390" sldId="273"/>
            <ac:picMk id="6" creationId="{AD3BFB11-0872-A1AD-9DF1-277211DC367E}"/>
          </ac:picMkLst>
        </pc:picChg>
        <pc:picChg chg="del">
          <ac:chgData name="Fernando Fontove" userId="39bcb981d82c3800" providerId="LiveId" clId="{9D661646-9A78-4772-BE8F-BB2C6E74374B}" dt="2023-11-05T06:36:35.308" v="1587" actId="478"/>
          <ac:picMkLst>
            <pc:docMk/>
            <pc:sldMk cId="1755970390" sldId="273"/>
            <ac:picMk id="21" creationId="{F3CE54C4-D8EE-D04B-4D54-05B1863408B2}"/>
          </ac:picMkLst>
        </pc:picChg>
        <pc:cxnChg chg="mod">
          <ac:chgData name="Fernando Fontove" userId="39bcb981d82c3800" providerId="LiveId" clId="{9D661646-9A78-4772-BE8F-BB2C6E74374B}" dt="2023-11-05T06:44:07.708" v="1701" actId="1582"/>
          <ac:cxnSpMkLst>
            <pc:docMk/>
            <pc:sldMk cId="1755970390" sldId="273"/>
            <ac:cxnSpMk id="13" creationId="{9A9A8D7E-2898-3F51-5C38-119ABD2D5091}"/>
          </ac:cxnSpMkLst>
        </pc:cxnChg>
        <pc:cxnChg chg="add mod">
          <ac:chgData name="Fernando Fontove" userId="39bcb981d82c3800" providerId="LiveId" clId="{9D661646-9A78-4772-BE8F-BB2C6E74374B}" dt="2023-11-05T06:44:07.708" v="1701" actId="1582"/>
          <ac:cxnSpMkLst>
            <pc:docMk/>
            <pc:sldMk cId="1755970390" sldId="273"/>
            <ac:cxnSpMk id="14" creationId="{69F76437-1F55-3E91-DF76-F0B294F47C3A}"/>
          </ac:cxnSpMkLst>
        </pc:cxnChg>
        <pc:cxnChg chg="mod">
          <ac:chgData name="Fernando Fontove" userId="39bcb981d82c3800" providerId="LiveId" clId="{9D661646-9A78-4772-BE8F-BB2C6E74374B}" dt="2023-11-05T06:44:07.708" v="1701" actId="1582"/>
          <ac:cxnSpMkLst>
            <pc:docMk/>
            <pc:sldMk cId="1755970390" sldId="273"/>
            <ac:cxnSpMk id="18" creationId="{900C466D-9375-AC7F-A569-5925BD47BF8D}"/>
          </ac:cxnSpMkLst>
        </pc:cxnChg>
      </pc:sldChg>
      <pc:sldChg chg="addSp delSp modSp new mod">
        <pc:chgData name="Fernando Fontove" userId="39bcb981d82c3800" providerId="LiveId" clId="{9D661646-9A78-4772-BE8F-BB2C6E74374B}" dt="2023-11-05T06:42:09.321" v="1617" actId="2085"/>
        <pc:sldMkLst>
          <pc:docMk/>
          <pc:sldMk cId="3278164415" sldId="274"/>
        </pc:sldMkLst>
        <pc:spChg chg="mod">
          <ac:chgData name="Fernando Fontove" userId="39bcb981d82c3800" providerId="LiveId" clId="{9D661646-9A78-4772-BE8F-BB2C6E74374B}" dt="2023-11-05T06:33:26.213" v="1455" actId="20577"/>
          <ac:spMkLst>
            <pc:docMk/>
            <pc:sldMk cId="3278164415" sldId="274"/>
            <ac:spMk id="2" creationId="{7D70CCD6-225E-1C12-C932-EFD6426A64A1}"/>
          </ac:spMkLst>
        </pc:spChg>
        <pc:spChg chg="del">
          <ac:chgData name="Fernando Fontove" userId="39bcb981d82c3800" providerId="LiveId" clId="{9D661646-9A78-4772-BE8F-BB2C6E74374B}" dt="2023-11-05T05:59:06.557" v="1222" actId="478"/>
          <ac:spMkLst>
            <pc:docMk/>
            <pc:sldMk cId="3278164415" sldId="274"/>
            <ac:spMk id="3" creationId="{3FA195A0-277E-254E-8BFF-86B032AA1287}"/>
          </ac:spMkLst>
        </pc:spChg>
        <pc:spChg chg="add del mod">
          <ac:chgData name="Fernando Fontove" userId="39bcb981d82c3800" providerId="LiveId" clId="{9D661646-9A78-4772-BE8F-BB2C6E74374B}" dt="2023-11-05T06:02:56.581" v="1362" actId="478"/>
          <ac:spMkLst>
            <pc:docMk/>
            <pc:sldMk cId="3278164415" sldId="274"/>
            <ac:spMk id="6" creationId="{FBD6D631-AFA6-E308-03DF-36592D527D1F}"/>
          </ac:spMkLst>
        </pc:spChg>
        <pc:spChg chg="add mod">
          <ac:chgData name="Fernando Fontove" userId="39bcb981d82c3800" providerId="LiveId" clId="{9D661646-9A78-4772-BE8F-BB2C6E74374B}" dt="2023-11-05T06:03:07.015" v="1366" actId="1076"/>
          <ac:spMkLst>
            <pc:docMk/>
            <pc:sldMk cId="3278164415" sldId="274"/>
            <ac:spMk id="8" creationId="{456732CD-D004-3E60-5A76-9DD1F26A706C}"/>
          </ac:spMkLst>
        </pc:spChg>
        <pc:spChg chg="add mod">
          <ac:chgData name="Fernando Fontove" userId="39bcb981d82c3800" providerId="LiveId" clId="{9D661646-9A78-4772-BE8F-BB2C6E74374B}" dt="2023-11-05T06:42:09.321" v="1617" actId="2085"/>
          <ac:spMkLst>
            <pc:docMk/>
            <pc:sldMk cId="3278164415" sldId="274"/>
            <ac:spMk id="12" creationId="{6092C5DD-7CE1-5978-BAB2-526F6F85CC32}"/>
          </ac:spMkLst>
        </pc:spChg>
        <pc:spChg chg="add mod">
          <ac:chgData name="Fernando Fontove" userId="39bcb981d82c3800" providerId="LiveId" clId="{9D661646-9A78-4772-BE8F-BB2C6E74374B}" dt="2023-11-05T06:03:29.906" v="1423" actId="14100"/>
          <ac:spMkLst>
            <pc:docMk/>
            <pc:sldMk cId="3278164415" sldId="274"/>
            <ac:spMk id="15" creationId="{5AEBFD00-91A7-559D-F54C-2ADA076A8890}"/>
          </ac:spMkLst>
        </pc:spChg>
        <pc:picChg chg="add mod modCrop">
          <ac:chgData name="Fernando Fontove" userId="39bcb981d82c3800" providerId="LiveId" clId="{9D661646-9A78-4772-BE8F-BB2C6E74374B}" dt="2023-11-05T06:42:09.321" v="1617" actId="2085"/>
          <ac:picMkLst>
            <pc:docMk/>
            <pc:sldMk cId="3278164415" sldId="274"/>
            <ac:picMk id="5" creationId="{F33AAD33-DA4B-79F0-9E8F-0179B76CD7CE}"/>
          </ac:picMkLst>
        </pc:picChg>
        <pc:cxnChg chg="add mod">
          <ac:chgData name="Fernando Fontove" userId="39bcb981d82c3800" providerId="LiveId" clId="{9D661646-9A78-4772-BE8F-BB2C6E74374B}" dt="2023-11-05T06:42:04.127" v="1616" actId="1582"/>
          <ac:cxnSpMkLst>
            <pc:docMk/>
            <pc:sldMk cId="3278164415" sldId="274"/>
            <ac:cxnSpMk id="7" creationId="{276DF8CB-72D6-7E5E-C187-2DE5903ADDB3}"/>
          </ac:cxnSpMkLst>
        </pc:cxnChg>
        <pc:cxnChg chg="add mod">
          <ac:chgData name="Fernando Fontove" userId="39bcb981d82c3800" providerId="LiveId" clId="{9D661646-9A78-4772-BE8F-BB2C6E74374B}" dt="2023-11-05T06:42:04.127" v="1616" actId="1582"/>
          <ac:cxnSpMkLst>
            <pc:docMk/>
            <pc:sldMk cId="3278164415" sldId="274"/>
            <ac:cxnSpMk id="9" creationId="{810F2768-BACF-FF48-400D-14BC4201FBF4}"/>
          </ac:cxnSpMkLst>
        </pc:cxnChg>
        <pc:cxnChg chg="add mod">
          <ac:chgData name="Fernando Fontove" userId="39bcb981d82c3800" providerId="LiveId" clId="{9D661646-9A78-4772-BE8F-BB2C6E74374B}" dt="2023-11-05T06:42:04.127" v="1616" actId="1582"/>
          <ac:cxnSpMkLst>
            <pc:docMk/>
            <pc:sldMk cId="3278164415" sldId="274"/>
            <ac:cxnSpMk id="13" creationId="{1FD88E8E-B174-394C-39F3-22D057C8C7F4}"/>
          </ac:cxnSpMkLst>
        </pc:cxnChg>
      </pc:sldChg>
      <pc:sldChg chg="addSp delSp modSp new mod">
        <pc:chgData name="Fernando Fontove" userId="39bcb981d82c3800" providerId="LiveId" clId="{9D661646-9A78-4772-BE8F-BB2C6E74374B}" dt="2023-11-05T06:41:49.424" v="1615" actId="1582"/>
        <pc:sldMkLst>
          <pc:docMk/>
          <pc:sldMk cId="2619951367" sldId="275"/>
        </pc:sldMkLst>
        <pc:spChg chg="mod">
          <ac:chgData name="Fernando Fontove" userId="39bcb981d82c3800" providerId="LiveId" clId="{9D661646-9A78-4772-BE8F-BB2C6E74374B}" dt="2023-11-05T06:33:33.909" v="1481" actId="20577"/>
          <ac:spMkLst>
            <pc:docMk/>
            <pc:sldMk cId="2619951367" sldId="275"/>
            <ac:spMk id="2" creationId="{3820B1C2-FF97-AAB9-52F6-DDAADA3BEA3F}"/>
          </ac:spMkLst>
        </pc:spChg>
        <pc:spChg chg="del">
          <ac:chgData name="Fernando Fontove" userId="39bcb981d82c3800" providerId="LiveId" clId="{9D661646-9A78-4772-BE8F-BB2C6E74374B}" dt="2023-11-05T06:34:23.069" v="1493" actId="478"/>
          <ac:spMkLst>
            <pc:docMk/>
            <pc:sldMk cId="2619951367" sldId="275"/>
            <ac:spMk id="3" creationId="{E79EEB1D-2D38-C772-6ACD-0EDA0D68A5B4}"/>
          </ac:spMkLst>
        </pc:spChg>
        <pc:spChg chg="add mod">
          <ac:chgData name="Fernando Fontove" userId="39bcb981d82c3800" providerId="LiveId" clId="{9D661646-9A78-4772-BE8F-BB2C6E74374B}" dt="2023-11-05T06:34:19.713" v="1492"/>
          <ac:spMkLst>
            <pc:docMk/>
            <pc:sldMk cId="2619951367" sldId="275"/>
            <ac:spMk id="7" creationId="{60B9CEC5-4B76-19EA-F14D-A2E8AD0830DC}"/>
          </ac:spMkLst>
        </pc:spChg>
        <pc:spChg chg="add mod">
          <ac:chgData name="Fernando Fontove" userId="39bcb981d82c3800" providerId="LiveId" clId="{9D661646-9A78-4772-BE8F-BB2C6E74374B}" dt="2023-11-05T06:35:25.362" v="1584" actId="14100"/>
          <ac:spMkLst>
            <pc:docMk/>
            <pc:sldMk cId="2619951367" sldId="275"/>
            <ac:spMk id="9" creationId="{A07CAC77-435B-EA51-315E-1BCF4D962285}"/>
          </ac:spMkLst>
        </pc:spChg>
        <pc:spChg chg="add mod">
          <ac:chgData name="Fernando Fontove" userId="39bcb981d82c3800" providerId="LiveId" clId="{9D661646-9A78-4772-BE8F-BB2C6E74374B}" dt="2023-11-05T06:41:29.815" v="1611" actId="1076"/>
          <ac:spMkLst>
            <pc:docMk/>
            <pc:sldMk cId="2619951367" sldId="275"/>
            <ac:spMk id="11" creationId="{72936277-9B8F-62DE-3AF1-0CFDB2E71672}"/>
          </ac:spMkLst>
        </pc:spChg>
        <pc:picChg chg="add del mod modCrop">
          <ac:chgData name="Fernando Fontove" userId="39bcb981d82c3800" providerId="LiveId" clId="{9D661646-9A78-4772-BE8F-BB2C6E74374B}" dt="2023-11-05T06:41:13.220" v="1605" actId="478"/>
          <ac:picMkLst>
            <pc:docMk/>
            <pc:sldMk cId="2619951367" sldId="275"/>
            <ac:picMk id="5" creationId="{C5E328F2-3A94-E368-05FE-4E01E4B98C1B}"/>
          </ac:picMkLst>
        </pc:picChg>
        <pc:picChg chg="add mod ord modCrop">
          <ac:chgData name="Fernando Fontove" userId="39bcb981d82c3800" providerId="LiveId" clId="{9D661646-9A78-4772-BE8F-BB2C6E74374B}" dt="2023-11-05T06:41:24.870" v="1610" actId="732"/>
          <ac:picMkLst>
            <pc:docMk/>
            <pc:sldMk cId="2619951367" sldId="275"/>
            <ac:picMk id="15" creationId="{DC5D0B7F-92E5-7130-6222-D2D69978A192}"/>
          </ac:picMkLst>
        </pc:picChg>
        <pc:cxnChg chg="add mod">
          <ac:chgData name="Fernando Fontove" userId="39bcb981d82c3800" providerId="LiveId" clId="{9D661646-9A78-4772-BE8F-BB2C6E74374B}" dt="2023-11-05T06:41:49.424" v="1615" actId="1582"/>
          <ac:cxnSpMkLst>
            <pc:docMk/>
            <pc:sldMk cId="2619951367" sldId="275"/>
            <ac:cxnSpMk id="6" creationId="{CF23E6E3-AF37-F993-0E7C-FB33C7637CD0}"/>
          </ac:cxnSpMkLst>
        </pc:cxnChg>
        <pc:cxnChg chg="add mod">
          <ac:chgData name="Fernando Fontove" userId="39bcb981d82c3800" providerId="LiveId" clId="{9D661646-9A78-4772-BE8F-BB2C6E74374B}" dt="2023-11-05T06:41:49.424" v="1615" actId="1582"/>
          <ac:cxnSpMkLst>
            <pc:docMk/>
            <pc:sldMk cId="2619951367" sldId="275"/>
            <ac:cxnSpMk id="8" creationId="{EE725FCD-07B9-DB2A-9C88-705F609349FA}"/>
          </ac:cxnSpMkLst>
        </pc:cxnChg>
        <pc:cxnChg chg="add mod">
          <ac:chgData name="Fernando Fontove" userId="39bcb981d82c3800" providerId="LiveId" clId="{9D661646-9A78-4772-BE8F-BB2C6E74374B}" dt="2023-11-05T06:41:49.424" v="1615" actId="1582"/>
          <ac:cxnSpMkLst>
            <pc:docMk/>
            <pc:sldMk cId="2619951367" sldId="275"/>
            <ac:cxnSpMk id="10" creationId="{0FB9D87A-DFDA-F704-EF47-0F65DC54442C}"/>
          </ac:cxnSpMkLst>
        </pc:cxnChg>
      </pc:sldChg>
      <pc:sldChg chg="addSp modSp new mod">
        <pc:chgData name="Fernando Fontove" userId="39bcb981d82c3800" providerId="LiveId" clId="{9D661646-9A78-4772-BE8F-BB2C6E74374B}" dt="2023-11-05T06:50:44.461" v="1971" actId="20577"/>
        <pc:sldMkLst>
          <pc:docMk/>
          <pc:sldMk cId="2164121868" sldId="276"/>
        </pc:sldMkLst>
        <pc:spChg chg="mod">
          <ac:chgData name="Fernando Fontove" userId="39bcb981d82c3800" providerId="LiveId" clId="{9D661646-9A78-4772-BE8F-BB2C6E74374B}" dt="2023-11-05T06:45:55.820" v="1776" actId="20577"/>
          <ac:spMkLst>
            <pc:docMk/>
            <pc:sldMk cId="2164121868" sldId="276"/>
            <ac:spMk id="2" creationId="{DB5342CB-7E52-B18C-AEF0-6F2922018128}"/>
          </ac:spMkLst>
        </pc:spChg>
        <pc:spChg chg="mod">
          <ac:chgData name="Fernando Fontove" userId="39bcb981d82c3800" providerId="LiveId" clId="{9D661646-9A78-4772-BE8F-BB2C6E74374B}" dt="2023-11-05T06:50:44.461" v="1971" actId="20577"/>
          <ac:spMkLst>
            <pc:docMk/>
            <pc:sldMk cId="2164121868" sldId="276"/>
            <ac:spMk id="3" creationId="{CD7BA223-3E2A-A1CC-CED3-FB6D33623CAA}"/>
          </ac:spMkLst>
        </pc:spChg>
        <pc:picChg chg="add mod">
          <ac:chgData name="Fernando Fontove" userId="39bcb981d82c3800" providerId="LiveId" clId="{9D661646-9A78-4772-BE8F-BB2C6E74374B}" dt="2023-11-05T06:49:34.255" v="1780" actId="1076"/>
          <ac:picMkLst>
            <pc:docMk/>
            <pc:sldMk cId="2164121868" sldId="276"/>
            <ac:picMk id="6" creationId="{D3D76FD4-4C6E-0267-5B45-653FE437488C}"/>
          </ac:picMkLst>
        </pc:picChg>
        <pc:cxnChg chg="add mod">
          <ac:chgData name="Fernando Fontove" userId="39bcb981d82c3800" providerId="LiveId" clId="{9D661646-9A78-4772-BE8F-BB2C6E74374B}" dt="2023-11-05T06:50:08.822" v="1856" actId="14100"/>
          <ac:cxnSpMkLst>
            <pc:docMk/>
            <pc:sldMk cId="2164121868" sldId="276"/>
            <ac:cxnSpMk id="7" creationId="{AE2A8032-A1AE-BFDE-B0EB-3D3C1C5B6D47}"/>
          </ac:cxnSpMkLst>
        </pc:cxnChg>
      </pc:sldChg>
      <pc:sldChg chg="addSp modSp new mod">
        <pc:chgData name="Fernando Fontove" userId="39bcb981d82c3800" providerId="LiveId" clId="{9D661646-9A78-4772-BE8F-BB2C6E74374B}" dt="2023-11-05T06:53:51.485" v="2254" actId="20577"/>
        <pc:sldMkLst>
          <pc:docMk/>
          <pc:sldMk cId="984047494" sldId="277"/>
        </pc:sldMkLst>
        <pc:spChg chg="mod">
          <ac:chgData name="Fernando Fontove" userId="39bcb981d82c3800" providerId="LiveId" clId="{9D661646-9A78-4772-BE8F-BB2C6E74374B}" dt="2023-11-05T06:51:27.486" v="2067" actId="1076"/>
          <ac:spMkLst>
            <pc:docMk/>
            <pc:sldMk cId="984047494" sldId="277"/>
            <ac:spMk id="2" creationId="{E23E0985-F7B9-39B9-1C46-706A8085C1C5}"/>
          </ac:spMkLst>
        </pc:spChg>
        <pc:spChg chg="mod">
          <ac:chgData name="Fernando Fontove" userId="39bcb981d82c3800" providerId="LiveId" clId="{9D661646-9A78-4772-BE8F-BB2C6E74374B}" dt="2023-11-05T06:53:51.485" v="2254" actId="20577"/>
          <ac:spMkLst>
            <pc:docMk/>
            <pc:sldMk cId="984047494" sldId="277"/>
            <ac:spMk id="3" creationId="{B1AB4C37-E0A0-5C2E-E988-8A49A6F2AADB}"/>
          </ac:spMkLst>
        </pc:spChg>
        <pc:picChg chg="add mod">
          <ac:chgData name="Fernando Fontove" userId="39bcb981d82c3800" providerId="LiveId" clId="{9D661646-9A78-4772-BE8F-BB2C6E74374B}" dt="2023-11-05T06:53:17.383" v="2218" actId="1076"/>
          <ac:picMkLst>
            <pc:docMk/>
            <pc:sldMk cId="984047494" sldId="277"/>
            <ac:picMk id="6" creationId="{F2EEDB64-F81D-3329-F04D-FFB9D45192E9}"/>
          </ac:picMkLst>
        </pc:picChg>
      </pc:sldChg>
      <pc:sldChg chg="new del">
        <pc:chgData name="Fernando Fontove" userId="39bcb981d82c3800" providerId="LiveId" clId="{9D661646-9A78-4772-BE8F-BB2C6E74374B}" dt="2023-11-05T06:57:51.317" v="2394" actId="47"/>
        <pc:sldMkLst>
          <pc:docMk/>
          <pc:sldMk cId="79255493" sldId="278"/>
        </pc:sldMkLst>
      </pc:sldChg>
      <pc:sldChg chg="addSp delSp modSp new mod">
        <pc:chgData name="Fernando Fontove" userId="39bcb981d82c3800" providerId="LiveId" clId="{9D661646-9A78-4772-BE8F-BB2C6E74374B}" dt="2023-11-05T06:59:12.453" v="2396" actId="478"/>
        <pc:sldMkLst>
          <pc:docMk/>
          <pc:sldMk cId="1248298492" sldId="279"/>
        </pc:sldMkLst>
        <pc:spChg chg="mod">
          <ac:chgData name="Fernando Fontove" userId="39bcb981d82c3800" providerId="LiveId" clId="{9D661646-9A78-4772-BE8F-BB2C6E74374B}" dt="2023-11-05T06:57:56.418" v="2395" actId="1076"/>
          <ac:spMkLst>
            <pc:docMk/>
            <pc:sldMk cId="1248298492" sldId="279"/>
            <ac:spMk id="2" creationId="{2190B4FF-4392-4028-F3DC-34B9354E8F9B}"/>
          </ac:spMkLst>
        </pc:spChg>
        <pc:spChg chg="del">
          <ac:chgData name="Fernando Fontove" userId="39bcb981d82c3800" providerId="LiveId" clId="{9D661646-9A78-4772-BE8F-BB2C6E74374B}" dt="2023-11-05T06:59:12.453" v="2396" actId="478"/>
          <ac:spMkLst>
            <pc:docMk/>
            <pc:sldMk cId="1248298492" sldId="279"/>
            <ac:spMk id="3" creationId="{186C5CF1-29CC-9075-82D6-3E543515BE4C}"/>
          </ac:spMkLst>
        </pc:spChg>
        <pc:picChg chg="add mod">
          <ac:chgData name="Fernando Fontove" userId="39bcb981d82c3800" providerId="LiveId" clId="{9D661646-9A78-4772-BE8F-BB2C6E74374B}" dt="2023-11-05T06:57:43.418" v="2393" actId="14100"/>
          <ac:picMkLst>
            <pc:docMk/>
            <pc:sldMk cId="1248298492" sldId="279"/>
            <ac:picMk id="6" creationId="{ECC992F7-4608-8378-3EFE-23CA661B2E72}"/>
          </ac:picMkLst>
        </pc:picChg>
      </pc:sldChg>
      <pc:sldChg chg="addSp delSp modSp add mod">
        <pc:chgData name="Fernando Fontove" userId="39bcb981d82c3800" providerId="LiveId" clId="{9D661646-9A78-4772-BE8F-BB2C6E74374B}" dt="2023-11-05T07:09:01.738" v="2793" actId="14100"/>
        <pc:sldMkLst>
          <pc:docMk/>
          <pc:sldMk cId="1424198329" sldId="280"/>
        </pc:sldMkLst>
        <pc:spChg chg="add mod">
          <ac:chgData name="Fernando Fontove" userId="39bcb981d82c3800" providerId="LiveId" clId="{9D661646-9A78-4772-BE8F-BB2C6E74374B}" dt="2023-11-05T07:08:19.993" v="2761" actId="14100"/>
          <ac:spMkLst>
            <pc:docMk/>
            <pc:sldMk cId="1424198329" sldId="280"/>
            <ac:spMk id="7" creationId="{8493E82B-9D0F-15C0-46B7-0C6911125D5D}"/>
          </ac:spMkLst>
        </pc:spChg>
        <pc:spChg chg="add mod">
          <ac:chgData name="Fernando Fontove" userId="39bcb981d82c3800" providerId="LiveId" clId="{9D661646-9A78-4772-BE8F-BB2C6E74374B}" dt="2023-11-05T07:08:36.493" v="2770" actId="20577"/>
          <ac:spMkLst>
            <pc:docMk/>
            <pc:sldMk cId="1424198329" sldId="280"/>
            <ac:spMk id="11" creationId="{293E76DE-E0B8-C4CB-13B3-823AABDDBEA4}"/>
          </ac:spMkLst>
        </pc:spChg>
        <pc:spChg chg="add mod">
          <ac:chgData name="Fernando Fontove" userId="39bcb981d82c3800" providerId="LiveId" clId="{9D661646-9A78-4772-BE8F-BB2C6E74374B}" dt="2023-11-05T07:08:53.804" v="2791" actId="20577"/>
          <ac:spMkLst>
            <pc:docMk/>
            <pc:sldMk cId="1424198329" sldId="280"/>
            <ac:spMk id="14" creationId="{6CF0AAC3-B911-46B9-FB9A-E2520AFBACA1}"/>
          </ac:spMkLst>
        </pc:spChg>
        <pc:cxnChg chg="add del">
          <ac:chgData name="Fernando Fontove" userId="39bcb981d82c3800" providerId="LiveId" clId="{9D661646-9A78-4772-BE8F-BB2C6E74374B}" dt="2023-11-05T07:07:54.086" v="2732" actId="11529"/>
          <ac:cxnSpMkLst>
            <pc:docMk/>
            <pc:sldMk cId="1424198329" sldId="280"/>
            <ac:cxnSpMk id="6" creationId="{4CA327F4-A2D5-BE92-8A97-4C15F987C544}"/>
          </ac:cxnSpMkLst>
        </pc:cxnChg>
        <pc:cxnChg chg="add mod">
          <ac:chgData name="Fernando Fontove" userId="39bcb981d82c3800" providerId="LiveId" clId="{9D661646-9A78-4772-BE8F-BB2C6E74374B}" dt="2023-11-05T07:08:23.722" v="2762" actId="14100"/>
          <ac:cxnSpMkLst>
            <pc:docMk/>
            <pc:sldMk cId="1424198329" sldId="280"/>
            <ac:cxnSpMk id="9" creationId="{083A0D7D-C790-B162-EC17-655BC8D90E25}"/>
          </ac:cxnSpMkLst>
        </pc:cxnChg>
        <pc:cxnChg chg="add mod">
          <ac:chgData name="Fernando Fontove" userId="39bcb981d82c3800" providerId="LiveId" clId="{9D661646-9A78-4772-BE8F-BB2C6E74374B}" dt="2023-11-05T07:08:39.832" v="2771" actId="14100"/>
          <ac:cxnSpMkLst>
            <pc:docMk/>
            <pc:sldMk cId="1424198329" sldId="280"/>
            <ac:cxnSpMk id="12" creationId="{3F994D09-18D9-D6A3-D6D0-4CA7743FF24C}"/>
          </ac:cxnSpMkLst>
        </pc:cxnChg>
        <pc:cxnChg chg="add mod">
          <ac:chgData name="Fernando Fontove" userId="39bcb981d82c3800" providerId="LiveId" clId="{9D661646-9A78-4772-BE8F-BB2C6E74374B}" dt="2023-11-05T07:09:01.738" v="2793" actId="14100"/>
          <ac:cxnSpMkLst>
            <pc:docMk/>
            <pc:sldMk cId="1424198329" sldId="280"/>
            <ac:cxnSpMk id="15" creationId="{02DD028B-6E54-000D-7781-8B9515D4B9B5}"/>
          </ac:cxnSpMkLst>
        </pc:cxnChg>
      </pc:sldChg>
      <pc:sldChg chg="addSp delSp modSp new mod">
        <pc:chgData name="Fernando Fontove" userId="39bcb981d82c3800" providerId="LiveId" clId="{9D661646-9A78-4772-BE8F-BB2C6E74374B}" dt="2023-11-05T07:14:34.274" v="3162" actId="1076"/>
        <pc:sldMkLst>
          <pc:docMk/>
          <pc:sldMk cId="2385764778" sldId="281"/>
        </pc:sldMkLst>
        <pc:spChg chg="mod">
          <ac:chgData name="Fernando Fontove" userId="39bcb981d82c3800" providerId="LiveId" clId="{9D661646-9A78-4772-BE8F-BB2C6E74374B}" dt="2023-11-05T07:09:48.868" v="2886" actId="1076"/>
          <ac:spMkLst>
            <pc:docMk/>
            <pc:sldMk cId="2385764778" sldId="281"/>
            <ac:spMk id="2" creationId="{6106C3C1-1362-0E63-87E8-CA0E3EB4F960}"/>
          </ac:spMkLst>
        </pc:spChg>
        <pc:spChg chg="del mod">
          <ac:chgData name="Fernando Fontove" userId="39bcb981d82c3800" providerId="LiveId" clId="{9D661646-9A78-4772-BE8F-BB2C6E74374B}" dt="2023-11-05T07:14:21.869" v="3159" actId="478"/>
          <ac:spMkLst>
            <pc:docMk/>
            <pc:sldMk cId="2385764778" sldId="281"/>
            <ac:spMk id="3" creationId="{FB94CE1C-A26C-B5C1-1D12-F48379B0E1C6}"/>
          </ac:spMkLst>
        </pc:spChg>
        <pc:spChg chg="add mod">
          <ac:chgData name="Fernando Fontove" userId="39bcb981d82c3800" providerId="LiveId" clId="{9D661646-9A78-4772-BE8F-BB2C6E74374B}" dt="2023-11-05T07:14:34.274" v="3162" actId="1076"/>
          <ac:spMkLst>
            <pc:docMk/>
            <pc:sldMk cId="2385764778" sldId="281"/>
            <ac:spMk id="7" creationId="{BD93DEE5-03D3-BCD6-17BF-D1DC7785D843}"/>
          </ac:spMkLst>
        </pc:spChg>
        <pc:spChg chg="add mod">
          <ac:chgData name="Fernando Fontove" userId="39bcb981d82c3800" providerId="LiveId" clId="{9D661646-9A78-4772-BE8F-BB2C6E74374B}" dt="2023-11-05T07:14:34.274" v="3162" actId="1076"/>
          <ac:spMkLst>
            <pc:docMk/>
            <pc:sldMk cId="2385764778" sldId="281"/>
            <ac:spMk id="12" creationId="{E231F919-9FCD-200A-805E-909F795230B6}"/>
          </ac:spMkLst>
        </pc:spChg>
        <pc:spChg chg="add del mod">
          <ac:chgData name="Fernando Fontove" userId="39bcb981d82c3800" providerId="LiveId" clId="{9D661646-9A78-4772-BE8F-BB2C6E74374B}" dt="2023-11-05T07:14:25.012" v="3160" actId="478"/>
          <ac:spMkLst>
            <pc:docMk/>
            <pc:sldMk cId="2385764778" sldId="281"/>
            <ac:spMk id="18" creationId="{E7D9DB59-CE49-DCF5-7987-21E431A78500}"/>
          </ac:spMkLst>
        </pc:spChg>
        <pc:picChg chg="add mod">
          <ac:chgData name="Fernando Fontove" userId="39bcb981d82c3800" providerId="LiveId" clId="{9D661646-9A78-4772-BE8F-BB2C6E74374B}" dt="2023-11-05T07:14:34.274" v="3162" actId="1076"/>
          <ac:picMkLst>
            <pc:docMk/>
            <pc:sldMk cId="2385764778" sldId="281"/>
            <ac:picMk id="6" creationId="{D593B4FD-ACA5-64B0-4490-D3A94B2945D7}"/>
          </ac:picMkLst>
        </pc:picChg>
        <pc:cxnChg chg="add mod">
          <ac:chgData name="Fernando Fontove" userId="39bcb981d82c3800" providerId="LiveId" clId="{9D661646-9A78-4772-BE8F-BB2C6E74374B}" dt="2023-11-05T07:14:34.274" v="3162" actId="1076"/>
          <ac:cxnSpMkLst>
            <pc:docMk/>
            <pc:sldMk cId="2385764778" sldId="281"/>
            <ac:cxnSpMk id="8" creationId="{487E579A-BF3E-6F62-66BB-472020DF3CCE}"/>
          </ac:cxnSpMkLst>
        </pc:cxnChg>
        <pc:cxnChg chg="add mod">
          <ac:chgData name="Fernando Fontove" userId="39bcb981d82c3800" providerId="LiveId" clId="{9D661646-9A78-4772-BE8F-BB2C6E74374B}" dt="2023-11-05T07:14:34.274" v="3162" actId="1076"/>
          <ac:cxnSpMkLst>
            <pc:docMk/>
            <pc:sldMk cId="2385764778" sldId="281"/>
            <ac:cxnSpMk id="10" creationId="{AF39A87C-126F-FF80-6DFD-41E5910F31CF}"/>
          </ac:cxnSpMkLst>
        </pc:cxnChg>
      </pc:sldChg>
      <pc:sldChg chg="add">
        <pc:chgData name="Fernando Fontove" userId="39bcb981d82c3800" providerId="LiveId" clId="{9D661646-9A78-4772-BE8F-BB2C6E74374B}" dt="2023-11-05T07:14:19.915" v="3158"/>
        <pc:sldMkLst>
          <pc:docMk/>
          <pc:sldMk cId="2437566105" sldId="282"/>
        </pc:sldMkLst>
      </pc:sldChg>
      <pc:sldChg chg="addSp modSp new mod">
        <pc:chgData name="Fernando Fontove" userId="39bcb981d82c3800" providerId="LiveId" clId="{9D661646-9A78-4772-BE8F-BB2C6E74374B}" dt="2023-11-06T05:47:08.739" v="3304"/>
        <pc:sldMkLst>
          <pc:docMk/>
          <pc:sldMk cId="2463402450" sldId="283"/>
        </pc:sldMkLst>
        <pc:spChg chg="mod">
          <ac:chgData name="Fernando Fontove" userId="39bcb981d82c3800" providerId="LiveId" clId="{9D661646-9A78-4772-BE8F-BB2C6E74374B}" dt="2023-11-05T07:15:19.319" v="3235" actId="5793"/>
          <ac:spMkLst>
            <pc:docMk/>
            <pc:sldMk cId="2463402450" sldId="283"/>
            <ac:spMk id="2" creationId="{F9D445EC-6960-D29A-5FD9-FB6DA85CF347}"/>
          </ac:spMkLst>
        </pc:spChg>
        <pc:spChg chg="mod">
          <ac:chgData name="Fernando Fontove" userId="39bcb981d82c3800" providerId="LiveId" clId="{9D661646-9A78-4772-BE8F-BB2C6E74374B}" dt="2023-11-06T05:47:08.739" v="3304"/>
          <ac:spMkLst>
            <pc:docMk/>
            <pc:sldMk cId="2463402450" sldId="283"/>
            <ac:spMk id="3" creationId="{A60E35B0-5A17-6813-2393-D359E841CA6C}"/>
          </ac:spMkLst>
        </pc:spChg>
        <pc:picChg chg="add mod">
          <ac:chgData name="Fernando Fontove" userId="39bcb981d82c3800" providerId="LiveId" clId="{9D661646-9A78-4772-BE8F-BB2C6E74374B}" dt="2023-11-06T05:45:52.592" v="3301" actId="1076"/>
          <ac:picMkLst>
            <pc:docMk/>
            <pc:sldMk cId="2463402450" sldId="283"/>
            <ac:picMk id="5" creationId="{D94CDF30-7470-194D-4631-0733AD649086}"/>
          </ac:picMkLst>
        </pc:picChg>
      </pc:sldChg>
      <pc:sldChg chg="addSp delSp modSp new mod">
        <pc:chgData name="Fernando Fontove" userId="39bcb981d82c3800" providerId="LiveId" clId="{9D661646-9A78-4772-BE8F-BB2C6E74374B}" dt="2023-11-06T05:51:26.991" v="3429" actId="1076"/>
        <pc:sldMkLst>
          <pc:docMk/>
          <pc:sldMk cId="2157794986" sldId="284"/>
        </pc:sldMkLst>
        <pc:spChg chg="mod">
          <ac:chgData name="Fernando Fontove" userId="39bcb981d82c3800" providerId="LiveId" clId="{9D661646-9A78-4772-BE8F-BB2C6E74374B}" dt="2023-11-06T05:49:16.437" v="3401" actId="20577"/>
          <ac:spMkLst>
            <pc:docMk/>
            <pc:sldMk cId="2157794986" sldId="284"/>
            <ac:spMk id="2" creationId="{53B5B361-76B7-3074-02BF-60BA5FBFA1EF}"/>
          </ac:spMkLst>
        </pc:spChg>
        <pc:spChg chg="mod">
          <ac:chgData name="Fernando Fontove" userId="39bcb981d82c3800" providerId="LiveId" clId="{9D661646-9A78-4772-BE8F-BB2C6E74374B}" dt="2023-11-06T05:49:35.293" v="3418" actId="5793"/>
          <ac:spMkLst>
            <pc:docMk/>
            <pc:sldMk cId="2157794986" sldId="284"/>
            <ac:spMk id="3" creationId="{B3358C7C-DAD1-FD84-06C6-379F8405AB75}"/>
          </ac:spMkLst>
        </pc:spChg>
        <pc:picChg chg="add mod">
          <ac:chgData name="Fernando Fontove" userId="39bcb981d82c3800" providerId="LiveId" clId="{9D661646-9A78-4772-BE8F-BB2C6E74374B}" dt="2023-11-06T05:51:26.991" v="3429" actId="1076"/>
          <ac:picMkLst>
            <pc:docMk/>
            <pc:sldMk cId="2157794986" sldId="284"/>
            <ac:picMk id="6" creationId="{737910C9-9DEF-50A4-901D-7598100B547D}"/>
          </ac:picMkLst>
        </pc:picChg>
        <pc:picChg chg="add del mod">
          <ac:chgData name="Fernando Fontove" userId="39bcb981d82c3800" providerId="LiveId" clId="{9D661646-9A78-4772-BE8F-BB2C6E74374B}" dt="2023-11-06T05:51:24.691" v="3428" actId="478"/>
          <ac:picMkLst>
            <pc:docMk/>
            <pc:sldMk cId="2157794986" sldId="284"/>
            <ac:picMk id="8" creationId="{8A0589C9-0246-0D83-B56A-9423F85EA217}"/>
          </ac:picMkLst>
        </pc:picChg>
        <pc:picChg chg="add del mod">
          <ac:chgData name="Fernando Fontove" userId="39bcb981d82c3800" providerId="LiveId" clId="{9D661646-9A78-4772-BE8F-BB2C6E74374B}" dt="2023-11-06T05:51:24.691" v="3428" actId="478"/>
          <ac:picMkLst>
            <pc:docMk/>
            <pc:sldMk cId="2157794986" sldId="284"/>
            <ac:picMk id="10" creationId="{24479525-F7F0-6553-C0B2-4DAE9495E405}"/>
          </ac:picMkLst>
        </pc:picChg>
        <pc:picChg chg="add del mod">
          <ac:chgData name="Fernando Fontove" userId="39bcb981d82c3800" providerId="LiveId" clId="{9D661646-9A78-4772-BE8F-BB2C6E74374B}" dt="2023-11-06T05:51:24.691" v="3428" actId="478"/>
          <ac:picMkLst>
            <pc:docMk/>
            <pc:sldMk cId="2157794986" sldId="284"/>
            <ac:picMk id="12" creationId="{FEE17931-446F-75A1-78FA-88F05F4DFB84}"/>
          </ac:picMkLst>
        </pc:picChg>
      </pc:sldChg>
      <pc:sldChg chg="modSp new mod">
        <pc:chgData name="Fernando Fontove" userId="39bcb981d82c3800" providerId="LiveId" clId="{9D661646-9A78-4772-BE8F-BB2C6E74374B}" dt="2023-11-06T05:52:57.292" v="3664" actId="20577"/>
        <pc:sldMkLst>
          <pc:docMk/>
          <pc:sldMk cId="3918906073" sldId="285"/>
        </pc:sldMkLst>
        <pc:spChg chg="mod">
          <ac:chgData name="Fernando Fontove" userId="39bcb981d82c3800" providerId="LiveId" clId="{9D661646-9A78-4772-BE8F-BB2C6E74374B}" dt="2023-11-06T05:52:06.196" v="3494" actId="20577"/>
          <ac:spMkLst>
            <pc:docMk/>
            <pc:sldMk cId="3918906073" sldId="285"/>
            <ac:spMk id="2" creationId="{0DFDD8D1-DC23-3262-6843-FB02B41CC219}"/>
          </ac:spMkLst>
        </pc:spChg>
        <pc:spChg chg="mod">
          <ac:chgData name="Fernando Fontove" userId="39bcb981d82c3800" providerId="LiveId" clId="{9D661646-9A78-4772-BE8F-BB2C6E74374B}" dt="2023-11-06T05:52:57.292" v="3664" actId="20577"/>
          <ac:spMkLst>
            <pc:docMk/>
            <pc:sldMk cId="3918906073" sldId="285"/>
            <ac:spMk id="3" creationId="{F54708F9-EBFA-50E9-6402-25AD16A877FF}"/>
          </ac:spMkLst>
        </pc:spChg>
      </pc:sldChg>
      <pc:sldChg chg="delSp modSp add mod">
        <pc:chgData name="Fernando Fontove" userId="39bcb981d82c3800" providerId="LiveId" clId="{9D661646-9A78-4772-BE8F-BB2C6E74374B}" dt="2023-11-06T05:51:44.196" v="3436" actId="1076"/>
        <pc:sldMkLst>
          <pc:docMk/>
          <pc:sldMk cId="2524553299" sldId="286"/>
        </pc:sldMkLst>
        <pc:picChg chg="del">
          <ac:chgData name="Fernando Fontove" userId="39bcb981d82c3800" providerId="LiveId" clId="{9D661646-9A78-4772-BE8F-BB2C6E74374B}" dt="2023-11-06T05:51:29.228" v="3430" actId="478"/>
          <ac:picMkLst>
            <pc:docMk/>
            <pc:sldMk cId="2524553299" sldId="286"/>
            <ac:picMk id="6" creationId="{737910C9-9DEF-50A4-901D-7598100B547D}"/>
          </ac:picMkLst>
        </pc:picChg>
        <pc:picChg chg="mod">
          <ac:chgData name="Fernando Fontove" userId="39bcb981d82c3800" providerId="LiveId" clId="{9D661646-9A78-4772-BE8F-BB2C6E74374B}" dt="2023-11-06T05:51:40.442" v="3434" actId="14100"/>
          <ac:picMkLst>
            <pc:docMk/>
            <pc:sldMk cId="2524553299" sldId="286"/>
            <ac:picMk id="8" creationId="{8A0589C9-0246-0D83-B56A-9423F85EA217}"/>
          </ac:picMkLst>
        </pc:picChg>
        <pc:picChg chg="mod">
          <ac:chgData name="Fernando Fontove" userId="39bcb981d82c3800" providerId="LiveId" clId="{9D661646-9A78-4772-BE8F-BB2C6E74374B}" dt="2023-11-06T05:51:44.196" v="3436" actId="1076"/>
          <ac:picMkLst>
            <pc:docMk/>
            <pc:sldMk cId="2524553299" sldId="286"/>
            <ac:picMk id="10" creationId="{24479525-F7F0-6553-C0B2-4DAE9495E405}"/>
          </ac:picMkLst>
        </pc:picChg>
        <pc:picChg chg="mod">
          <ac:chgData name="Fernando Fontove" userId="39bcb981d82c3800" providerId="LiveId" clId="{9D661646-9A78-4772-BE8F-BB2C6E74374B}" dt="2023-11-06T05:51:42.475" v="3435" actId="1076"/>
          <ac:picMkLst>
            <pc:docMk/>
            <pc:sldMk cId="2524553299" sldId="286"/>
            <ac:picMk id="12" creationId="{FEE17931-446F-75A1-78FA-88F05F4DFB84}"/>
          </ac:picMkLst>
        </pc:picChg>
      </pc:sldChg>
      <pc:sldChg chg="addSp delSp modSp new mod">
        <pc:chgData name="Fernando Fontove" userId="39bcb981d82c3800" providerId="LiveId" clId="{9D661646-9A78-4772-BE8F-BB2C6E74374B}" dt="2023-11-06T05:54:18.634" v="3744" actId="404"/>
        <pc:sldMkLst>
          <pc:docMk/>
          <pc:sldMk cId="2392061078" sldId="287"/>
        </pc:sldMkLst>
        <pc:spChg chg="mod">
          <ac:chgData name="Fernando Fontove" userId="39bcb981d82c3800" providerId="LiveId" clId="{9D661646-9A78-4772-BE8F-BB2C6E74374B}" dt="2023-11-06T05:54:11.613" v="3742" actId="14100"/>
          <ac:spMkLst>
            <pc:docMk/>
            <pc:sldMk cId="2392061078" sldId="287"/>
            <ac:spMk id="2" creationId="{82D9510E-5F39-5A5E-5DED-6871C1AC2CD1}"/>
          </ac:spMkLst>
        </pc:spChg>
        <pc:spChg chg="add del mod">
          <ac:chgData name="Fernando Fontove" userId="39bcb981d82c3800" providerId="LiveId" clId="{9D661646-9A78-4772-BE8F-BB2C6E74374B}" dt="2023-11-06T05:54:18.634" v="3744" actId="404"/>
          <ac:spMkLst>
            <pc:docMk/>
            <pc:sldMk cId="2392061078" sldId="287"/>
            <ac:spMk id="3" creationId="{61CA307E-ABC9-6B8D-A7E3-65795F8E5486}"/>
          </ac:spMkLst>
        </pc:spChg>
        <pc:picChg chg="add mod">
          <ac:chgData name="Fernando Fontove" userId="39bcb981d82c3800" providerId="LiveId" clId="{9D661646-9A78-4772-BE8F-BB2C6E74374B}" dt="2023-11-06T05:53:45.692" v="3736" actId="1076"/>
          <ac:picMkLst>
            <pc:docMk/>
            <pc:sldMk cId="2392061078" sldId="287"/>
            <ac:picMk id="6" creationId="{B3EF0E16-6E3B-99EC-C128-990A62AC684D}"/>
          </ac:picMkLst>
        </pc:picChg>
      </pc:sldChg>
      <pc:sldChg chg="modSp new mod ord">
        <pc:chgData name="Fernando Fontove" userId="39bcb981d82c3800" providerId="LiveId" clId="{9D661646-9A78-4772-BE8F-BB2C6E74374B}" dt="2023-11-06T05:57:09.359" v="3953"/>
        <pc:sldMkLst>
          <pc:docMk/>
          <pc:sldMk cId="493004546" sldId="288"/>
        </pc:sldMkLst>
        <pc:spChg chg="mod">
          <ac:chgData name="Fernando Fontove" userId="39bcb981d82c3800" providerId="LiveId" clId="{9D661646-9A78-4772-BE8F-BB2C6E74374B}" dt="2023-11-06T05:55:12.821" v="3817" actId="20577"/>
          <ac:spMkLst>
            <pc:docMk/>
            <pc:sldMk cId="493004546" sldId="288"/>
            <ac:spMk id="2" creationId="{C8BAE240-2411-1C0B-CA43-67E8F3A28233}"/>
          </ac:spMkLst>
        </pc:spChg>
        <pc:spChg chg="mod">
          <ac:chgData name="Fernando Fontove" userId="39bcb981d82c3800" providerId="LiveId" clId="{9D661646-9A78-4772-BE8F-BB2C6E74374B}" dt="2023-11-06T05:56:50.224" v="3947"/>
          <ac:spMkLst>
            <pc:docMk/>
            <pc:sldMk cId="493004546" sldId="288"/>
            <ac:spMk id="3" creationId="{B26F5999-1143-93B6-9EC4-FC28036974AB}"/>
          </ac:spMkLst>
        </pc:spChg>
      </pc:sldChg>
      <pc:sldChg chg="addSp modSp new mod">
        <pc:chgData name="Fernando Fontove" userId="39bcb981d82c3800" providerId="LiveId" clId="{9D661646-9A78-4772-BE8F-BB2C6E74374B}" dt="2023-11-13T21:45:41.526" v="4177"/>
        <pc:sldMkLst>
          <pc:docMk/>
          <pc:sldMk cId="3961529824" sldId="289"/>
        </pc:sldMkLst>
        <pc:spChg chg="mod">
          <ac:chgData name="Fernando Fontove" userId="39bcb981d82c3800" providerId="LiveId" clId="{9D661646-9A78-4772-BE8F-BB2C6E74374B}" dt="2023-11-13T21:42:18.657" v="3980" actId="1076"/>
          <ac:spMkLst>
            <pc:docMk/>
            <pc:sldMk cId="3961529824" sldId="289"/>
            <ac:spMk id="2" creationId="{2FE4E6DF-B3D5-186B-5EC3-735DD6EEE42A}"/>
          </ac:spMkLst>
        </pc:spChg>
        <pc:spChg chg="mod">
          <ac:chgData name="Fernando Fontove" userId="39bcb981d82c3800" providerId="LiveId" clId="{9D661646-9A78-4772-BE8F-BB2C6E74374B}" dt="2023-11-13T21:45:22.422" v="4175"/>
          <ac:spMkLst>
            <pc:docMk/>
            <pc:sldMk cId="3961529824" sldId="289"/>
            <ac:spMk id="3" creationId="{F6B6F65C-6A2B-EB30-ECFB-BBF28A068146}"/>
          </ac:spMkLst>
        </pc:spChg>
        <pc:spChg chg="add mod">
          <ac:chgData name="Fernando Fontove" userId="39bcb981d82c3800" providerId="LiveId" clId="{9D661646-9A78-4772-BE8F-BB2C6E74374B}" dt="2023-11-13T21:45:41.526" v="4177"/>
          <ac:spMkLst>
            <pc:docMk/>
            <pc:sldMk cId="3961529824" sldId="289"/>
            <ac:spMk id="5" creationId="{7B0D230C-C32B-A013-5076-0F867635DBBC}"/>
          </ac:spMkLst>
        </pc:spChg>
      </pc:sldChg>
      <pc:sldChg chg="addSp modSp new mod">
        <pc:chgData name="Fernando Fontove" userId="39bcb981d82c3800" providerId="LiveId" clId="{9D661646-9A78-4772-BE8F-BB2C6E74374B}" dt="2023-11-13T21:54:44.525" v="4201" actId="14100"/>
        <pc:sldMkLst>
          <pc:docMk/>
          <pc:sldMk cId="4191005803" sldId="290"/>
        </pc:sldMkLst>
        <pc:spChg chg="mod">
          <ac:chgData name="Fernando Fontove" userId="39bcb981d82c3800" providerId="LiveId" clId="{9D661646-9A78-4772-BE8F-BB2C6E74374B}" dt="2023-11-13T21:53:10.214" v="4183" actId="20577"/>
          <ac:spMkLst>
            <pc:docMk/>
            <pc:sldMk cId="4191005803" sldId="290"/>
            <ac:spMk id="2" creationId="{C5EBE9B1-4B7F-78F2-38F6-FD407FC932FD}"/>
          </ac:spMkLst>
        </pc:spChg>
        <pc:spChg chg="add mod">
          <ac:chgData name="Fernando Fontove" userId="39bcb981d82c3800" providerId="LiveId" clId="{9D661646-9A78-4772-BE8F-BB2C6E74374B}" dt="2023-11-13T21:54:31.573" v="4199" actId="1076"/>
          <ac:spMkLst>
            <pc:docMk/>
            <pc:sldMk cId="4191005803" sldId="290"/>
            <ac:spMk id="7" creationId="{3B434D7E-D423-FA4B-210F-49F48817EEB7}"/>
          </ac:spMkLst>
        </pc:spChg>
        <pc:picChg chg="add mod modCrop">
          <ac:chgData name="Fernando Fontove" userId="39bcb981d82c3800" providerId="LiveId" clId="{9D661646-9A78-4772-BE8F-BB2C6E74374B}" dt="2023-11-13T21:54:44.525" v="4201" actId="14100"/>
          <ac:picMkLst>
            <pc:docMk/>
            <pc:sldMk cId="4191005803" sldId="290"/>
            <ac:picMk id="6" creationId="{14A4C083-B9BE-14B0-53C6-C91341DA35D0}"/>
          </ac:picMkLst>
        </pc:picChg>
      </pc:sldChg>
      <pc:sldChg chg="addSp modSp add mod">
        <pc:chgData name="Fernando Fontove" userId="39bcb981d82c3800" providerId="LiveId" clId="{9D661646-9A78-4772-BE8F-BB2C6E74374B}" dt="2023-11-13T21:54:20.867" v="4197" actId="1076"/>
        <pc:sldMkLst>
          <pc:docMk/>
          <pc:sldMk cId="960620664" sldId="291"/>
        </pc:sldMkLst>
        <pc:spChg chg="mod">
          <ac:chgData name="Fernando Fontove" userId="39bcb981d82c3800" providerId="LiveId" clId="{9D661646-9A78-4772-BE8F-BB2C6E74374B}" dt="2023-11-13T21:44:10.868" v="4160" actId="1076"/>
          <ac:spMkLst>
            <pc:docMk/>
            <pc:sldMk cId="960620664" sldId="291"/>
            <ac:spMk id="3" creationId="{F6B6F65C-6A2B-EB30-ECFB-BBF28A068146}"/>
          </ac:spMkLst>
        </pc:spChg>
        <pc:spChg chg="mod">
          <ac:chgData name="Fernando Fontove" userId="39bcb981d82c3800" providerId="LiveId" clId="{9D661646-9A78-4772-BE8F-BB2C6E74374B}" dt="2023-11-13T21:44:10.868" v="4160" actId="1076"/>
          <ac:spMkLst>
            <pc:docMk/>
            <pc:sldMk cId="960620664" sldId="291"/>
            <ac:spMk id="5" creationId="{7B0D230C-C32B-A013-5076-0F867635DBBC}"/>
          </ac:spMkLst>
        </pc:spChg>
        <pc:spChg chg="add mod">
          <ac:chgData name="Fernando Fontove" userId="39bcb981d82c3800" providerId="LiveId" clId="{9D661646-9A78-4772-BE8F-BB2C6E74374B}" dt="2023-11-13T21:54:20.867" v="4197" actId="1076"/>
          <ac:spMkLst>
            <pc:docMk/>
            <pc:sldMk cId="960620664" sldId="291"/>
            <ac:spMk id="11" creationId="{72B44A43-C060-87BC-FFFC-A32A6856C5E5}"/>
          </ac:spMkLst>
        </pc:spChg>
        <pc:spChg chg="add mod">
          <ac:chgData name="Fernando Fontove" userId="39bcb981d82c3800" providerId="LiveId" clId="{9D661646-9A78-4772-BE8F-BB2C6E74374B}" dt="2023-11-13T21:54:17.471" v="4196" actId="14100"/>
          <ac:spMkLst>
            <pc:docMk/>
            <pc:sldMk cId="960620664" sldId="291"/>
            <ac:spMk id="13" creationId="{FD082BBD-9627-DC7D-CFD1-3E5F717F87B2}"/>
          </ac:spMkLst>
        </pc:spChg>
        <pc:picChg chg="add mod">
          <ac:chgData name="Fernando Fontove" userId="39bcb981d82c3800" providerId="LiveId" clId="{9D661646-9A78-4772-BE8F-BB2C6E74374B}" dt="2023-11-13T21:53:43.671" v="4189" actId="1076"/>
          <ac:picMkLst>
            <pc:docMk/>
            <pc:sldMk cId="960620664" sldId="291"/>
            <ac:picMk id="7" creationId="{B694EEB8-58BB-F1D0-B01A-4F29F16C80BE}"/>
          </ac:picMkLst>
        </pc:picChg>
        <pc:picChg chg="add mod">
          <ac:chgData name="Fernando Fontove" userId="39bcb981d82c3800" providerId="LiveId" clId="{9D661646-9A78-4772-BE8F-BB2C6E74374B}" dt="2023-11-13T21:45:16.095" v="4172" actId="14100"/>
          <ac:picMkLst>
            <pc:docMk/>
            <pc:sldMk cId="960620664" sldId="291"/>
            <ac:picMk id="9" creationId="{4BD8492D-5950-7444-AB4D-04F6622F238E}"/>
          </ac:picMkLst>
        </pc:picChg>
      </pc:sldChg>
      <pc:sldChg chg="modSp add mod">
        <pc:chgData name="Fernando Fontove" userId="39bcb981d82c3800" providerId="LiveId" clId="{9D661646-9A78-4772-BE8F-BB2C6E74374B}" dt="2023-11-13T21:55:29.031" v="4290" actId="20577"/>
        <pc:sldMkLst>
          <pc:docMk/>
          <pc:sldMk cId="3521832915" sldId="292"/>
        </pc:sldMkLst>
        <pc:spChg chg="mod">
          <ac:chgData name="Fernando Fontove" userId="39bcb981d82c3800" providerId="LiveId" clId="{9D661646-9A78-4772-BE8F-BB2C6E74374B}" dt="2023-11-13T21:55:29.031" v="4290" actId="20577"/>
          <ac:spMkLst>
            <pc:docMk/>
            <pc:sldMk cId="3521832915" sldId="292"/>
            <ac:spMk id="3" creationId="{B28196B3-0E36-C524-520D-9623F5D4001B}"/>
          </ac:spMkLst>
        </pc:spChg>
        <pc:picChg chg="mod modCrop">
          <ac:chgData name="Fernando Fontove" userId="39bcb981d82c3800" providerId="LiveId" clId="{9D661646-9A78-4772-BE8F-BB2C6E74374B}" dt="2023-11-13T21:55:05.194" v="4203" actId="732"/>
          <ac:picMkLst>
            <pc:docMk/>
            <pc:sldMk cId="3521832915" sldId="292"/>
            <ac:picMk id="6" creationId="{14A4C083-B9BE-14B0-53C6-C91341DA35D0}"/>
          </ac:picMkLst>
        </pc:picChg>
      </pc:sldChg>
      <pc:sldChg chg="addSp delSp modSp add mod">
        <pc:chgData name="Fernando Fontove" userId="39bcb981d82c3800" providerId="LiveId" clId="{9D661646-9A78-4772-BE8F-BB2C6E74374B}" dt="2023-11-13T22:07:23.809" v="4397" actId="14100"/>
        <pc:sldMkLst>
          <pc:docMk/>
          <pc:sldMk cId="1918460381" sldId="293"/>
        </pc:sldMkLst>
        <pc:spChg chg="mod">
          <ac:chgData name="Fernando Fontove" userId="39bcb981d82c3800" providerId="LiveId" clId="{9D661646-9A78-4772-BE8F-BB2C6E74374B}" dt="2023-11-13T22:06:36.040" v="4371" actId="1076"/>
          <ac:spMkLst>
            <pc:docMk/>
            <pc:sldMk cId="1918460381" sldId="293"/>
            <ac:spMk id="2" creationId="{C5EBE9B1-4B7F-78F2-38F6-FD407FC932FD}"/>
          </ac:spMkLst>
        </pc:spChg>
        <pc:spChg chg="mod">
          <ac:chgData name="Fernando Fontove" userId="39bcb981d82c3800" providerId="LiveId" clId="{9D661646-9A78-4772-BE8F-BB2C6E74374B}" dt="2023-11-13T22:07:14.296" v="4394" actId="1038"/>
          <ac:spMkLst>
            <pc:docMk/>
            <pc:sldMk cId="1918460381" sldId="293"/>
            <ac:spMk id="3" creationId="{B28196B3-0E36-C524-520D-9623F5D4001B}"/>
          </ac:spMkLst>
        </pc:spChg>
        <pc:picChg chg="del mod modCrop">
          <ac:chgData name="Fernando Fontove" userId="39bcb981d82c3800" providerId="LiveId" clId="{9D661646-9A78-4772-BE8F-BB2C6E74374B}" dt="2023-11-13T22:05:55.630" v="4296" actId="478"/>
          <ac:picMkLst>
            <pc:docMk/>
            <pc:sldMk cId="1918460381" sldId="293"/>
            <ac:picMk id="6" creationId="{14A4C083-B9BE-14B0-53C6-C91341DA35D0}"/>
          </ac:picMkLst>
        </pc:picChg>
        <pc:picChg chg="add mod">
          <ac:chgData name="Fernando Fontove" userId="39bcb981d82c3800" providerId="LiveId" clId="{9D661646-9A78-4772-BE8F-BB2C6E74374B}" dt="2023-11-13T22:06:02.212" v="4300" actId="1076"/>
          <ac:picMkLst>
            <pc:docMk/>
            <pc:sldMk cId="1918460381" sldId="293"/>
            <ac:picMk id="8" creationId="{8CB45ED1-CBBF-4E68-6309-BE37705E76D8}"/>
          </ac:picMkLst>
        </pc:picChg>
        <pc:cxnChg chg="add mod">
          <ac:chgData name="Fernando Fontove" userId="39bcb981d82c3800" providerId="LiveId" clId="{9D661646-9A78-4772-BE8F-BB2C6E74374B}" dt="2023-11-13T22:07:23.809" v="4397" actId="14100"/>
          <ac:cxnSpMkLst>
            <pc:docMk/>
            <pc:sldMk cId="1918460381" sldId="293"/>
            <ac:cxnSpMk id="10" creationId="{783FE1A6-5608-7F43-7D3F-DEB1F3142A48}"/>
          </ac:cxnSpMkLst>
        </pc:cxnChg>
        <pc:cxnChg chg="add mod">
          <ac:chgData name="Fernando Fontove" userId="39bcb981d82c3800" providerId="LiveId" clId="{9D661646-9A78-4772-BE8F-BB2C6E74374B}" dt="2023-11-13T22:07:21.548" v="4396" actId="14100"/>
          <ac:cxnSpMkLst>
            <pc:docMk/>
            <pc:sldMk cId="1918460381" sldId="293"/>
            <ac:cxnSpMk id="11" creationId="{1BA0F0B2-9717-4B17-8FDE-4CFB75A1147D}"/>
          </ac:cxnSpMkLst>
        </pc:cxnChg>
        <pc:cxnChg chg="add mod">
          <ac:chgData name="Fernando Fontove" userId="39bcb981d82c3800" providerId="LiveId" clId="{9D661646-9A78-4772-BE8F-BB2C6E74374B}" dt="2023-11-13T22:07:18.981" v="4395" actId="14100"/>
          <ac:cxnSpMkLst>
            <pc:docMk/>
            <pc:sldMk cId="1918460381" sldId="293"/>
            <ac:cxnSpMk id="12" creationId="{0A13D805-D184-FE1D-E297-1F9538067F0E}"/>
          </ac:cxnSpMkLst>
        </pc:cxnChg>
      </pc:sldChg>
      <pc:sldChg chg="addSp modSp add mod">
        <pc:chgData name="Fernando Fontove" userId="39bcb981d82c3800" providerId="LiveId" clId="{9D661646-9A78-4772-BE8F-BB2C6E74374B}" dt="2023-11-13T22:08:13.461" v="4443" actId="1076"/>
        <pc:sldMkLst>
          <pc:docMk/>
          <pc:sldMk cId="1021536293" sldId="294"/>
        </pc:sldMkLst>
        <pc:spChg chg="add mod">
          <ac:chgData name="Fernando Fontove" userId="39bcb981d82c3800" providerId="LiveId" clId="{9D661646-9A78-4772-BE8F-BB2C6E74374B}" dt="2023-11-13T22:08:13.461" v="4443" actId="1076"/>
          <ac:spMkLst>
            <pc:docMk/>
            <pc:sldMk cId="1021536293" sldId="294"/>
            <ac:spMk id="9" creationId="{4DB59FC2-33F8-EAE9-6D62-DDF927B0653E}"/>
          </ac:spMkLst>
        </pc:spChg>
        <pc:picChg chg="add mod">
          <ac:chgData name="Fernando Fontove" userId="39bcb981d82c3800" providerId="LiveId" clId="{9D661646-9A78-4772-BE8F-BB2C6E74374B}" dt="2023-11-13T22:07:57.142" v="4403" actId="14100"/>
          <ac:picMkLst>
            <pc:docMk/>
            <pc:sldMk cId="1021536293" sldId="294"/>
            <ac:picMk id="6" creationId="{E59237FF-6988-88F6-1D33-744F81439565}"/>
          </ac:picMkLst>
        </pc:picChg>
      </pc:sldChg>
      <pc:sldChg chg="addSp modSp new mod">
        <pc:chgData name="Fernando Fontove" userId="39bcb981d82c3800" providerId="LiveId" clId="{9D661646-9A78-4772-BE8F-BB2C6E74374B}" dt="2023-11-13T22:10:15.564" v="4561" actId="14100"/>
        <pc:sldMkLst>
          <pc:docMk/>
          <pc:sldMk cId="286315448" sldId="295"/>
        </pc:sldMkLst>
        <pc:spChg chg="mod">
          <ac:chgData name="Fernando Fontove" userId="39bcb981d82c3800" providerId="LiveId" clId="{9D661646-9A78-4772-BE8F-BB2C6E74374B}" dt="2023-11-13T22:10:10.734" v="4560" actId="20577"/>
          <ac:spMkLst>
            <pc:docMk/>
            <pc:sldMk cId="286315448" sldId="295"/>
            <ac:spMk id="2" creationId="{C37BD0F0-1F7E-EF99-CFF8-C2D8D7CC63E8}"/>
          </ac:spMkLst>
        </pc:spChg>
        <pc:spChg chg="mod">
          <ac:chgData name="Fernando Fontove" userId="39bcb981d82c3800" providerId="LiveId" clId="{9D661646-9A78-4772-BE8F-BB2C6E74374B}" dt="2023-11-13T22:09:52.630" v="4547" actId="14100"/>
          <ac:spMkLst>
            <pc:docMk/>
            <pc:sldMk cId="286315448" sldId="295"/>
            <ac:spMk id="3" creationId="{C5DAEC0E-A7DA-3EC4-78E4-1C82BC2253EB}"/>
          </ac:spMkLst>
        </pc:spChg>
        <pc:picChg chg="add mod">
          <ac:chgData name="Fernando Fontove" userId="39bcb981d82c3800" providerId="LiveId" clId="{9D661646-9A78-4772-BE8F-BB2C6E74374B}" dt="2023-11-13T22:09:50.028" v="4546" actId="1076"/>
          <ac:picMkLst>
            <pc:docMk/>
            <pc:sldMk cId="286315448" sldId="295"/>
            <ac:picMk id="6" creationId="{5898CECE-13B2-0ACC-4611-88A472291662}"/>
          </ac:picMkLst>
        </pc:picChg>
        <pc:picChg chg="add mod">
          <ac:chgData name="Fernando Fontove" userId="39bcb981d82c3800" providerId="LiveId" clId="{9D661646-9A78-4772-BE8F-BB2C6E74374B}" dt="2023-11-13T22:10:15.564" v="4561" actId="14100"/>
          <ac:picMkLst>
            <pc:docMk/>
            <pc:sldMk cId="286315448" sldId="295"/>
            <ac:picMk id="8" creationId="{71989411-87AB-7311-7D9E-B61F903B4EFA}"/>
          </ac:picMkLst>
        </pc:picChg>
      </pc:sldChg>
      <pc:sldChg chg="modSp add mod ord">
        <pc:chgData name="Fernando Fontove" userId="39bcb981d82c3800" providerId="LiveId" clId="{9D661646-9A78-4772-BE8F-BB2C6E74374B}" dt="2023-11-13T22:09:00.046" v="4496"/>
        <pc:sldMkLst>
          <pc:docMk/>
          <pc:sldMk cId="813117388" sldId="296"/>
        </pc:sldMkLst>
        <pc:spChg chg="mod">
          <ac:chgData name="Fernando Fontove" userId="39bcb981d82c3800" providerId="LiveId" clId="{9D661646-9A78-4772-BE8F-BB2C6E74374B}" dt="2023-11-13T22:08:57.141" v="4494" actId="20577"/>
          <ac:spMkLst>
            <pc:docMk/>
            <pc:sldMk cId="813117388" sldId="296"/>
            <ac:spMk id="3" creationId="{B28196B3-0E36-C524-520D-9623F5D4001B}"/>
          </ac:spMkLst>
        </pc:spChg>
        <pc:picChg chg="mod modCrop">
          <ac:chgData name="Fernando Fontove" userId="39bcb981d82c3800" providerId="LiveId" clId="{9D661646-9A78-4772-BE8F-BB2C6E74374B}" dt="2023-11-13T22:08:46.727" v="4452" actId="1076"/>
          <ac:picMkLst>
            <pc:docMk/>
            <pc:sldMk cId="813117388" sldId="296"/>
            <ac:picMk id="6" creationId="{14A4C083-B9BE-14B0-53C6-C91341DA35D0}"/>
          </ac:picMkLst>
        </pc:picChg>
      </pc:sldChg>
      <pc:sldChg chg="addSp delSp modSp add mod">
        <pc:chgData name="Fernando Fontove" userId="39bcb981d82c3800" providerId="LiveId" clId="{9D661646-9A78-4772-BE8F-BB2C6E74374B}" dt="2023-11-13T22:10:58.808" v="4585" actId="1076"/>
        <pc:sldMkLst>
          <pc:docMk/>
          <pc:sldMk cId="60185692" sldId="297"/>
        </pc:sldMkLst>
        <pc:spChg chg="mod">
          <ac:chgData name="Fernando Fontove" userId="39bcb981d82c3800" providerId="LiveId" clId="{9D661646-9A78-4772-BE8F-BB2C6E74374B}" dt="2023-11-13T22:10:26.885" v="4572" actId="20577"/>
          <ac:spMkLst>
            <pc:docMk/>
            <pc:sldMk cId="60185692" sldId="297"/>
            <ac:spMk id="2" creationId="{C37BD0F0-1F7E-EF99-CFF8-C2D8D7CC63E8}"/>
          </ac:spMkLst>
        </pc:spChg>
        <pc:picChg chg="del">
          <ac:chgData name="Fernando Fontove" userId="39bcb981d82c3800" providerId="LiveId" clId="{9D661646-9A78-4772-BE8F-BB2C6E74374B}" dt="2023-11-13T22:10:50.277" v="4578" actId="478"/>
          <ac:picMkLst>
            <pc:docMk/>
            <pc:sldMk cId="60185692" sldId="297"/>
            <ac:picMk id="6" creationId="{5898CECE-13B2-0ACC-4611-88A472291662}"/>
          </ac:picMkLst>
        </pc:picChg>
        <pc:picChg chg="add mod">
          <ac:chgData name="Fernando Fontove" userId="39bcb981d82c3800" providerId="LiveId" clId="{9D661646-9A78-4772-BE8F-BB2C6E74374B}" dt="2023-11-13T22:10:43.761" v="4577" actId="14100"/>
          <ac:picMkLst>
            <pc:docMk/>
            <pc:sldMk cId="60185692" sldId="297"/>
            <ac:picMk id="7" creationId="{604CD259-BBB4-A1B8-425D-AC64F505741C}"/>
          </ac:picMkLst>
        </pc:picChg>
        <pc:picChg chg="del">
          <ac:chgData name="Fernando Fontove" userId="39bcb981d82c3800" providerId="LiveId" clId="{9D661646-9A78-4772-BE8F-BB2C6E74374B}" dt="2023-11-13T22:10:41.260" v="4576" actId="478"/>
          <ac:picMkLst>
            <pc:docMk/>
            <pc:sldMk cId="60185692" sldId="297"/>
            <ac:picMk id="8" creationId="{71989411-87AB-7311-7D9E-B61F903B4EFA}"/>
          </ac:picMkLst>
        </pc:picChg>
        <pc:picChg chg="add mod">
          <ac:chgData name="Fernando Fontove" userId="39bcb981d82c3800" providerId="LiveId" clId="{9D661646-9A78-4772-BE8F-BB2C6E74374B}" dt="2023-11-13T22:10:58.808" v="4585" actId="1076"/>
          <ac:picMkLst>
            <pc:docMk/>
            <pc:sldMk cId="60185692" sldId="297"/>
            <ac:picMk id="10" creationId="{1CFF57AA-31E6-3253-92A4-1DD1F3F032B8}"/>
          </ac:picMkLst>
        </pc:picChg>
      </pc:sldChg>
      <pc:sldChg chg="addSp modSp new mod">
        <pc:chgData name="Fernando Fontove" userId="39bcb981d82c3800" providerId="LiveId" clId="{9D661646-9A78-4772-BE8F-BB2C6E74374B}" dt="2023-11-13T22:11:42.382" v="4610" actId="1076"/>
        <pc:sldMkLst>
          <pc:docMk/>
          <pc:sldMk cId="306086915" sldId="298"/>
        </pc:sldMkLst>
        <pc:spChg chg="mod">
          <ac:chgData name="Fernando Fontove" userId="39bcb981d82c3800" providerId="LiveId" clId="{9D661646-9A78-4772-BE8F-BB2C6E74374B}" dt="2023-11-13T22:11:20.198" v="4602" actId="20577"/>
          <ac:spMkLst>
            <pc:docMk/>
            <pc:sldMk cId="306086915" sldId="298"/>
            <ac:spMk id="2" creationId="{E9FB1DAE-92C5-E674-1C67-9469854A8BF5}"/>
          </ac:spMkLst>
        </pc:spChg>
        <pc:picChg chg="add mod">
          <ac:chgData name="Fernando Fontove" userId="39bcb981d82c3800" providerId="LiveId" clId="{9D661646-9A78-4772-BE8F-BB2C6E74374B}" dt="2023-11-13T22:11:33.457" v="4605" actId="14100"/>
          <ac:picMkLst>
            <pc:docMk/>
            <pc:sldMk cId="306086915" sldId="298"/>
            <ac:picMk id="6" creationId="{62B51DB5-2A38-56B8-3169-2D130E261EDB}"/>
          </ac:picMkLst>
        </pc:picChg>
        <pc:picChg chg="add mod">
          <ac:chgData name="Fernando Fontove" userId="39bcb981d82c3800" providerId="LiveId" clId="{9D661646-9A78-4772-BE8F-BB2C6E74374B}" dt="2023-11-13T22:11:42.382" v="4610" actId="1076"/>
          <ac:picMkLst>
            <pc:docMk/>
            <pc:sldMk cId="306086915" sldId="298"/>
            <ac:picMk id="8" creationId="{D374405E-4F3A-C4BE-3F2C-8BCADE2326AE}"/>
          </ac:picMkLst>
        </pc:picChg>
      </pc:sldChg>
      <pc:sldChg chg="addSp modSp new mod">
        <pc:chgData name="Fernando Fontove" userId="39bcb981d82c3800" providerId="LiveId" clId="{9D661646-9A78-4772-BE8F-BB2C6E74374B}" dt="2023-11-13T22:16:06.177" v="4645" actId="404"/>
        <pc:sldMkLst>
          <pc:docMk/>
          <pc:sldMk cId="1472003183" sldId="299"/>
        </pc:sldMkLst>
        <pc:spChg chg="mod">
          <ac:chgData name="Fernando Fontove" userId="39bcb981d82c3800" providerId="LiveId" clId="{9D661646-9A78-4772-BE8F-BB2C6E74374B}" dt="2023-11-13T22:15:27.421" v="4629" actId="20577"/>
          <ac:spMkLst>
            <pc:docMk/>
            <pc:sldMk cId="1472003183" sldId="299"/>
            <ac:spMk id="2" creationId="{1AA648EC-1289-B668-BEF4-3C49E4B3096A}"/>
          </ac:spMkLst>
        </pc:spChg>
        <pc:spChg chg="mod">
          <ac:chgData name="Fernando Fontove" userId="39bcb981d82c3800" providerId="LiveId" clId="{9D661646-9A78-4772-BE8F-BB2C6E74374B}" dt="2023-11-13T22:16:06.177" v="4645" actId="404"/>
          <ac:spMkLst>
            <pc:docMk/>
            <pc:sldMk cId="1472003183" sldId="299"/>
            <ac:spMk id="3" creationId="{3C083838-9EF8-0D4C-049B-8F8DB75CA139}"/>
          </ac:spMkLst>
        </pc:spChg>
        <pc:picChg chg="add mod">
          <ac:chgData name="Fernando Fontove" userId="39bcb981d82c3800" providerId="LiveId" clId="{9D661646-9A78-4772-BE8F-BB2C6E74374B}" dt="2023-11-13T22:15:52.678" v="4639" actId="1076"/>
          <ac:picMkLst>
            <pc:docMk/>
            <pc:sldMk cId="1472003183" sldId="299"/>
            <ac:picMk id="6" creationId="{0922513B-B042-EA6C-8E8C-CA27D4351058}"/>
          </ac:picMkLst>
        </pc:picChg>
        <pc:picChg chg="add mod">
          <ac:chgData name="Fernando Fontove" userId="39bcb981d82c3800" providerId="LiveId" clId="{9D661646-9A78-4772-BE8F-BB2C6E74374B}" dt="2023-11-13T22:15:56.670" v="4641" actId="14100"/>
          <ac:picMkLst>
            <pc:docMk/>
            <pc:sldMk cId="1472003183" sldId="299"/>
            <ac:picMk id="8" creationId="{424E1C55-4466-B788-3D2B-6C7770194C22}"/>
          </ac:picMkLst>
        </pc:picChg>
      </pc:sldChg>
    </pc:docChg>
  </pc:docChgLst>
  <pc:docChgLst>
    <pc:chgData name="Fernando Fontove" userId="39bcb981d82c3800" providerId="LiveId" clId="{94990C3B-5971-4F6D-968E-79A2E87E6973}"/>
    <pc:docChg chg="undo redo custSel addSld delSld modSld sldOrd">
      <pc:chgData name="Fernando Fontove" userId="39bcb981d82c3800" providerId="LiveId" clId="{94990C3B-5971-4F6D-968E-79A2E87E6973}" dt="2023-09-21T18:23:09.123" v="2390" actId="1076"/>
      <pc:docMkLst>
        <pc:docMk/>
      </pc:docMkLst>
      <pc:sldChg chg="modSp mod">
        <pc:chgData name="Fernando Fontove" userId="39bcb981d82c3800" providerId="LiveId" clId="{94990C3B-5971-4F6D-968E-79A2E87E6973}" dt="2023-09-21T17:36:19.153" v="9" actId="20577"/>
        <pc:sldMkLst>
          <pc:docMk/>
          <pc:sldMk cId="0" sldId="256"/>
        </pc:sldMkLst>
        <pc:spChg chg="mod">
          <ac:chgData name="Fernando Fontove" userId="39bcb981d82c3800" providerId="LiveId" clId="{94990C3B-5971-4F6D-968E-79A2E87E6973}" dt="2023-09-21T17:36:19.153" v="9" actId="20577"/>
          <ac:spMkLst>
            <pc:docMk/>
            <pc:sldMk cId="0" sldId="256"/>
            <ac:spMk id="3836" creationId="{00000000-0000-0000-0000-000000000000}"/>
          </ac:spMkLst>
        </pc:spChg>
      </pc:sldChg>
      <pc:sldChg chg="addSp delSp modSp mod">
        <pc:chgData name="Fernando Fontove" userId="39bcb981d82c3800" providerId="LiveId" clId="{94990C3B-5971-4F6D-968E-79A2E87E6973}" dt="2023-09-21T17:55:14.835" v="440" actId="14100"/>
        <pc:sldMkLst>
          <pc:docMk/>
          <pc:sldMk cId="1905306405" sldId="262"/>
        </pc:sldMkLst>
        <pc:spChg chg="add del mod">
          <ac:chgData name="Fernando Fontove" userId="39bcb981d82c3800" providerId="LiveId" clId="{94990C3B-5971-4F6D-968E-79A2E87E6973}" dt="2023-09-21T17:39:34.884" v="125" actId="478"/>
          <ac:spMkLst>
            <pc:docMk/>
            <pc:sldMk cId="1905306405" sldId="262"/>
            <ac:spMk id="4" creationId="{443A526D-7BBD-5219-E5B5-397D79999795}"/>
          </ac:spMkLst>
        </pc:spChg>
        <pc:spChg chg="del">
          <ac:chgData name="Fernando Fontove" userId="39bcb981d82c3800" providerId="LiveId" clId="{94990C3B-5971-4F6D-968E-79A2E87E6973}" dt="2023-09-21T17:39:31.751" v="123" actId="478"/>
          <ac:spMkLst>
            <pc:docMk/>
            <pc:sldMk cId="1905306405" sldId="262"/>
            <ac:spMk id="27" creationId="{6A3522FA-CE16-7465-E048-005DE3D279EE}"/>
          </ac:spMkLst>
        </pc:spChg>
        <pc:spChg chg="mod">
          <ac:chgData name="Fernando Fontove" userId="39bcb981d82c3800" providerId="LiveId" clId="{94990C3B-5971-4F6D-968E-79A2E87E6973}" dt="2023-09-21T17:37:37.612" v="121" actId="14100"/>
          <ac:spMkLst>
            <pc:docMk/>
            <pc:sldMk cId="1905306405" sldId="262"/>
            <ac:spMk id="3870" creationId="{00000000-0000-0000-0000-000000000000}"/>
          </ac:spMkLst>
        </pc:spChg>
        <pc:picChg chg="del">
          <ac:chgData name="Fernando Fontove" userId="39bcb981d82c3800" providerId="LiveId" clId="{94990C3B-5971-4F6D-968E-79A2E87E6973}" dt="2023-09-21T17:39:29.863" v="122" actId="478"/>
          <ac:picMkLst>
            <pc:docMk/>
            <pc:sldMk cId="1905306405" sldId="262"/>
            <ac:picMk id="3" creationId="{D4494729-0C6C-9DCF-8949-8E58D0E0263B}"/>
          </ac:picMkLst>
        </pc:picChg>
        <pc:picChg chg="add del mod">
          <ac:chgData name="Fernando Fontove" userId="39bcb981d82c3800" providerId="LiveId" clId="{94990C3B-5971-4F6D-968E-79A2E87E6973}" dt="2023-09-21T17:55:10.574" v="437" actId="478"/>
          <ac:picMkLst>
            <pc:docMk/>
            <pc:sldMk cId="1905306405" sldId="262"/>
            <ac:picMk id="6" creationId="{DF7260D0-EEB1-A7BB-2479-A3B075E5FBDF}"/>
          </ac:picMkLst>
        </pc:picChg>
        <pc:picChg chg="del">
          <ac:chgData name="Fernando Fontove" userId="39bcb981d82c3800" providerId="LiveId" clId="{94990C3B-5971-4F6D-968E-79A2E87E6973}" dt="2023-09-21T17:39:29.863" v="122" actId="478"/>
          <ac:picMkLst>
            <pc:docMk/>
            <pc:sldMk cId="1905306405" sldId="262"/>
            <ac:picMk id="7" creationId="{87F7B653-3960-3037-F6BF-AEF72A52F14E}"/>
          </ac:picMkLst>
        </pc:picChg>
        <pc:picChg chg="add mod">
          <ac:chgData name="Fernando Fontove" userId="39bcb981d82c3800" providerId="LiveId" clId="{94990C3B-5971-4F6D-968E-79A2E87E6973}" dt="2023-09-21T17:55:14.835" v="440" actId="14100"/>
          <ac:picMkLst>
            <pc:docMk/>
            <pc:sldMk cId="1905306405" sldId="262"/>
            <ac:picMk id="9" creationId="{AF3C1BC7-BE4B-8558-D58E-2A6131564F1D}"/>
          </ac:picMkLst>
        </pc:picChg>
      </pc:sldChg>
      <pc:sldChg chg="add del">
        <pc:chgData name="Fernando Fontove" userId="39bcb981d82c3800" providerId="LiveId" clId="{94990C3B-5971-4F6D-968E-79A2E87E6973}" dt="2023-09-21T17:40:57.751" v="132" actId="47"/>
        <pc:sldMkLst>
          <pc:docMk/>
          <pc:sldMk cId="2143041481" sldId="26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425842636" sldId="263"/>
        </pc:sldMkLst>
      </pc:sldChg>
      <pc:sldChg chg="addSp delSp modSp add mod">
        <pc:chgData name="Fernando Fontove" userId="39bcb981d82c3800" providerId="LiveId" clId="{94990C3B-5971-4F6D-968E-79A2E87E6973}" dt="2023-09-21T17:46:04.115" v="299" actId="478"/>
        <pc:sldMkLst>
          <pc:docMk/>
          <pc:sldMk cId="860822654" sldId="264"/>
        </pc:sldMkLst>
        <pc:spChg chg="add mod">
          <ac:chgData name="Fernando Fontove" userId="39bcb981d82c3800" providerId="LiveId" clId="{94990C3B-5971-4F6D-968E-79A2E87E6973}" dt="2023-09-21T17:44:19.400" v="241" actId="1076"/>
          <ac:spMkLst>
            <pc:docMk/>
            <pc:sldMk cId="860822654" sldId="264"/>
            <ac:spMk id="3" creationId="{12B5A773-5949-3585-A60E-44EAE520743A}"/>
          </ac:spMkLst>
        </pc:spChg>
        <pc:spChg chg="add del mod">
          <ac:chgData name="Fernando Fontove" userId="39bcb981d82c3800" providerId="LiveId" clId="{94990C3B-5971-4F6D-968E-79A2E87E6973}" dt="2023-09-21T17:46:04.115" v="299" actId="478"/>
          <ac:spMkLst>
            <pc:docMk/>
            <pc:sldMk cId="860822654" sldId="264"/>
            <ac:spMk id="5" creationId="{2BA37227-6616-1205-6068-4AC0F1E6C4A8}"/>
          </ac:spMkLst>
        </pc:spChg>
        <pc:spChg chg="add mod">
          <ac:chgData name="Fernando Fontove" userId="39bcb981d82c3800" providerId="LiveId" clId="{94990C3B-5971-4F6D-968E-79A2E87E6973}" dt="2023-09-21T17:43:30.543" v="208" actId="1076"/>
          <ac:spMkLst>
            <pc:docMk/>
            <pc:sldMk cId="860822654" sldId="264"/>
            <ac:spMk id="8" creationId="{6EB8F5AD-1513-2CF2-50FB-B2A02678F3F1}"/>
          </ac:spMkLst>
        </pc:spChg>
        <pc:spChg chg="add del mod">
          <ac:chgData name="Fernando Fontove" userId="39bcb981d82c3800" providerId="LiveId" clId="{94990C3B-5971-4F6D-968E-79A2E87E6973}" dt="2023-09-21T17:43:04.413" v="191" actId="478"/>
          <ac:spMkLst>
            <pc:docMk/>
            <pc:sldMk cId="860822654" sldId="264"/>
            <ac:spMk id="9" creationId="{9E17F868-DA90-551E-FAE3-013B3F40ED8D}"/>
          </ac:spMkLst>
        </pc:spChg>
        <pc:spChg chg="add mod">
          <ac:chgData name="Fernando Fontove" userId="39bcb981d82c3800" providerId="LiveId" clId="{94990C3B-5971-4F6D-968E-79A2E87E6973}" dt="2023-09-21T17:44:12.691" v="239" actId="1076"/>
          <ac:spMkLst>
            <pc:docMk/>
            <pc:sldMk cId="860822654" sldId="264"/>
            <ac:spMk id="10" creationId="{28143E2A-332E-9DD8-CC4F-B882EDD66BAF}"/>
          </ac:spMkLst>
        </pc:spChg>
        <pc:spChg chg="add mod">
          <ac:chgData name="Fernando Fontove" userId="39bcb981d82c3800" providerId="LiveId" clId="{94990C3B-5971-4F6D-968E-79A2E87E6973}" dt="2023-09-21T17:44:12.691" v="239" actId="1076"/>
          <ac:spMkLst>
            <pc:docMk/>
            <pc:sldMk cId="860822654" sldId="264"/>
            <ac:spMk id="11" creationId="{4E01D663-D8CC-06E2-72B9-49B6C7B37743}"/>
          </ac:spMkLst>
        </pc:spChg>
        <pc:spChg chg="add mod">
          <ac:chgData name="Fernando Fontove" userId="39bcb981d82c3800" providerId="LiveId" clId="{94990C3B-5971-4F6D-968E-79A2E87E6973}" dt="2023-09-21T17:43:58.839" v="238" actId="20577"/>
          <ac:spMkLst>
            <pc:docMk/>
            <pc:sldMk cId="860822654" sldId="264"/>
            <ac:spMk id="13" creationId="{2EC4EFE5-09A4-17ED-86CC-A9935B2AD778}"/>
          </ac:spMkLst>
        </pc:spChg>
        <pc:spChg chg="add mod">
          <ac:chgData name="Fernando Fontove" userId="39bcb981d82c3800" providerId="LiveId" clId="{94990C3B-5971-4F6D-968E-79A2E87E6973}" dt="2023-09-21T17:43:33.334" v="209" actId="1076"/>
          <ac:spMkLst>
            <pc:docMk/>
            <pc:sldMk cId="860822654" sldId="264"/>
            <ac:spMk id="17" creationId="{7EFB2097-25DE-22B9-FD78-71EDF35115EB}"/>
          </ac:spMkLst>
        </pc:spChg>
        <pc:spChg chg="add mod">
          <ac:chgData name="Fernando Fontove" userId="39bcb981d82c3800" providerId="LiveId" clId="{94990C3B-5971-4F6D-968E-79A2E87E6973}" dt="2023-09-21T17:44:23.083" v="242" actId="571"/>
          <ac:spMkLst>
            <pc:docMk/>
            <pc:sldMk cId="860822654" sldId="264"/>
            <ac:spMk id="19" creationId="{BC657EDB-4C58-504C-C677-5F7AF8176221}"/>
          </ac:spMkLst>
        </pc:spChg>
        <pc:spChg chg="add mod">
          <ac:chgData name="Fernando Fontove" userId="39bcb981d82c3800" providerId="LiveId" clId="{94990C3B-5971-4F6D-968E-79A2E87E6973}" dt="2023-09-21T17:44:55.055" v="264" actId="1076"/>
          <ac:spMkLst>
            <pc:docMk/>
            <pc:sldMk cId="860822654" sldId="264"/>
            <ac:spMk id="22" creationId="{76B0294B-6312-8757-FFA1-E2DE7C63CB8E}"/>
          </ac:spMkLst>
        </pc:spChg>
        <pc:spChg chg="mod">
          <ac:chgData name="Fernando Fontove" userId="39bcb981d82c3800" providerId="LiveId" clId="{94990C3B-5971-4F6D-968E-79A2E87E6973}" dt="2023-09-21T17:41:43.024" v="159" actId="14100"/>
          <ac:spMkLst>
            <pc:docMk/>
            <pc:sldMk cId="860822654" sldId="264"/>
            <ac:spMk id="3870" creationId="{00000000-0000-0000-0000-000000000000}"/>
          </ac:spMkLst>
        </pc:spChg>
        <pc:picChg chg="add del mod">
          <ac:chgData name="Fernando Fontove" userId="39bcb981d82c3800" providerId="LiveId" clId="{94990C3B-5971-4F6D-968E-79A2E87E6973}" dt="2023-09-21T17:41:26.814" v="156" actId="478"/>
          <ac:picMkLst>
            <pc:docMk/>
            <pc:sldMk cId="860822654" sldId="264"/>
            <ac:picMk id="2" creationId="{68BEEDE8-350C-AEF8-0125-3D85C031C8F9}"/>
          </ac:picMkLst>
        </pc:picChg>
        <pc:picChg chg="mod">
          <ac:chgData name="Fernando Fontove" userId="39bcb981d82c3800" providerId="LiveId" clId="{94990C3B-5971-4F6D-968E-79A2E87E6973}" dt="2023-09-21T17:41:50.699" v="162" actId="1076"/>
          <ac:picMkLst>
            <pc:docMk/>
            <pc:sldMk cId="860822654" sldId="264"/>
            <ac:picMk id="6" creationId="{DF7260D0-EEB1-A7BB-2479-A3B075E5FBDF}"/>
          </ac:picMkLst>
        </pc:picChg>
        <pc:cxnChg chg="add mod">
          <ac:chgData name="Fernando Fontove" userId="39bcb981d82c3800" providerId="LiveId" clId="{94990C3B-5971-4F6D-968E-79A2E87E6973}" dt="2023-09-21T17:44:19.400" v="241" actId="1076"/>
          <ac:cxnSpMkLst>
            <pc:docMk/>
            <pc:sldMk cId="860822654" sldId="264"/>
            <ac:cxnSpMk id="4" creationId="{4926CEA3-0575-7E82-D8ED-AE1317A5A99D}"/>
          </ac:cxnSpMkLst>
        </pc:cxnChg>
        <pc:cxnChg chg="add mod">
          <ac:chgData name="Fernando Fontove" userId="39bcb981d82c3800" providerId="LiveId" clId="{94990C3B-5971-4F6D-968E-79A2E87E6973}" dt="2023-09-21T17:42:20.055" v="189" actId="14100"/>
          <ac:cxnSpMkLst>
            <pc:docMk/>
            <pc:sldMk cId="860822654" sldId="264"/>
            <ac:cxnSpMk id="7" creationId="{16BF8D13-2E1E-822F-D758-17859066A6E6}"/>
          </ac:cxnSpMkLst>
        </pc:cxnChg>
        <pc:cxnChg chg="add mod">
          <ac:chgData name="Fernando Fontove" userId="39bcb981d82c3800" providerId="LiveId" clId="{94990C3B-5971-4F6D-968E-79A2E87E6973}" dt="2023-09-21T17:43:45.513" v="212" actId="14100"/>
          <ac:cxnSpMkLst>
            <pc:docMk/>
            <pc:sldMk cId="860822654" sldId="264"/>
            <ac:cxnSpMk id="12" creationId="{99DAD492-6441-FD4D-2D4B-A09320951539}"/>
          </ac:cxnSpMkLst>
        </pc:cxnChg>
        <pc:cxnChg chg="add mod">
          <ac:chgData name="Fernando Fontove" userId="39bcb981d82c3800" providerId="LiveId" clId="{94990C3B-5971-4F6D-968E-79A2E87E6973}" dt="2023-09-21T17:43:10.993" v="192" actId="571"/>
          <ac:cxnSpMkLst>
            <pc:docMk/>
            <pc:sldMk cId="860822654" sldId="264"/>
            <ac:cxnSpMk id="16" creationId="{6FD56292-55B7-91FF-73F7-7721B8AEE25D}"/>
          </ac:cxnSpMkLst>
        </pc:cxnChg>
        <pc:cxnChg chg="add mod">
          <ac:chgData name="Fernando Fontove" userId="39bcb981d82c3800" providerId="LiveId" clId="{94990C3B-5971-4F6D-968E-79A2E87E6973}" dt="2023-09-21T17:44:30.514" v="244" actId="14100"/>
          <ac:cxnSpMkLst>
            <pc:docMk/>
            <pc:sldMk cId="860822654" sldId="264"/>
            <ac:cxnSpMk id="20" creationId="{E42DEC50-1534-EBD2-584B-ACEBE3D4505D}"/>
          </ac:cxnSpMkLst>
        </pc:cxnChg>
        <pc:cxnChg chg="add mod">
          <ac:chgData name="Fernando Fontove" userId="39bcb981d82c3800" providerId="LiveId" clId="{94990C3B-5971-4F6D-968E-79A2E87E6973}" dt="2023-09-21T17:44:48.663" v="263" actId="1076"/>
          <ac:cxnSpMkLst>
            <pc:docMk/>
            <pc:sldMk cId="860822654" sldId="264"/>
            <ac:cxnSpMk id="23" creationId="{7730DEF2-837B-5317-F53C-963726F985CC}"/>
          </ac:cxnSpMkLst>
        </pc:cxn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211320243" sldId="264"/>
        </pc:sldMkLst>
      </pc:sldChg>
      <pc:sldChg chg="add del">
        <pc:chgData name="Fernando Fontove" userId="39bcb981d82c3800" providerId="LiveId" clId="{94990C3B-5971-4F6D-968E-79A2E87E6973}" dt="2023-09-21T17:44:59.401" v="266" actId="47"/>
        <pc:sldMkLst>
          <pc:docMk/>
          <pc:sldMk cId="2425842636" sldId="265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475177088" sldId="265"/>
        </pc:sldMkLst>
      </pc:sldChg>
      <pc:sldChg chg="addSp delSp modSp add mod">
        <pc:chgData name="Fernando Fontove" userId="39bcb981d82c3800" providerId="LiveId" clId="{94990C3B-5971-4F6D-968E-79A2E87E6973}" dt="2023-09-21T17:52:22.402" v="328" actId="20577"/>
        <pc:sldMkLst>
          <pc:docMk/>
          <pc:sldMk cId="248578708" sldId="266"/>
        </pc:sldMkLst>
        <pc:spChg chg="add mod">
          <ac:chgData name="Fernando Fontove" userId="39bcb981d82c3800" providerId="LiveId" clId="{94990C3B-5971-4F6D-968E-79A2E87E6973}" dt="2023-09-21T17:52:22.402" v="328" actId="20577"/>
          <ac:spMkLst>
            <pc:docMk/>
            <pc:sldMk cId="248578708" sldId="266"/>
            <ac:spMk id="2" creationId="{6955CD9D-F4DB-A648-0BF1-5F98AD04383E}"/>
          </ac:spMkLst>
        </pc:spChg>
        <pc:spChg chg="del">
          <ac:chgData name="Fernando Fontove" userId="39bcb981d82c3800" providerId="LiveId" clId="{94990C3B-5971-4F6D-968E-79A2E87E6973}" dt="2023-09-21T17:45:39.148" v="293" actId="478"/>
          <ac:spMkLst>
            <pc:docMk/>
            <pc:sldMk cId="248578708" sldId="266"/>
            <ac:spMk id="3" creationId="{12B5A773-5949-3585-A60E-44EAE520743A}"/>
          </ac:spMkLst>
        </pc:spChg>
        <pc:spChg chg="mod">
          <ac:chgData name="Fernando Fontove" userId="39bcb981d82c3800" providerId="LiveId" clId="{94990C3B-5971-4F6D-968E-79A2E87E6973}" dt="2023-09-21T17:52:10.728" v="301" actId="1076"/>
          <ac:spMkLst>
            <pc:docMk/>
            <pc:sldMk cId="248578708" sldId="266"/>
            <ac:spMk id="5" creationId="{2BA37227-6616-1205-6068-4AC0F1E6C4A8}"/>
          </ac:spMkLst>
        </pc:spChg>
        <pc:spChg chg="del">
          <ac:chgData name="Fernando Fontove" userId="39bcb981d82c3800" providerId="LiveId" clId="{94990C3B-5971-4F6D-968E-79A2E87E6973}" dt="2023-09-21T17:45:39.148" v="293" actId="478"/>
          <ac:spMkLst>
            <pc:docMk/>
            <pc:sldMk cId="248578708" sldId="266"/>
            <ac:spMk id="8" creationId="{6EB8F5AD-1513-2CF2-50FB-B2A02678F3F1}"/>
          </ac:spMkLst>
        </pc:spChg>
        <pc:spChg chg="del">
          <ac:chgData name="Fernando Fontove" userId="39bcb981d82c3800" providerId="LiveId" clId="{94990C3B-5971-4F6D-968E-79A2E87E6973}" dt="2023-09-21T17:45:42.257" v="294" actId="478"/>
          <ac:spMkLst>
            <pc:docMk/>
            <pc:sldMk cId="248578708" sldId="266"/>
            <ac:spMk id="10" creationId="{28143E2A-332E-9DD8-CC4F-B882EDD66BAF}"/>
          </ac:spMkLst>
        </pc:spChg>
        <pc:spChg chg="del">
          <ac:chgData name="Fernando Fontove" userId="39bcb981d82c3800" providerId="LiveId" clId="{94990C3B-5971-4F6D-968E-79A2E87E6973}" dt="2023-09-21T17:45:42.257" v="294" actId="478"/>
          <ac:spMkLst>
            <pc:docMk/>
            <pc:sldMk cId="248578708" sldId="266"/>
            <ac:spMk id="11" creationId="{4E01D663-D8CC-06E2-72B9-49B6C7B37743}"/>
          </ac:spMkLst>
        </pc:spChg>
        <pc:spChg chg="del">
          <ac:chgData name="Fernando Fontove" userId="39bcb981d82c3800" providerId="LiveId" clId="{94990C3B-5971-4F6D-968E-79A2E87E6973}" dt="2023-09-21T17:45:42.257" v="294" actId="478"/>
          <ac:spMkLst>
            <pc:docMk/>
            <pc:sldMk cId="248578708" sldId="266"/>
            <ac:spMk id="13" creationId="{2EC4EFE5-09A4-17ED-86CC-A9935B2AD778}"/>
          </ac:spMkLst>
        </pc:spChg>
        <pc:spChg chg="del">
          <ac:chgData name="Fernando Fontove" userId="39bcb981d82c3800" providerId="LiveId" clId="{94990C3B-5971-4F6D-968E-79A2E87E6973}" dt="2023-09-21T17:45:44.710" v="295" actId="478"/>
          <ac:spMkLst>
            <pc:docMk/>
            <pc:sldMk cId="248578708" sldId="266"/>
            <ac:spMk id="17" creationId="{7EFB2097-25DE-22B9-FD78-71EDF35115EB}"/>
          </ac:spMkLst>
        </pc:spChg>
        <pc:spChg chg="del">
          <ac:chgData name="Fernando Fontove" userId="39bcb981d82c3800" providerId="LiveId" clId="{94990C3B-5971-4F6D-968E-79A2E87E6973}" dt="2023-09-21T17:45:42.257" v="294" actId="478"/>
          <ac:spMkLst>
            <pc:docMk/>
            <pc:sldMk cId="248578708" sldId="266"/>
            <ac:spMk id="19" creationId="{BC657EDB-4C58-504C-C677-5F7AF8176221}"/>
          </ac:spMkLst>
        </pc:spChg>
        <pc:spChg chg="del">
          <ac:chgData name="Fernando Fontove" userId="39bcb981d82c3800" providerId="LiveId" clId="{94990C3B-5971-4F6D-968E-79A2E87E6973}" dt="2023-09-21T17:45:42.257" v="294" actId="478"/>
          <ac:spMkLst>
            <pc:docMk/>
            <pc:sldMk cId="248578708" sldId="266"/>
            <ac:spMk id="22" creationId="{76B0294B-6312-8757-FFA1-E2DE7C63CB8E}"/>
          </ac:spMkLst>
        </pc:spChg>
        <pc:spChg chg="mod">
          <ac:chgData name="Fernando Fontove" userId="39bcb981d82c3800" providerId="LiveId" clId="{94990C3B-5971-4F6D-968E-79A2E87E6973}" dt="2023-09-21T17:45:35.216" v="292" actId="20577"/>
          <ac:spMkLst>
            <pc:docMk/>
            <pc:sldMk cId="248578708" sldId="266"/>
            <ac:spMk id="3870" creationId="{00000000-0000-0000-0000-000000000000}"/>
          </ac:spMkLst>
        </pc:spChg>
        <pc:picChg chg="mod">
          <ac:chgData name="Fernando Fontove" userId="39bcb981d82c3800" providerId="LiveId" clId="{94990C3B-5971-4F6D-968E-79A2E87E6973}" dt="2023-09-21T17:52:10.728" v="301" actId="1076"/>
          <ac:picMkLst>
            <pc:docMk/>
            <pc:sldMk cId="248578708" sldId="266"/>
            <ac:picMk id="6" creationId="{DF7260D0-EEB1-A7BB-2479-A3B075E5FBDF}"/>
          </ac:picMkLst>
        </pc:picChg>
        <pc:cxnChg chg="del">
          <ac:chgData name="Fernando Fontove" userId="39bcb981d82c3800" providerId="LiveId" clId="{94990C3B-5971-4F6D-968E-79A2E87E6973}" dt="2023-09-21T17:45:39.148" v="293" actId="478"/>
          <ac:cxnSpMkLst>
            <pc:docMk/>
            <pc:sldMk cId="248578708" sldId="266"/>
            <ac:cxnSpMk id="4" creationId="{4926CEA3-0575-7E82-D8ED-AE1317A5A99D}"/>
          </ac:cxnSpMkLst>
        </pc:cxnChg>
        <pc:cxnChg chg="del">
          <ac:chgData name="Fernando Fontove" userId="39bcb981d82c3800" providerId="LiveId" clId="{94990C3B-5971-4F6D-968E-79A2E87E6973}" dt="2023-09-21T17:45:39.148" v="293" actId="478"/>
          <ac:cxnSpMkLst>
            <pc:docMk/>
            <pc:sldMk cId="248578708" sldId="266"/>
            <ac:cxnSpMk id="7" creationId="{16BF8D13-2E1E-822F-D758-17859066A6E6}"/>
          </ac:cxnSpMkLst>
        </pc:cxnChg>
        <pc:cxnChg chg="del">
          <ac:chgData name="Fernando Fontove" userId="39bcb981d82c3800" providerId="LiveId" clId="{94990C3B-5971-4F6D-968E-79A2E87E6973}" dt="2023-09-21T17:45:42.257" v="294" actId="478"/>
          <ac:cxnSpMkLst>
            <pc:docMk/>
            <pc:sldMk cId="248578708" sldId="266"/>
            <ac:cxnSpMk id="12" creationId="{99DAD492-6441-FD4D-2D4B-A09320951539}"/>
          </ac:cxnSpMkLst>
        </pc:cxnChg>
        <pc:cxnChg chg="del">
          <ac:chgData name="Fernando Fontove" userId="39bcb981d82c3800" providerId="LiveId" clId="{94990C3B-5971-4F6D-968E-79A2E87E6973}" dt="2023-09-21T17:45:39.148" v="293" actId="478"/>
          <ac:cxnSpMkLst>
            <pc:docMk/>
            <pc:sldMk cId="248578708" sldId="266"/>
            <ac:cxnSpMk id="16" creationId="{6FD56292-55B7-91FF-73F7-7721B8AEE25D}"/>
          </ac:cxnSpMkLst>
        </pc:cxnChg>
        <pc:cxnChg chg="del">
          <ac:chgData name="Fernando Fontove" userId="39bcb981d82c3800" providerId="LiveId" clId="{94990C3B-5971-4F6D-968E-79A2E87E6973}" dt="2023-09-21T17:45:42.257" v="294" actId="478"/>
          <ac:cxnSpMkLst>
            <pc:docMk/>
            <pc:sldMk cId="248578708" sldId="266"/>
            <ac:cxnSpMk id="20" creationId="{E42DEC50-1534-EBD2-584B-ACEBE3D4505D}"/>
          </ac:cxnSpMkLst>
        </pc:cxnChg>
        <pc:cxnChg chg="del">
          <ac:chgData name="Fernando Fontove" userId="39bcb981d82c3800" providerId="LiveId" clId="{94990C3B-5971-4F6D-968E-79A2E87E6973}" dt="2023-09-21T17:45:42.257" v="294" actId="478"/>
          <ac:cxnSpMkLst>
            <pc:docMk/>
            <pc:sldMk cId="248578708" sldId="266"/>
            <ac:cxnSpMk id="23" creationId="{7730DEF2-837B-5317-F53C-963726F985CC}"/>
          </ac:cxnSpMkLst>
        </pc:cxn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4181118197" sldId="266"/>
        </pc:sldMkLst>
      </pc:sldChg>
      <pc:sldChg chg="add del">
        <pc:chgData name="Fernando Fontove" userId="39bcb981d82c3800" providerId="LiveId" clId="{94990C3B-5971-4F6D-968E-79A2E87E6973}" dt="2023-09-21T17:45:25.566" v="268"/>
        <pc:sldMkLst>
          <pc:docMk/>
          <pc:sldMk cId="408223840" sldId="267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181575153" sldId="267"/>
        </pc:sldMkLst>
      </pc:sldChg>
      <pc:sldChg chg="addSp modSp add mod">
        <pc:chgData name="Fernando Fontove" userId="39bcb981d82c3800" providerId="LiveId" clId="{94990C3B-5971-4F6D-968E-79A2E87E6973}" dt="2023-09-21T17:53:11.133" v="360" actId="14100"/>
        <pc:sldMkLst>
          <pc:docMk/>
          <pc:sldMk cId="3542286832" sldId="267"/>
        </pc:sldMkLst>
        <pc:spChg chg="mod">
          <ac:chgData name="Fernando Fontove" userId="39bcb981d82c3800" providerId="LiveId" clId="{94990C3B-5971-4F6D-968E-79A2E87E6973}" dt="2023-09-21T17:52:52.699" v="354" actId="20577"/>
          <ac:spMkLst>
            <pc:docMk/>
            <pc:sldMk cId="3542286832" sldId="267"/>
            <ac:spMk id="2" creationId="{6955CD9D-F4DB-A648-0BF1-5F98AD04383E}"/>
          </ac:spMkLst>
        </pc:spChg>
        <pc:spChg chg="add mod">
          <ac:chgData name="Fernando Fontove" userId="39bcb981d82c3800" providerId="LiveId" clId="{94990C3B-5971-4F6D-968E-79A2E87E6973}" dt="2023-09-21T17:53:11.133" v="360" actId="14100"/>
          <ac:spMkLst>
            <pc:docMk/>
            <pc:sldMk cId="3542286832" sldId="267"/>
            <ac:spMk id="3" creationId="{25721857-1DDE-5748-69B0-FE2E12D03A4E}"/>
          </ac:spMkLst>
        </pc:spChg>
        <pc:spChg chg="mod">
          <ac:chgData name="Fernando Fontove" userId="39bcb981d82c3800" providerId="LiveId" clId="{94990C3B-5971-4F6D-968E-79A2E87E6973}" dt="2023-09-21T17:53:06.883" v="358" actId="1076"/>
          <ac:spMkLst>
            <pc:docMk/>
            <pc:sldMk cId="3542286832" sldId="267"/>
            <ac:spMk id="5" creationId="{2BA37227-6616-1205-6068-4AC0F1E6C4A8}"/>
          </ac:spMkLst>
        </pc:spChg>
        <pc:spChg chg="mod">
          <ac:chgData name="Fernando Fontove" userId="39bcb981d82c3800" providerId="LiveId" clId="{94990C3B-5971-4F6D-968E-79A2E87E6973}" dt="2023-09-21T17:52:33.645" v="337" actId="20577"/>
          <ac:spMkLst>
            <pc:docMk/>
            <pc:sldMk cId="3542286832" sldId="267"/>
            <ac:spMk id="3870" creationId="{00000000-0000-0000-0000-000000000000}"/>
          </ac:spMkLst>
        </pc:spChg>
      </pc:sldChg>
      <pc:sldChg chg="delSp modSp add mod">
        <pc:chgData name="Fernando Fontove" userId="39bcb981d82c3800" providerId="LiveId" clId="{94990C3B-5971-4F6D-968E-79A2E87E6973}" dt="2023-09-21T17:55:34.460" v="445" actId="20577"/>
        <pc:sldMkLst>
          <pc:docMk/>
          <pc:sldMk cId="1081408953" sldId="268"/>
        </pc:sldMkLst>
        <pc:spChg chg="mod">
          <ac:chgData name="Fernando Fontove" userId="39bcb981d82c3800" providerId="LiveId" clId="{94990C3B-5971-4F6D-968E-79A2E87E6973}" dt="2023-09-21T17:55:34.460" v="445" actId="20577"/>
          <ac:spMkLst>
            <pc:docMk/>
            <pc:sldMk cId="1081408953" sldId="268"/>
            <ac:spMk id="2" creationId="{6955CD9D-F4DB-A648-0BF1-5F98AD04383E}"/>
          </ac:spMkLst>
        </pc:spChg>
        <pc:spChg chg="mod">
          <ac:chgData name="Fernando Fontove" userId="39bcb981d82c3800" providerId="LiveId" clId="{94990C3B-5971-4F6D-968E-79A2E87E6973}" dt="2023-09-21T17:53:33.134" v="371" actId="14100"/>
          <ac:spMkLst>
            <pc:docMk/>
            <pc:sldMk cId="1081408953" sldId="268"/>
            <ac:spMk id="3" creationId="{25721857-1DDE-5748-69B0-FE2E12D03A4E}"/>
          </ac:spMkLst>
        </pc:spChg>
        <pc:spChg chg="del">
          <ac:chgData name="Fernando Fontove" userId="39bcb981d82c3800" providerId="LiveId" clId="{94990C3B-5971-4F6D-968E-79A2E87E6973}" dt="2023-09-21T17:53:35.260" v="372" actId="478"/>
          <ac:spMkLst>
            <pc:docMk/>
            <pc:sldMk cId="1081408953" sldId="268"/>
            <ac:spMk id="5" creationId="{2BA37227-6616-1205-6068-4AC0F1E6C4A8}"/>
          </ac:spMkLst>
        </pc:spChg>
        <pc:spChg chg="mod">
          <ac:chgData name="Fernando Fontove" userId="39bcb981d82c3800" providerId="LiveId" clId="{94990C3B-5971-4F6D-968E-79A2E87E6973}" dt="2023-09-21T17:53:21.416" v="367" actId="20577"/>
          <ac:spMkLst>
            <pc:docMk/>
            <pc:sldMk cId="1081408953" sldId="268"/>
            <ac:spMk id="3870" creationId="{00000000-0000-0000-0000-000000000000}"/>
          </ac:spMkLst>
        </pc:sp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4251482419" sldId="26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770984478" sldId="269"/>
        </pc:sldMkLst>
      </pc:sldChg>
      <pc:sldChg chg="modSp add mod">
        <pc:chgData name="Fernando Fontove" userId="39bcb981d82c3800" providerId="LiveId" clId="{94990C3B-5971-4F6D-968E-79A2E87E6973}" dt="2023-09-21T17:57:05.990" v="737" actId="404"/>
        <pc:sldMkLst>
          <pc:docMk/>
          <pc:sldMk cId="3850595264" sldId="269"/>
        </pc:sldMkLst>
        <pc:spChg chg="mod">
          <ac:chgData name="Fernando Fontove" userId="39bcb981d82c3800" providerId="LiveId" clId="{94990C3B-5971-4F6D-968E-79A2E87E6973}" dt="2023-09-21T17:57:05.990" v="737" actId="404"/>
          <ac:spMkLst>
            <pc:docMk/>
            <pc:sldMk cId="3850595264" sldId="269"/>
            <ac:spMk id="2" creationId="{6955CD9D-F4DB-A648-0BF1-5F98AD04383E}"/>
          </ac:spMkLst>
        </pc:spChg>
        <pc:spChg chg="mod">
          <ac:chgData name="Fernando Fontove" userId="39bcb981d82c3800" providerId="LiveId" clId="{94990C3B-5971-4F6D-968E-79A2E87E6973}" dt="2023-09-21T17:55:52.488" v="458" actId="14100"/>
          <ac:spMkLst>
            <pc:docMk/>
            <pc:sldMk cId="3850595264" sldId="269"/>
            <ac:spMk id="3" creationId="{25721857-1DDE-5748-69B0-FE2E12D03A4E}"/>
          </ac:spMkLst>
        </pc:spChg>
        <pc:spChg chg="mod">
          <ac:chgData name="Fernando Fontove" userId="39bcb981d82c3800" providerId="LiveId" clId="{94990C3B-5971-4F6D-968E-79A2E87E6973}" dt="2023-09-21T17:55:46.093" v="456" actId="20577"/>
          <ac:spMkLst>
            <pc:docMk/>
            <pc:sldMk cId="3850595264" sldId="269"/>
            <ac:spMk id="3870" creationId="{00000000-0000-0000-0000-000000000000}"/>
          </ac:spMkLst>
        </pc:sp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619404823" sldId="270"/>
        </pc:sldMkLst>
      </pc:sldChg>
      <pc:sldChg chg="modSp add mod ord">
        <pc:chgData name="Fernando Fontove" userId="39bcb981d82c3800" providerId="LiveId" clId="{94990C3B-5971-4F6D-968E-79A2E87E6973}" dt="2023-09-21T18:03:17.497" v="1345" actId="20577"/>
        <pc:sldMkLst>
          <pc:docMk/>
          <pc:sldMk cId="3462750760" sldId="270"/>
        </pc:sldMkLst>
        <pc:spChg chg="mod">
          <ac:chgData name="Fernando Fontove" userId="39bcb981d82c3800" providerId="LiveId" clId="{94990C3B-5971-4F6D-968E-79A2E87E6973}" dt="2023-09-21T18:03:17.497" v="1345" actId="20577"/>
          <ac:spMkLst>
            <pc:docMk/>
            <pc:sldMk cId="3462750760" sldId="270"/>
            <ac:spMk id="2" creationId="{6955CD9D-F4DB-A648-0BF1-5F98AD04383E}"/>
          </ac:spMkLst>
        </pc:spChg>
        <pc:spChg chg="mod">
          <ac:chgData name="Fernando Fontove" userId="39bcb981d82c3800" providerId="LiveId" clId="{94990C3B-5971-4F6D-968E-79A2E87E6973}" dt="2023-09-21T17:57:25.485" v="755" actId="1076"/>
          <ac:spMkLst>
            <pc:docMk/>
            <pc:sldMk cId="3462750760" sldId="270"/>
            <ac:spMk id="3" creationId="{25721857-1DDE-5748-69B0-FE2E12D03A4E}"/>
          </ac:spMkLst>
        </pc:spChg>
        <pc:spChg chg="mod">
          <ac:chgData name="Fernando Fontove" userId="39bcb981d82c3800" providerId="LiveId" clId="{94990C3B-5971-4F6D-968E-79A2E87E6973}" dt="2023-09-21T17:57:21.026" v="754" actId="20577"/>
          <ac:spMkLst>
            <pc:docMk/>
            <pc:sldMk cId="3462750760" sldId="270"/>
            <ac:spMk id="3870" creationId="{00000000-0000-0000-0000-000000000000}"/>
          </ac:spMkLst>
        </pc:sp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97979297" sldId="271"/>
        </pc:sldMkLst>
      </pc:sldChg>
      <pc:sldChg chg="modSp add mod">
        <pc:chgData name="Fernando Fontove" userId="39bcb981d82c3800" providerId="LiveId" clId="{94990C3B-5971-4F6D-968E-79A2E87E6973}" dt="2023-09-21T18:02:20.231" v="1342" actId="6549"/>
        <pc:sldMkLst>
          <pc:docMk/>
          <pc:sldMk cId="1940837265" sldId="271"/>
        </pc:sldMkLst>
        <pc:spChg chg="mod">
          <ac:chgData name="Fernando Fontove" userId="39bcb981d82c3800" providerId="LiveId" clId="{94990C3B-5971-4F6D-968E-79A2E87E6973}" dt="2023-09-21T18:02:20.231" v="1342" actId="6549"/>
          <ac:spMkLst>
            <pc:docMk/>
            <pc:sldMk cId="1940837265" sldId="271"/>
            <ac:spMk id="2" creationId="{6955CD9D-F4DB-A648-0BF1-5F98AD04383E}"/>
          </ac:spMkLst>
        </pc:spChg>
        <pc:spChg chg="mod">
          <ac:chgData name="Fernando Fontove" userId="39bcb981d82c3800" providerId="LiveId" clId="{94990C3B-5971-4F6D-968E-79A2E87E6973}" dt="2023-09-21T17:59:24.884" v="938" actId="1076"/>
          <ac:spMkLst>
            <pc:docMk/>
            <pc:sldMk cId="1940837265" sldId="271"/>
            <ac:spMk id="3" creationId="{25721857-1DDE-5748-69B0-FE2E12D03A4E}"/>
          </ac:spMkLst>
        </pc:spChg>
        <pc:spChg chg="mod">
          <ac:chgData name="Fernando Fontove" userId="39bcb981d82c3800" providerId="LiveId" clId="{94990C3B-5971-4F6D-968E-79A2E87E6973}" dt="2023-09-21T17:59:27.073" v="944" actId="20577"/>
          <ac:spMkLst>
            <pc:docMk/>
            <pc:sldMk cId="1940837265" sldId="271"/>
            <ac:spMk id="3870" creationId="{00000000-0000-0000-0000-000000000000}"/>
          </ac:spMkLst>
        </pc:spChg>
      </pc:sldChg>
      <pc:sldChg chg="addSp delSp modSp add mod">
        <pc:chgData name="Fernando Fontove" userId="39bcb981d82c3800" providerId="LiveId" clId="{94990C3B-5971-4F6D-968E-79A2E87E6973}" dt="2023-09-21T18:06:35.114" v="1547" actId="14100"/>
        <pc:sldMkLst>
          <pc:docMk/>
          <pc:sldMk cId="409832962" sldId="272"/>
        </pc:sldMkLst>
        <pc:spChg chg="mod">
          <ac:chgData name="Fernando Fontove" userId="39bcb981d82c3800" providerId="LiveId" clId="{94990C3B-5971-4F6D-968E-79A2E87E6973}" dt="2023-09-21T18:06:00.797" v="1539" actId="20577"/>
          <ac:spMkLst>
            <pc:docMk/>
            <pc:sldMk cId="409832962" sldId="272"/>
            <ac:spMk id="2" creationId="{6955CD9D-F4DB-A648-0BF1-5F98AD04383E}"/>
          </ac:spMkLst>
        </pc:spChg>
        <pc:spChg chg="add del mod">
          <ac:chgData name="Fernando Fontove" userId="39bcb981d82c3800" providerId="LiveId" clId="{94990C3B-5971-4F6D-968E-79A2E87E6973}" dt="2023-09-21T18:06:35.114" v="1547" actId="14100"/>
          <ac:spMkLst>
            <pc:docMk/>
            <pc:sldMk cId="409832962" sldId="272"/>
            <ac:spMk id="3" creationId="{25721857-1DDE-5748-69B0-FE2E12D03A4E}"/>
          </ac:spMkLst>
        </pc:spChg>
        <pc:picChg chg="add del">
          <ac:chgData name="Fernando Fontove" userId="39bcb981d82c3800" providerId="LiveId" clId="{94990C3B-5971-4F6D-968E-79A2E87E6973}" dt="2023-09-21T18:04:20.545" v="1356" actId="22"/>
          <ac:picMkLst>
            <pc:docMk/>
            <pc:sldMk cId="409832962" sldId="272"/>
            <ac:picMk id="5" creationId="{1B375640-E50C-8C97-0B9C-FE2931DC9F08}"/>
          </ac:picMkLst>
        </pc:picChg>
        <pc:picChg chg="del">
          <ac:chgData name="Fernando Fontove" userId="39bcb981d82c3800" providerId="LiveId" clId="{94990C3B-5971-4F6D-968E-79A2E87E6973}" dt="2023-09-21T18:04:33.161" v="1357" actId="478"/>
          <ac:picMkLst>
            <pc:docMk/>
            <pc:sldMk cId="409832962" sldId="272"/>
            <ac:picMk id="6" creationId="{DF7260D0-EEB1-A7BB-2479-A3B075E5FBDF}"/>
          </ac:picMkLst>
        </pc:picChg>
        <pc:picChg chg="add del mod">
          <ac:chgData name="Fernando Fontove" userId="39bcb981d82c3800" providerId="LiveId" clId="{94990C3B-5971-4F6D-968E-79A2E87E6973}" dt="2023-09-21T18:04:39.478" v="1362" actId="22"/>
          <ac:picMkLst>
            <pc:docMk/>
            <pc:sldMk cId="409832962" sldId="272"/>
            <ac:picMk id="8" creationId="{F6557D0C-3E6C-A832-4FAD-F9F86AC9CBE8}"/>
          </ac:picMkLst>
        </pc:picChg>
        <pc:picChg chg="add del mod ord">
          <ac:chgData name="Fernando Fontove" userId="39bcb981d82c3800" providerId="LiveId" clId="{94990C3B-5971-4F6D-968E-79A2E87E6973}" dt="2023-09-21T18:06:18.451" v="1541" actId="478"/>
          <ac:picMkLst>
            <pc:docMk/>
            <pc:sldMk cId="409832962" sldId="272"/>
            <ac:picMk id="10" creationId="{A366EEB9-A812-391D-EA46-A2D4D40B81C7}"/>
          </ac:picMkLst>
        </pc:picChg>
        <pc:picChg chg="add mod ord">
          <ac:chgData name="Fernando Fontove" userId="39bcb981d82c3800" providerId="LiveId" clId="{94990C3B-5971-4F6D-968E-79A2E87E6973}" dt="2023-09-21T18:06:27.705" v="1544" actId="14100"/>
          <ac:picMkLst>
            <pc:docMk/>
            <pc:sldMk cId="409832962" sldId="272"/>
            <ac:picMk id="12" creationId="{AE02F2AF-2AD7-1862-BEC4-B024B40AE6E7}"/>
          </ac:picMkLst>
        </pc:pic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16488560" sldId="272"/>
        </pc:sldMkLst>
      </pc:sldChg>
      <pc:sldChg chg="addSp delSp modSp add mod">
        <pc:chgData name="Fernando Fontove" userId="39bcb981d82c3800" providerId="LiveId" clId="{94990C3B-5971-4F6D-968E-79A2E87E6973}" dt="2023-09-21T18:03:51.988" v="1354" actId="6549"/>
        <pc:sldMkLst>
          <pc:docMk/>
          <pc:sldMk cId="692563733" sldId="273"/>
        </pc:sldMkLst>
        <pc:spChg chg="mod">
          <ac:chgData name="Fernando Fontove" userId="39bcb981d82c3800" providerId="LiveId" clId="{94990C3B-5971-4F6D-968E-79A2E87E6973}" dt="2023-09-21T18:03:51.988" v="1354" actId="6549"/>
          <ac:spMkLst>
            <pc:docMk/>
            <pc:sldMk cId="692563733" sldId="273"/>
            <ac:spMk id="2" creationId="{6955CD9D-F4DB-A648-0BF1-5F98AD04383E}"/>
          </ac:spMkLst>
        </pc:spChg>
        <pc:spChg chg="mod">
          <ac:chgData name="Fernando Fontove" userId="39bcb981d82c3800" providerId="LiveId" clId="{94990C3B-5971-4F6D-968E-79A2E87E6973}" dt="2023-09-21T18:03:48.456" v="1353" actId="14100"/>
          <ac:spMkLst>
            <pc:docMk/>
            <pc:sldMk cId="692563733" sldId="273"/>
            <ac:spMk id="3" creationId="{25721857-1DDE-5748-69B0-FE2E12D03A4E}"/>
          </ac:spMkLst>
        </pc:spChg>
        <pc:picChg chg="add mod ord">
          <ac:chgData name="Fernando Fontove" userId="39bcb981d82c3800" providerId="LiveId" clId="{94990C3B-5971-4F6D-968E-79A2E87E6973}" dt="2023-09-21T18:03:43.363" v="1351" actId="1076"/>
          <ac:picMkLst>
            <pc:docMk/>
            <pc:sldMk cId="692563733" sldId="273"/>
            <ac:picMk id="5" creationId="{EE84B83C-8267-9179-BF83-80489177A5C7}"/>
          </ac:picMkLst>
        </pc:picChg>
        <pc:picChg chg="del">
          <ac:chgData name="Fernando Fontove" userId="39bcb981d82c3800" providerId="LiveId" clId="{94990C3B-5971-4F6D-968E-79A2E87E6973}" dt="2023-09-21T18:03:32.950" v="1346" actId="478"/>
          <ac:picMkLst>
            <pc:docMk/>
            <pc:sldMk cId="692563733" sldId="273"/>
            <ac:picMk id="6" creationId="{DF7260D0-EEB1-A7BB-2479-A3B075E5FBDF}"/>
          </ac:picMkLst>
        </pc:pic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152954691" sldId="27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908251498" sldId="274"/>
        </pc:sldMkLst>
      </pc:sldChg>
      <pc:sldChg chg="modSp new mod">
        <pc:chgData name="Fernando Fontove" userId="39bcb981d82c3800" providerId="LiveId" clId="{94990C3B-5971-4F6D-968E-79A2E87E6973}" dt="2023-09-21T18:08:57.131" v="1748" actId="14100"/>
        <pc:sldMkLst>
          <pc:docMk/>
          <pc:sldMk cId="3552824779" sldId="274"/>
        </pc:sldMkLst>
        <pc:spChg chg="mod">
          <ac:chgData name="Fernando Fontove" userId="39bcb981d82c3800" providerId="LiveId" clId="{94990C3B-5971-4F6D-968E-79A2E87E6973}" dt="2023-09-21T18:07:54.466" v="1597" actId="5793"/>
          <ac:spMkLst>
            <pc:docMk/>
            <pc:sldMk cId="3552824779" sldId="274"/>
            <ac:spMk id="2" creationId="{A38EF74E-A3F4-FB9D-44A8-E328D8502F38}"/>
          </ac:spMkLst>
        </pc:spChg>
        <pc:spChg chg="mod">
          <ac:chgData name="Fernando Fontove" userId="39bcb981d82c3800" providerId="LiveId" clId="{94990C3B-5971-4F6D-968E-79A2E87E6973}" dt="2023-09-21T18:08:57.131" v="1748" actId="14100"/>
          <ac:spMkLst>
            <pc:docMk/>
            <pc:sldMk cId="3552824779" sldId="274"/>
            <ac:spMk id="3" creationId="{568B4752-00C0-CB9E-E1C4-229823A7A00F}"/>
          </ac:spMkLst>
        </pc:spChg>
      </pc:sldChg>
      <pc:sldChg chg="addSp modSp add mod">
        <pc:chgData name="Fernando Fontove" userId="39bcb981d82c3800" providerId="LiveId" clId="{94990C3B-5971-4F6D-968E-79A2E87E6973}" dt="2023-09-21T18:10:41.555" v="1905" actId="1076"/>
        <pc:sldMkLst>
          <pc:docMk/>
          <pc:sldMk cId="1540957780" sldId="275"/>
        </pc:sldMkLst>
        <pc:spChg chg="mod">
          <ac:chgData name="Fernando Fontove" userId="39bcb981d82c3800" providerId="LiveId" clId="{94990C3B-5971-4F6D-968E-79A2E87E6973}" dt="2023-09-21T18:09:12.376" v="1777" actId="20577"/>
          <ac:spMkLst>
            <pc:docMk/>
            <pc:sldMk cId="1540957780" sldId="275"/>
            <ac:spMk id="2" creationId="{A38EF74E-A3F4-FB9D-44A8-E328D8502F38}"/>
          </ac:spMkLst>
        </pc:spChg>
        <pc:spChg chg="mod">
          <ac:chgData name="Fernando Fontove" userId="39bcb981d82c3800" providerId="LiveId" clId="{94990C3B-5971-4F6D-968E-79A2E87E6973}" dt="2023-09-21T18:09:39.259" v="1901" actId="20577"/>
          <ac:spMkLst>
            <pc:docMk/>
            <pc:sldMk cId="1540957780" sldId="275"/>
            <ac:spMk id="3" creationId="{568B4752-00C0-CB9E-E1C4-229823A7A00F}"/>
          </ac:spMkLst>
        </pc:spChg>
        <pc:picChg chg="add mod">
          <ac:chgData name="Fernando Fontove" userId="39bcb981d82c3800" providerId="LiveId" clId="{94990C3B-5971-4F6D-968E-79A2E87E6973}" dt="2023-09-21T18:10:41.555" v="1905" actId="1076"/>
          <ac:picMkLst>
            <pc:docMk/>
            <pc:sldMk cId="1540957780" sldId="275"/>
            <ac:picMk id="6" creationId="{CE9411FD-1665-0BF9-64FA-6182697FE36B}"/>
          </ac:picMkLst>
        </pc:pic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01120470" sldId="275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396250151" sldId="276"/>
        </pc:sldMkLst>
      </pc:sldChg>
      <pc:sldChg chg="addSp delSp modSp add mod">
        <pc:chgData name="Fernando Fontove" userId="39bcb981d82c3800" providerId="LiveId" clId="{94990C3B-5971-4F6D-968E-79A2E87E6973}" dt="2023-09-21T18:20:29.353" v="2166" actId="1076"/>
        <pc:sldMkLst>
          <pc:docMk/>
          <pc:sldMk cId="3800809582" sldId="276"/>
        </pc:sldMkLst>
        <pc:spChg chg="mod">
          <ac:chgData name="Fernando Fontove" userId="39bcb981d82c3800" providerId="LiveId" clId="{94990C3B-5971-4F6D-968E-79A2E87E6973}" dt="2023-09-21T18:13:32.954" v="2003" actId="20577"/>
          <ac:spMkLst>
            <pc:docMk/>
            <pc:sldMk cId="3800809582" sldId="276"/>
            <ac:spMk id="2" creationId="{A38EF74E-A3F4-FB9D-44A8-E328D8502F38}"/>
          </ac:spMkLst>
        </pc:spChg>
        <pc:spChg chg="del">
          <ac:chgData name="Fernando Fontove" userId="39bcb981d82c3800" providerId="LiveId" clId="{94990C3B-5971-4F6D-968E-79A2E87E6973}" dt="2023-09-21T18:18:06.820" v="2005" actId="478"/>
          <ac:spMkLst>
            <pc:docMk/>
            <pc:sldMk cId="3800809582" sldId="276"/>
            <ac:spMk id="3" creationId="{568B4752-00C0-CB9E-E1C4-229823A7A00F}"/>
          </ac:spMkLst>
        </pc:spChg>
        <pc:spChg chg="add del mod">
          <ac:chgData name="Fernando Fontove" userId="39bcb981d82c3800" providerId="LiveId" clId="{94990C3B-5971-4F6D-968E-79A2E87E6973}" dt="2023-09-21T18:19:50.810" v="2094" actId="478"/>
          <ac:spMkLst>
            <pc:docMk/>
            <pc:sldMk cId="3800809582" sldId="276"/>
            <ac:spMk id="7" creationId="{A2F80873-E52F-4FA8-ACA3-6711497D8203}"/>
          </ac:spMkLst>
        </pc:spChg>
        <pc:spChg chg="add mod">
          <ac:chgData name="Fernando Fontove" userId="39bcb981d82c3800" providerId="LiveId" clId="{94990C3B-5971-4F6D-968E-79A2E87E6973}" dt="2023-09-21T18:20:29.353" v="2166" actId="1076"/>
          <ac:spMkLst>
            <pc:docMk/>
            <pc:sldMk cId="3800809582" sldId="276"/>
            <ac:spMk id="10" creationId="{63ED6E3A-3E67-39DC-5208-56B154EF3EB2}"/>
          </ac:spMkLst>
        </pc:spChg>
        <pc:spChg chg="add mod">
          <ac:chgData name="Fernando Fontove" userId="39bcb981d82c3800" providerId="LiveId" clId="{94990C3B-5971-4F6D-968E-79A2E87E6973}" dt="2023-09-21T18:18:52.939" v="2014" actId="571"/>
          <ac:spMkLst>
            <pc:docMk/>
            <pc:sldMk cId="3800809582" sldId="276"/>
            <ac:spMk id="12" creationId="{F5CFD16B-38E1-AFA2-A6B4-B291E09C7E3A}"/>
          </ac:spMkLst>
        </pc:spChg>
        <pc:spChg chg="add mod">
          <ac:chgData name="Fernando Fontove" userId="39bcb981d82c3800" providerId="LiveId" clId="{94990C3B-5971-4F6D-968E-79A2E87E6973}" dt="2023-09-21T18:20:29.353" v="2166" actId="1076"/>
          <ac:spMkLst>
            <pc:docMk/>
            <pc:sldMk cId="3800809582" sldId="276"/>
            <ac:spMk id="13" creationId="{A7706799-19C4-BD23-F61F-9F9FFB0C797C}"/>
          </ac:spMkLst>
        </pc:spChg>
        <pc:spChg chg="add mod">
          <ac:chgData name="Fernando Fontove" userId="39bcb981d82c3800" providerId="LiveId" clId="{94990C3B-5971-4F6D-968E-79A2E87E6973}" dt="2023-09-21T18:20:29.353" v="2166" actId="1076"/>
          <ac:spMkLst>
            <pc:docMk/>
            <pc:sldMk cId="3800809582" sldId="276"/>
            <ac:spMk id="14" creationId="{80FFF4EE-D91F-3AD9-0AFF-810A1250D696}"/>
          </ac:spMkLst>
        </pc:spChg>
        <pc:spChg chg="add mod">
          <ac:chgData name="Fernando Fontove" userId="39bcb981d82c3800" providerId="LiveId" clId="{94990C3B-5971-4F6D-968E-79A2E87E6973}" dt="2023-09-21T18:20:29.353" v="2166" actId="1076"/>
          <ac:spMkLst>
            <pc:docMk/>
            <pc:sldMk cId="3800809582" sldId="276"/>
            <ac:spMk id="16" creationId="{069C0926-2296-DB44-5765-C7205D9DECF9}"/>
          </ac:spMkLst>
        </pc:spChg>
        <pc:picChg chg="del">
          <ac:chgData name="Fernando Fontove" userId="39bcb981d82c3800" providerId="LiveId" clId="{94990C3B-5971-4F6D-968E-79A2E87E6973}" dt="2023-09-21T18:16:02.683" v="2004" actId="478"/>
          <ac:picMkLst>
            <pc:docMk/>
            <pc:sldMk cId="3800809582" sldId="276"/>
            <ac:picMk id="6" creationId="{CE9411FD-1665-0BF9-64FA-6182697FE36B}"/>
          </ac:picMkLst>
        </pc:picChg>
        <pc:picChg chg="add mod">
          <ac:chgData name="Fernando Fontove" userId="39bcb981d82c3800" providerId="LiveId" clId="{94990C3B-5971-4F6D-968E-79A2E87E6973}" dt="2023-09-21T18:20:29.353" v="2166" actId="1076"/>
          <ac:picMkLst>
            <pc:docMk/>
            <pc:sldMk cId="3800809582" sldId="276"/>
            <ac:picMk id="9" creationId="{01ABEAB4-FC9C-997C-75C7-52A19E8517CD}"/>
          </ac:picMkLst>
        </pc:picChg>
        <pc:picChg chg="add mod">
          <ac:chgData name="Fernando Fontove" userId="39bcb981d82c3800" providerId="LiveId" clId="{94990C3B-5971-4F6D-968E-79A2E87E6973}" dt="2023-09-21T18:18:52.939" v="2014" actId="571"/>
          <ac:picMkLst>
            <pc:docMk/>
            <pc:sldMk cId="3800809582" sldId="276"/>
            <ac:picMk id="11" creationId="{D55275C0-69DB-AD65-130B-1A8654C161EB}"/>
          </ac:picMkLst>
        </pc:picChg>
        <pc:cxnChg chg="add mod">
          <ac:chgData name="Fernando Fontove" userId="39bcb981d82c3800" providerId="LiveId" clId="{94990C3B-5971-4F6D-968E-79A2E87E6973}" dt="2023-09-21T18:20:29.353" v="2166" actId="1076"/>
          <ac:cxnSpMkLst>
            <pc:docMk/>
            <pc:sldMk cId="3800809582" sldId="276"/>
            <ac:cxnSpMk id="15" creationId="{9A9788B9-F5C3-68A3-72F5-315BAFA8C327}"/>
          </ac:cxnSpMkLst>
        </pc:cxnChg>
        <pc:cxnChg chg="add mod">
          <ac:chgData name="Fernando Fontove" userId="39bcb981d82c3800" providerId="LiveId" clId="{94990C3B-5971-4F6D-968E-79A2E87E6973}" dt="2023-09-21T18:20:29.353" v="2166" actId="1076"/>
          <ac:cxnSpMkLst>
            <pc:docMk/>
            <pc:sldMk cId="3800809582" sldId="276"/>
            <ac:cxnSpMk id="17" creationId="{BE1F1CE3-9BF9-985C-941E-700D87C7D265}"/>
          </ac:cxnSpMkLst>
        </pc:cxn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16581737" sldId="277"/>
        </pc:sldMkLst>
      </pc:sldChg>
      <pc:sldChg chg="modSp add mod">
        <pc:chgData name="Fernando Fontove" userId="39bcb981d82c3800" providerId="LiveId" clId="{94990C3B-5971-4F6D-968E-79A2E87E6973}" dt="2023-09-21T18:21:40.268" v="2284" actId="1076"/>
        <pc:sldMkLst>
          <pc:docMk/>
          <pc:sldMk cId="4275750078" sldId="277"/>
        </pc:sldMkLst>
        <pc:spChg chg="mod">
          <ac:chgData name="Fernando Fontove" userId="39bcb981d82c3800" providerId="LiveId" clId="{94990C3B-5971-4F6D-968E-79A2E87E6973}" dt="2023-09-21T18:21:07.381" v="2262" actId="20577"/>
          <ac:spMkLst>
            <pc:docMk/>
            <pc:sldMk cId="4275750078" sldId="277"/>
            <ac:spMk id="2" creationId="{A38EF74E-A3F4-FB9D-44A8-E328D8502F38}"/>
          </ac:spMkLst>
        </pc:spChg>
        <pc:spChg chg="mod">
          <ac:chgData name="Fernando Fontove" userId="39bcb981d82c3800" providerId="LiveId" clId="{94990C3B-5971-4F6D-968E-79A2E87E6973}" dt="2023-09-21T18:21:33.312" v="2282" actId="1076"/>
          <ac:spMkLst>
            <pc:docMk/>
            <pc:sldMk cId="4275750078" sldId="277"/>
            <ac:spMk id="10" creationId="{63ED6E3A-3E67-39DC-5208-56B154EF3EB2}"/>
          </ac:spMkLst>
        </pc:spChg>
        <pc:spChg chg="mod">
          <ac:chgData name="Fernando Fontove" userId="39bcb981d82c3800" providerId="LiveId" clId="{94990C3B-5971-4F6D-968E-79A2E87E6973}" dt="2023-09-21T18:21:33.312" v="2282" actId="1076"/>
          <ac:spMkLst>
            <pc:docMk/>
            <pc:sldMk cId="4275750078" sldId="277"/>
            <ac:spMk id="13" creationId="{A7706799-19C4-BD23-F61F-9F9FFB0C797C}"/>
          </ac:spMkLst>
        </pc:spChg>
        <pc:spChg chg="mod">
          <ac:chgData name="Fernando Fontove" userId="39bcb981d82c3800" providerId="LiveId" clId="{94990C3B-5971-4F6D-968E-79A2E87E6973}" dt="2023-09-21T18:21:21.797" v="2272" actId="1076"/>
          <ac:spMkLst>
            <pc:docMk/>
            <pc:sldMk cId="4275750078" sldId="277"/>
            <ac:spMk id="14" creationId="{80FFF4EE-D91F-3AD9-0AFF-810A1250D696}"/>
          </ac:spMkLst>
        </pc:spChg>
        <pc:spChg chg="mod">
          <ac:chgData name="Fernando Fontove" userId="39bcb981d82c3800" providerId="LiveId" clId="{94990C3B-5971-4F6D-968E-79A2E87E6973}" dt="2023-09-21T18:21:40.268" v="2284" actId="1076"/>
          <ac:spMkLst>
            <pc:docMk/>
            <pc:sldMk cId="4275750078" sldId="277"/>
            <ac:spMk id="16" creationId="{069C0926-2296-DB44-5765-C7205D9DECF9}"/>
          </ac:spMkLst>
        </pc:spChg>
        <pc:picChg chg="mod">
          <ac:chgData name="Fernando Fontove" userId="39bcb981d82c3800" providerId="LiveId" clId="{94990C3B-5971-4F6D-968E-79A2E87E6973}" dt="2023-09-21T18:21:33.312" v="2282" actId="1076"/>
          <ac:picMkLst>
            <pc:docMk/>
            <pc:sldMk cId="4275750078" sldId="277"/>
            <ac:picMk id="9" creationId="{01ABEAB4-FC9C-997C-75C7-52A19E8517CD}"/>
          </ac:picMkLst>
        </pc:picChg>
        <pc:cxnChg chg="mod">
          <ac:chgData name="Fernando Fontove" userId="39bcb981d82c3800" providerId="LiveId" clId="{94990C3B-5971-4F6D-968E-79A2E87E6973}" dt="2023-09-21T18:21:33.312" v="2282" actId="1076"/>
          <ac:cxnSpMkLst>
            <pc:docMk/>
            <pc:sldMk cId="4275750078" sldId="277"/>
            <ac:cxnSpMk id="15" creationId="{9A9788B9-F5C3-68A3-72F5-315BAFA8C327}"/>
          </ac:cxnSpMkLst>
        </pc:cxnChg>
        <pc:cxnChg chg="mod">
          <ac:chgData name="Fernando Fontove" userId="39bcb981d82c3800" providerId="LiveId" clId="{94990C3B-5971-4F6D-968E-79A2E87E6973}" dt="2023-09-21T18:21:33.312" v="2282" actId="1076"/>
          <ac:cxnSpMkLst>
            <pc:docMk/>
            <pc:sldMk cId="4275750078" sldId="277"/>
            <ac:cxnSpMk id="17" creationId="{BE1F1CE3-9BF9-985C-941E-700D87C7D265}"/>
          </ac:cxnSpMkLst>
        </pc:cxnChg>
      </pc:sldChg>
      <pc:sldChg chg="addSp delSp modSp add mod">
        <pc:chgData name="Fernando Fontove" userId="39bcb981d82c3800" providerId="LiveId" clId="{94990C3B-5971-4F6D-968E-79A2E87E6973}" dt="2023-09-21T18:23:09.123" v="2390" actId="1076"/>
        <pc:sldMkLst>
          <pc:docMk/>
          <pc:sldMk cId="272966575" sldId="278"/>
        </pc:sldMkLst>
        <pc:spChg chg="mod">
          <ac:chgData name="Fernando Fontove" userId="39bcb981d82c3800" providerId="LiveId" clId="{94990C3B-5971-4F6D-968E-79A2E87E6973}" dt="2023-09-21T18:22:20.780" v="2380" actId="20577"/>
          <ac:spMkLst>
            <pc:docMk/>
            <pc:sldMk cId="272966575" sldId="278"/>
            <ac:spMk id="2" creationId="{A38EF74E-A3F4-FB9D-44A8-E328D8502F38}"/>
          </ac:spMkLst>
        </pc:spChg>
        <pc:spChg chg="del">
          <ac:chgData name="Fernando Fontove" userId="39bcb981d82c3800" providerId="LiveId" clId="{94990C3B-5971-4F6D-968E-79A2E87E6973}" dt="2023-09-21T18:22:24.029" v="2381" actId="478"/>
          <ac:spMkLst>
            <pc:docMk/>
            <pc:sldMk cId="272966575" sldId="278"/>
            <ac:spMk id="10" creationId="{63ED6E3A-3E67-39DC-5208-56B154EF3EB2}"/>
          </ac:spMkLst>
        </pc:spChg>
        <pc:spChg chg="del">
          <ac:chgData name="Fernando Fontove" userId="39bcb981d82c3800" providerId="LiveId" clId="{94990C3B-5971-4F6D-968E-79A2E87E6973}" dt="2023-09-21T18:22:24.029" v="2381" actId="478"/>
          <ac:spMkLst>
            <pc:docMk/>
            <pc:sldMk cId="272966575" sldId="278"/>
            <ac:spMk id="13" creationId="{A7706799-19C4-BD23-F61F-9F9FFB0C797C}"/>
          </ac:spMkLst>
        </pc:spChg>
        <pc:spChg chg="del">
          <ac:chgData name="Fernando Fontove" userId="39bcb981d82c3800" providerId="LiveId" clId="{94990C3B-5971-4F6D-968E-79A2E87E6973}" dt="2023-09-21T18:22:24.029" v="2381" actId="478"/>
          <ac:spMkLst>
            <pc:docMk/>
            <pc:sldMk cId="272966575" sldId="278"/>
            <ac:spMk id="14" creationId="{80FFF4EE-D91F-3AD9-0AFF-810A1250D696}"/>
          </ac:spMkLst>
        </pc:spChg>
        <pc:spChg chg="del">
          <ac:chgData name="Fernando Fontove" userId="39bcb981d82c3800" providerId="LiveId" clId="{94990C3B-5971-4F6D-968E-79A2E87E6973}" dt="2023-09-21T18:22:24.029" v="2381" actId="478"/>
          <ac:spMkLst>
            <pc:docMk/>
            <pc:sldMk cId="272966575" sldId="278"/>
            <ac:spMk id="16" creationId="{069C0926-2296-DB44-5765-C7205D9DECF9}"/>
          </ac:spMkLst>
        </pc:spChg>
        <pc:picChg chg="add mod">
          <ac:chgData name="Fernando Fontove" userId="39bcb981d82c3800" providerId="LiveId" clId="{94990C3B-5971-4F6D-968E-79A2E87E6973}" dt="2023-09-21T18:22:42.955" v="2384" actId="14100"/>
          <ac:picMkLst>
            <pc:docMk/>
            <pc:sldMk cId="272966575" sldId="278"/>
            <ac:picMk id="5" creationId="{0F6AC273-B2AE-C370-9C0D-DE9C318B2F00}"/>
          </ac:picMkLst>
        </pc:picChg>
        <pc:picChg chg="add mod modCrop">
          <ac:chgData name="Fernando Fontove" userId="39bcb981d82c3800" providerId="LiveId" clId="{94990C3B-5971-4F6D-968E-79A2E87E6973}" dt="2023-09-21T18:23:09.123" v="2390" actId="1076"/>
          <ac:picMkLst>
            <pc:docMk/>
            <pc:sldMk cId="272966575" sldId="278"/>
            <ac:picMk id="7" creationId="{8532F9C9-12EC-6CEB-E0AA-75929B105F37}"/>
          </ac:picMkLst>
        </pc:picChg>
        <pc:picChg chg="del">
          <ac:chgData name="Fernando Fontove" userId="39bcb981d82c3800" providerId="LiveId" clId="{94990C3B-5971-4F6D-968E-79A2E87E6973}" dt="2023-09-21T18:22:24.029" v="2381" actId="478"/>
          <ac:picMkLst>
            <pc:docMk/>
            <pc:sldMk cId="272966575" sldId="278"/>
            <ac:picMk id="9" creationId="{01ABEAB4-FC9C-997C-75C7-52A19E8517CD}"/>
          </ac:picMkLst>
        </pc:picChg>
        <pc:cxnChg chg="del">
          <ac:chgData name="Fernando Fontove" userId="39bcb981d82c3800" providerId="LiveId" clId="{94990C3B-5971-4F6D-968E-79A2E87E6973}" dt="2023-09-21T18:22:24.029" v="2381" actId="478"/>
          <ac:cxnSpMkLst>
            <pc:docMk/>
            <pc:sldMk cId="272966575" sldId="278"/>
            <ac:cxnSpMk id="15" creationId="{9A9788B9-F5C3-68A3-72F5-315BAFA8C327}"/>
          </ac:cxnSpMkLst>
        </pc:cxnChg>
        <pc:cxnChg chg="del">
          <ac:chgData name="Fernando Fontove" userId="39bcb981d82c3800" providerId="LiveId" clId="{94990C3B-5971-4F6D-968E-79A2E87E6973}" dt="2023-09-21T18:22:24.029" v="2381" actId="478"/>
          <ac:cxnSpMkLst>
            <pc:docMk/>
            <pc:sldMk cId="272966575" sldId="278"/>
            <ac:cxnSpMk id="17" creationId="{BE1F1CE3-9BF9-985C-941E-700D87C7D265}"/>
          </ac:cxnSpMkLst>
        </pc:cxn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248256059" sldId="27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779110085" sldId="279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37153273" sldId="280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406954335" sldId="281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623804289" sldId="282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597499166" sldId="28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061830983" sldId="284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920556278" sldId="2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32D9D-B9D2-706C-F0D5-6360754495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78AC7-EDBD-5075-676D-23DD10D18C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0F71C-9B7B-4816-9D84-3832C03BFD09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DD83E-56FD-4A3B-34CC-B697506CB3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749BE-5CFF-BB39-6C05-AE14673955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82FD6-881B-41D5-9C91-1514E518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8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4" name="Google Shape;383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2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2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2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2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13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La computadora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F2DE-D293-D21A-5ABC-761D05C12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1085540"/>
            <a:ext cx="6761100" cy="857400"/>
          </a:xfrm>
        </p:spPr>
        <p:txBody>
          <a:bodyPr/>
          <a:lstStyle/>
          <a:p>
            <a:r>
              <a:rPr lang="es-MX" dirty="0"/>
              <a:t>Qué es una computadora?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84921-A05C-6D39-010A-7AD0D354E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129246"/>
            <a:ext cx="6761100" cy="2584804"/>
          </a:xfrm>
        </p:spPr>
        <p:txBody>
          <a:bodyPr/>
          <a:lstStyle/>
          <a:p>
            <a:r>
              <a:rPr lang="es-MX" dirty="0"/>
              <a:t>Viene de computar, calcular</a:t>
            </a:r>
          </a:p>
          <a:p>
            <a:endParaRPr lang="es-MX" dirty="0"/>
          </a:p>
          <a:p>
            <a:r>
              <a:rPr lang="es-MX" dirty="0"/>
              <a:t>Es un instrumento que nos ayuda a hacer cálculos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09C51-1862-F2A6-FA21-5FD80B9085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9011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94C6-4B61-C852-171D-2017B1A9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Soroban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20725-4866-82F6-AD1E-48A363164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BF027-F347-0308-4BB1-5A7F84A374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8" name="Picture 7" descr="A wooden abacus with many round objects&#10;&#10;Description automatically generated">
            <a:extLst>
              <a:ext uri="{FF2B5EF4-FFF2-40B4-BE49-F238E27FC236}">
                <a16:creationId xmlns:a16="http://schemas.microsoft.com/office/drawing/2014/main" id="{73613D46-D7A6-134A-F0E9-5261FC88C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9" y="1733550"/>
            <a:ext cx="5763317" cy="31237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A7E4D2-218F-11F0-A4B7-AC78A516043F}"/>
              </a:ext>
            </a:extLst>
          </p:cNvPr>
          <p:cNvSpPr txBox="1"/>
          <p:nvPr/>
        </p:nvSpPr>
        <p:spPr>
          <a:xfrm>
            <a:off x="640230" y="4714050"/>
            <a:ext cx="54297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https://www.computerhistory.org/collections/catalog/102716129</a:t>
            </a:r>
          </a:p>
        </p:txBody>
      </p:sp>
    </p:spTree>
    <p:extLst>
      <p:ext uri="{BB962C8B-B14F-4D97-AF65-F5344CB8AC3E}">
        <p14:creationId xmlns:p14="http://schemas.microsoft.com/office/powerpoint/2010/main" val="797579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4F160-5A7B-59DA-AB98-B35CC5262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Hoy en día se usan para más que sólo calcular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50A29-D9BA-57E9-11D4-F08F11BCE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Procesar texto</a:t>
            </a:r>
          </a:p>
          <a:p>
            <a:endParaRPr lang="es-MX" dirty="0"/>
          </a:p>
          <a:p>
            <a:r>
              <a:rPr lang="es-MX" dirty="0"/>
              <a:t>Juegos</a:t>
            </a:r>
          </a:p>
          <a:p>
            <a:endParaRPr lang="es-MX" dirty="0"/>
          </a:p>
          <a:p>
            <a:r>
              <a:rPr lang="es-MX" dirty="0"/>
              <a:t>Video</a:t>
            </a:r>
          </a:p>
          <a:p>
            <a:endParaRPr lang="es-MX" dirty="0"/>
          </a:p>
          <a:p>
            <a:r>
              <a:rPr lang="es-MX" dirty="0"/>
              <a:t>…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581AF-35BA-9AD0-EC41-3D1CED512B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2735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A76E-DFFB-579C-4A3D-B6E22D3AD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Partes principales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24F80-9EC0-ED17-0F2A-8BA1ABFEA1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97274-2877-B8F8-23B0-2CC872393EFE}"/>
              </a:ext>
            </a:extLst>
          </p:cNvPr>
          <p:cNvSpPr/>
          <p:nvPr/>
        </p:nvSpPr>
        <p:spPr>
          <a:xfrm>
            <a:off x="2622957" y="1850336"/>
            <a:ext cx="2347460" cy="25537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/>
              <a:t>CPU</a:t>
            </a:r>
            <a:endParaRPr lang="en-US" sz="4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220875-87CB-E76E-BDC2-C19E3C13920E}"/>
              </a:ext>
            </a:extLst>
          </p:cNvPr>
          <p:cNvSpPr/>
          <p:nvPr/>
        </p:nvSpPr>
        <p:spPr>
          <a:xfrm>
            <a:off x="483327" y="1737360"/>
            <a:ext cx="2057400" cy="26667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dirty="0"/>
              <a:t>Dispositivos de entrada (Periféricos)</a:t>
            </a:r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663D0CB-A58F-1334-5CB7-FA5C3786D5EF}"/>
              </a:ext>
            </a:extLst>
          </p:cNvPr>
          <p:cNvSpPr/>
          <p:nvPr/>
        </p:nvSpPr>
        <p:spPr>
          <a:xfrm>
            <a:off x="5166305" y="1850336"/>
            <a:ext cx="2313096" cy="26040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dirty="0"/>
              <a:t>Dispositivos de salida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982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36BEB-160F-CC3D-8D82-0C310430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Dispositivos de entrada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ADBB3-75EC-05B1-8628-AB2780AF1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Cualquier cosa que nos ayude a introducir información a la computadora</a:t>
            </a:r>
          </a:p>
          <a:p>
            <a:pPr lvl="1"/>
            <a:r>
              <a:rPr lang="es-MX" dirty="0"/>
              <a:t>Mouse</a:t>
            </a:r>
          </a:p>
          <a:p>
            <a:pPr lvl="1"/>
            <a:r>
              <a:rPr lang="es-MX" dirty="0"/>
              <a:t>Teclado</a:t>
            </a:r>
          </a:p>
          <a:p>
            <a:pPr lvl="1"/>
            <a:r>
              <a:rPr lang="es-MX" dirty="0"/>
              <a:t>CD</a:t>
            </a:r>
          </a:p>
          <a:p>
            <a:pPr lvl="1"/>
            <a:r>
              <a:rPr lang="es-MX" dirty="0"/>
              <a:t>“USB”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7E3EB-0794-0217-AE7D-13FD97969A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9072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FA8E-3420-DDC9-96C6-E7D8D2AE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Dispositivos de salida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A38B4-AED2-5C9C-15EA-D0DD7A091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Cualquier cosa que nos ayude a ver información de la computadora</a:t>
            </a:r>
          </a:p>
          <a:p>
            <a:pPr lvl="1"/>
            <a:r>
              <a:rPr lang="es-MX" dirty="0"/>
              <a:t>Monitor</a:t>
            </a:r>
          </a:p>
          <a:p>
            <a:pPr lvl="1"/>
            <a:r>
              <a:rPr lang="en-US" dirty="0" err="1"/>
              <a:t>Bocinas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25175-E273-8AB4-0608-A7D84EF04F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63939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6535-3730-23E0-1999-CE292ED72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CPU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C63BE-4040-911A-F92B-77F0E908D5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F632F-9980-2B1F-43B8-89ECD7515A7A}"/>
              </a:ext>
            </a:extLst>
          </p:cNvPr>
          <p:cNvSpPr/>
          <p:nvPr/>
        </p:nvSpPr>
        <p:spPr>
          <a:xfrm>
            <a:off x="1835331" y="1717766"/>
            <a:ext cx="4728755" cy="3396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000" dirty="0"/>
              <a:t>Tarjeta madre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04D764-D5A0-8711-25F5-E553C9A3C667}"/>
              </a:ext>
            </a:extLst>
          </p:cNvPr>
          <p:cNvSpPr/>
          <p:nvPr/>
        </p:nvSpPr>
        <p:spPr>
          <a:xfrm>
            <a:off x="5087164" y="2808511"/>
            <a:ext cx="1410789" cy="1547949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Memoria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64E696-A66A-B8EC-2769-5002A4DCD17E}"/>
              </a:ext>
            </a:extLst>
          </p:cNvPr>
          <p:cNvSpPr/>
          <p:nvPr/>
        </p:nvSpPr>
        <p:spPr>
          <a:xfrm>
            <a:off x="3494313" y="2808511"/>
            <a:ext cx="1410789" cy="1547949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Procesador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DD2D8-498F-7791-9B5F-11C469539ACD}"/>
              </a:ext>
            </a:extLst>
          </p:cNvPr>
          <p:cNvSpPr/>
          <p:nvPr/>
        </p:nvSpPr>
        <p:spPr>
          <a:xfrm>
            <a:off x="1901462" y="2808512"/>
            <a:ext cx="1410789" cy="1547949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Otros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990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62195-003B-A5DA-6E76-8CCB4EF8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CPU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271BA-49BC-9018-3BCB-8456A96F9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s-MX" dirty="0"/>
              <a:t>La </a:t>
            </a:r>
            <a:r>
              <a:rPr lang="es-MX" b="1" i="1" dirty="0"/>
              <a:t>memoria </a:t>
            </a:r>
            <a:r>
              <a:rPr lang="es-MX" dirty="0"/>
              <a:t>almacena datos</a:t>
            </a:r>
          </a:p>
          <a:p>
            <a:pPr>
              <a:lnSpc>
                <a:spcPct val="150000"/>
              </a:lnSpc>
            </a:pPr>
            <a:r>
              <a:rPr lang="es-MX" dirty="0"/>
              <a:t>El </a:t>
            </a:r>
            <a:r>
              <a:rPr lang="es-MX" b="1" i="1" dirty="0"/>
              <a:t>procesador </a:t>
            </a:r>
            <a:r>
              <a:rPr lang="es-MX" dirty="0"/>
              <a:t>ejecuta los cálculos</a:t>
            </a:r>
          </a:p>
          <a:p>
            <a:pPr>
              <a:lnSpc>
                <a:spcPct val="150000"/>
              </a:lnSpc>
            </a:pPr>
            <a:r>
              <a:rPr lang="es-MX" dirty="0"/>
              <a:t>Hay varios otros componentes auxiliares</a:t>
            </a:r>
          </a:p>
          <a:p>
            <a:pPr lvl="1"/>
            <a:r>
              <a:rPr lang="es-MX" dirty="0"/>
              <a:t>Tarjeta de red</a:t>
            </a:r>
          </a:p>
          <a:p>
            <a:pPr lvl="1"/>
            <a:r>
              <a:rPr lang="es-MX" dirty="0"/>
              <a:t>Fuente de poder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DA9BE-E162-C88B-8D10-87D853FEF6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FF14F12-B059-9B9F-BBDB-E02C342F856A}"/>
              </a:ext>
            </a:extLst>
          </p:cNvPr>
          <p:cNvSpPr txBox="1">
            <a:spLocks/>
          </p:cNvSpPr>
          <p:nvPr/>
        </p:nvSpPr>
        <p:spPr>
          <a:xfrm>
            <a:off x="4056016" y="3546726"/>
            <a:ext cx="3575783" cy="131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lvl="1"/>
            <a:r>
              <a:rPr lang="es-MX" dirty="0"/>
              <a:t>Tarjeta de video</a:t>
            </a:r>
          </a:p>
          <a:p>
            <a:pPr lvl="1"/>
            <a:r>
              <a:rPr lang="es-MX" dirty="0"/>
              <a:t>Tarjeta de sonido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860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4F89-53A6-C665-0C41-D87494D8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Memoria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6C912-2131-9E25-5C5D-18B481481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Existen varios </a:t>
            </a:r>
            <a:r>
              <a:rPr lang="es-MX" b="1" i="1" dirty="0"/>
              <a:t>niveles </a:t>
            </a:r>
            <a:r>
              <a:rPr lang="es-MX" dirty="0"/>
              <a:t>(tipos) de memoria</a:t>
            </a:r>
          </a:p>
          <a:p>
            <a:endParaRPr lang="es-MX" dirty="0"/>
          </a:p>
          <a:p>
            <a:r>
              <a:rPr lang="es-MX" dirty="0"/>
              <a:t>Varían según su tamaño y velocidad de acceso</a:t>
            </a:r>
          </a:p>
          <a:p>
            <a:pPr lvl="1"/>
            <a:r>
              <a:rPr lang="es-MX" dirty="0"/>
              <a:t>Entre más grandes, son más lentos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0D2F6-3100-45B1-9B6C-BCF1D0DF62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63404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2D4E7-E87E-9F65-70D5-7AC5431F0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Niveles de Memoria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80FD0-6854-6813-D6AD-638428892D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AA3853-FECE-774F-9AE6-9BC3E53F9810}"/>
              </a:ext>
            </a:extLst>
          </p:cNvPr>
          <p:cNvSpPr/>
          <p:nvPr/>
        </p:nvSpPr>
        <p:spPr>
          <a:xfrm>
            <a:off x="2063932" y="2086248"/>
            <a:ext cx="4042954" cy="689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Disco Duro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0983A-03E4-1FDC-AFD4-88FFD92B0C3A}"/>
              </a:ext>
            </a:extLst>
          </p:cNvPr>
          <p:cNvSpPr/>
          <p:nvPr/>
        </p:nvSpPr>
        <p:spPr>
          <a:xfrm>
            <a:off x="2549435" y="2775858"/>
            <a:ext cx="3048000" cy="689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RAM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DE3C4A-78A7-938D-C220-AD0F19622ECC}"/>
              </a:ext>
            </a:extLst>
          </p:cNvPr>
          <p:cNvSpPr/>
          <p:nvPr/>
        </p:nvSpPr>
        <p:spPr>
          <a:xfrm>
            <a:off x="3200400" y="3465468"/>
            <a:ext cx="1822270" cy="689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Caché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1A1864-5A1D-C844-9E19-14B9F2F02D8B}"/>
              </a:ext>
            </a:extLst>
          </p:cNvPr>
          <p:cNvCxnSpPr/>
          <p:nvPr/>
        </p:nvCxnSpPr>
        <p:spPr>
          <a:xfrm flipV="1">
            <a:off x="1626603" y="2086248"/>
            <a:ext cx="0" cy="19305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20A3FE-66A4-9BB2-1AAA-9B895CFC8836}"/>
              </a:ext>
            </a:extLst>
          </p:cNvPr>
          <p:cNvCxnSpPr>
            <a:cxnSpLocks/>
          </p:cNvCxnSpPr>
          <p:nvPr/>
        </p:nvCxnSpPr>
        <p:spPr>
          <a:xfrm>
            <a:off x="6331131" y="2086248"/>
            <a:ext cx="0" cy="20024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2CB8135-F9DE-1913-46BF-7B9231425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756" y="2706733"/>
            <a:ext cx="1541574" cy="689610"/>
          </a:xfrm>
        </p:spPr>
        <p:txBody>
          <a:bodyPr/>
          <a:lstStyle/>
          <a:p>
            <a:pPr marL="76200" indent="0">
              <a:buNone/>
            </a:pPr>
            <a:r>
              <a:rPr lang="es-MX" dirty="0"/>
              <a:t>Tamaño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2C704A4-28EB-D945-C493-F8533AB0A0CA}"/>
              </a:ext>
            </a:extLst>
          </p:cNvPr>
          <p:cNvSpPr txBox="1">
            <a:spLocks/>
          </p:cNvSpPr>
          <p:nvPr/>
        </p:nvSpPr>
        <p:spPr>
          <a:xfrm>
            <a:off x="6302672" y="2654481"/>
            <a:ext cx="1541574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Velocidad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ECD5D4-72E0-8820-FFE2-D29B202BA0F4}"/>
              </a:ext>
            </a:extLst>
          </p:cNvPr>
          <p:cNvSpPr/>
          <p:nvPr/>
        </p:nvSpPr>
        <p:spPr>
          <a:xfrm>
            <a:off x="4885509" y="2410097"/>
            <a:ext cx="1221377" cy="3657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Virtual RAM</a:t>
            </a:r>
          </a:p>
        </p:txBody>
      </p:sp>
    </p:spTree>
    <p:extLst>
      <p:ext uri="{BB962C8B-B14F-4D97-AF65-F5344CB8AC3E}">
        <p14:creationId xmlns:p14="http://schemas.microsoft.com/office/powerpoint/2010/main" val="4149447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E1F6-5974-463B-CE8D-DE0855373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Niveles de Memoria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36DFD-EAC6-EAB8-B34C-0B85711E4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 disco duro se utiliza para almacenar grandes volúmenes de información</a:t>
            </a:r>
          </a:p>
          <a:p>
            <a:pPr lvl="1"/>
            <a:r>
              <a:rPr lang="es-MX" dirty="0"/>
              <a:t>Programas</a:t>
            </a:r>
          </a:p>
          <a:p>
            <a:r>
              <a:rPr lang="es-MX" dirty="0"/>
              <a:t>Cuando abrimos un programa, este se pasa a la RAM para estar disponibles</a:t>
            </a:r>
          </a:p>
          <a:p>
            <a:r>
              <a:rPr lang="es-MX" dirty="0"/>
              <a:t>Finalmente los datos pasan a la caché para ser procesados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C9D63-E081-D713-E4D5-F12C5FD116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42D7D3C-0AC1-C1DA-CC67-F74569E29AC5}"/>
              </a:ext>
            </a:extLst>
          </p:cNvPr>
          <p:cNvSpPr txBox="1">
            <a:spLocks/>
          </p:cNvSpPr>
          <p:nvPr/>
        </p:nvSpPr>
        <p:spPr>
          <a:xfrm>
            <a:off x="2932612" y="2571750"/>
            <a:ext cx="2164994" cy="60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lvl="1"/>
            <a:r>
              <a:rPr lang="es-MX" dirty="0"/>
              <a:t>Datos</a:t>
            </a:r>
          </a:p>
        </p:txBody>
      </p:sp>
    </p:spTree>
    <p:extLst>
      <p:ext uri="{BB962C8B-B14F-4D97-AF65-F5344CB8AC3E}">
        <p14:creationId xmlns:p14="http://schemas.microsoft.com/office/powerpoint/2010/main" val="3556843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2D4E7-E87E-9F65-70D5-7AC5431F0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Cómo fluyen los datos en la memoria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80FD0-6854-6813-D6AD-638428892D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AA3853-FECE-774F-9AE6-9BC3E53F9810}"/>
              </a:ext>
            </a:extLst>
          </p:cNvPr>
          <p:cNvSpPr/>
          <p:nvPr/>
        </p:nvSpPr>
        <p:spPr>
          <a:xfrm>
            <a:off x="581298" y="2079717"/>
            <a:ext cx="4042954" cy="689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Disco Duro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0983A-03E4-1FDC-AFD4-88FFD92B0C3A}"/>
              </a:ext>
            </a:extLst>
          </p:cNvPr>
          <p:cNvSpPr/>
          <p:nvPr/>
        </p:nvSpPr>
        <p:spPr>
          <a:xfrm>
            <a:off x="1066801" y="2769327"/>
            <a:ext cx="3048000" cy="689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RAM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DE3C4A-78A7-938D-C220-AD0F19622ECC}"/>
              </a:ext>
            </a:extLst>
          </p:cNvPr>
          <p:cNvSpPr/>
          <p:nvPr/>
        </p:nvSpPr>
        <p:spPr>
          <a:xfrm>
            <a:off x="1717766" y="3458937"/>
            <a:ext cx="1822270" cy="689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Caché</a:t>
            </a:r>
            <a:endParaRPr lang="en-US" dirty="0"/>
          </a:p>
        </p:txBody>
      </p:sp>
      <p:sp>
        <p:nvSpPr>
          <p:cNvPr id="11" name="Arrow: Curved Left 10">
            <a:extLst>
              <a:ext uri="{FF2B5EF4-FFF2-40B4-BE49-F238E27FC236}">
                <a16:creationId xmlns:a16="http://schemas.microsoft.com/office/drawing/2014/main" id="{6357C8B7-2348-1164-C44D-DD25C42D6A48}"/>
              </a:ext>
            </a:extLst>
          </p:cNvPr>
          <p:cNvSpPr/>
          <p:nvPr/>
        </p:nvSpPr>
        <p:spPr>
          <a:xfrm>
            <a:off x="4676503" y="2289267"/>
            <a:ext cx="718457" cy="96012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0661586-40D0-4DE6-2EE7-AA17427F0E57}"/>
              </a:ext>
            </a:extLst>
          </p:cNvPr>
          <p:cNvSpPr txBox="1">
            <a:spLocks/>
          </p:cNvSpPr>
          <p:nvPr/>
        </p:nvSpPr>
        <p:spPr>
          <a:xfrm>
            <a:off x="4874164" y="2468613"/>
            <a:ext cx="2349595" cy="60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533400" lvl="1" indent="0">
              <a:buNone/>
            </a:pPr>
            <a:r>
              <a:rPr lang="es-MX" dirty="0"/>
              <a:t>Se preparan</a:t>
            </a:r>
          </a:p>
        </p:txBody>
      </p:sp>
      <p:sp>
        <p:nvSpPr>
          <p:cNvPr id="18" name="Arrow: Curved Left 17">
            <a:extLst>
              <a:ext uri="{FF2B5EF4-FFF2-40B4-BE49-F238E27FC236}">
                <a16:creationId xmlns:a16="http://schemas.microsoft.com/office/drawing/2014/main" id="{8FB79EA5-99EE-7E70-40D4-12177B2145A1}"/>
              </a:ext>
            </a:extLst>
          </p:cNvPr>
          <p:cNvSpPr/>
          <p:nvPr/>
        </p:nvSpPr>
        <p:spPr>
          <a:xfrm>
            <a:off x="4155707" y="3188427"/>
            <a:ext cx="718457" cy="96012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9C4D043-DAF4-6EFB-0510-B2240C4950F6}"/>
              </a:ext>
            </a:extLst>
          </p:cNvPr>
          <p:cNvSpPr txBox="1">
            <a:spLocks/>
          </p:cNvSpPr>
          <p:nvPr/>
        </p:nvSpPr>
        <p:spPr>
          <a:xfrm>
            <a:off x="4353368" y="3367773"/>
            <a:ext cx="2349595" cy="60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533400" lvl="1" indent="0">
              <a:buNone/>
            </a:pPr>
            <a:r>
              <a:rPr lang="es-MX" dirty="0"/>
              <a:t>Se mandan a calcular</a:t>
            </a:r>
          </a:p>
        </p:txBody>
      </p:sp>
    </p:spTree>
    <p:extLst>
      <p:ext uri="{BB962C8B-B14F-4D97-AF65-F5344CB8AC3E}">
        <p14:creationId xmlns:p14="http://schemas.microsoft.com/office/powerpoint/2010/main" val="1381456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E364-C862-E10A-376F-B9DAFEA3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739375"/>
            <a:ext cx="6897346" cy="857400"/>
          </a:xfrm>
        </p:spPr>
        <p:txBody>
          <a:bodyPr/>
          <a:lstStyle/>
          <a:p>
            <a:r>
              <a:rPr lang="es-MX" dirty="0"/>
              <a:t>Puntos importantes de la memoria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1882B-EC55-23B2-FF5F-9227ECEB4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No es necesario preocuparnos por la caché</a:t>
            </a:r>
          </a:p>
          <a:p>
            <a:r>
              <a:rPr lang="es-MX" dirty="0"/>
              <a:t>La RAM limita cuántos datos puedo cargar</a:t>
            </a:r>
          </a:p>
          <a:p>
            <a:pPr marL="990600" lvl="1" indent="-457200">
              <a:buFont typeface="+mj-lt"/>
              <a:buAutoNum type="arabicPeriod"/>
            </a:pPr>
            <a:r>
              <a:rPr lang="es-MX" dirty="0"/>
              <a:t>Cuántos programas puedo tener abiertos</a:t>
            </a:r>
          </a:p>
          <a:p>
            <a:pPr marL="990600" lvl="1" indent="-457200">
              <a:buFont typeface="+mj-lt"/>
              <a:buAutoNum type="arabicPeriod"/>
            </a:pPr>
            <a:r>
              <a:rPr lang="es-MX" dirty="0"/>
              <a:t>Cuántos datos podemos abrir </a:t>
            </a:r>
          </a:p>
          <a:p>
            <a:r>
              <a:rPr lang="es-MX" dirty="0"/>
              <a:t>Cuando la RAM el disco duro “se disfraza” de RAM, se le llama </a:t>
            </a:r>
            <a:r>
              <a:rPr lang="es-MX" b="1" i="1" dirty="0"/>
              <a:t>Virtual RAM</a:t>
            </a:r>
            <a:endParaRPr lang="es-MX" dirty="0"/>
          </a:p>
          <a:p>
            <a:pPr lvl="1"/>
            <a:r>
              <a:rPr lang="es-MX" dirty="0"/>
              <a:t>Esto es malo porque es MUY lento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8F634-49F1-9FA5-3614-9D55FBBF5F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0590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9DCB6-1E4B-AD75-0655-2F5DDE1C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procesador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9377D-48FE-38CE-5F41-691B4BD56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 quien hace los cálculos</a:t>
            </a:r>
          </a:p>
          <a:p>
            <a:endParaRPr lang="es-MX" dirty="0"/>
          </a:p>
          <a:p>
            <a:r>
              <a:rPr lang="es-MX" dirty="0"/>
              <a:t>La memoria caché está dentro del procesador</a:t>
            </a:r>
          </a:p>
          <a:p>
            <a:endParaRPr lang="es-MX" dirty="0"/>
          </a:p>
          <a:p>
            <a:r>
              <a:rPr lang="es-MX" dirty="0"/>
              <a:t>Actualmente son de 64-bits</a:t>
            </a:r>
          </a:p>
          <a:p>
            <a:pPr lvl="1"/>
            <a:r>
              <a:rPr lang="es-MX" dirty="0"/>
              <a:t>Este es el tamaño de los datos que le entran para ser procesados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9F396-EF3C-F6DF-0AD1-B0F689C6DE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7756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2D4E7-E87E-9F65-70D5-7AC5431F0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Cómo fluyen los datos para ser procesados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80FD0-6854-6813-D6AD-638428892D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AA3853-FECE-774F-9AE6-9BC3E53F9810}"/>
              </a:ext>
            </a:extLst>
          </p:cNvPr>
          <p:cNvSpPr/>
          <p:nvPr/>
        </p:nvSpPr>
        <p:spPr>
          <a:xfrm>
            <a:off x="91531" y="2058385"/>
            <a:ext cx="4042954" cy="689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Disco Duro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0983A-03E4-1FDC-AFD4-88FFD92B0C3A}"/>
              </a:ext>
            </a:extLst>
          </p:cNvPr>
          <p:cNvSpPr/>
          <p:nvPr/>
        </p:nvSpPr>
        <p:spPr>
          <a:xfrm>
            <a:off x="577034" y="2747995"/>
            <a:ext cx="3048000" cy="689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RAM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DE3C4A-78A7-938D-C220-AD0F19622ECC}"/>
              </a:ext>
            </a:extLst>
          </p:cNvPr>
          <p:cNvSpPr/>
          <p:nvPr/>
        </p:nvSpPr>
        <p:spPr>
          <a:xfrm>
            <a:off x="1227999" y="3437605"/>
            <a:ext cx="1822270" cy="689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Caché</a:t>
            </a:r>
            <a:endParaRPr lang="en-US" dirty="0"/>
          </a:p>
        </p:txBody>
      </p:sp>
      <p:sp>
        <p:nvSpPr>
          <p:cNvPr id="11" name="Arrow: Curved Left 10">
            <a:extLst>
              <a:ext uri="{FF2B5EF4-FFF2-40B4-BE49-F238E27FC236}">
                <a16:creationId xmlns:a16="http://schemas.microsoft.com/office/drawing/2014/main" id="{6357C8B7-2348-1164-C44D-DD25C42D6A48}"/>
              </a:ext>
            </a:extLst>
          </p:cNvPr>
          <p:cNvSpPr/>
          <p:nvPr/>
        </p:nvSpPr>
        <p:spPr>
          <a:xfrm>
            <a:off x="4186736" y="2267935"/>
            <a:ext cx="718457" cy="96012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0661586-40D0-4DE6-2EE7-AA17427F0E57}"/>
              </a:ext>
            </a:extLst>
          </p:cNvPr>
          <p:cNvSpPr txBox="1">
            <a:spLocks/>
          </p:cNvSpPr>
          <p:nvPr/>
        </p:nvSpPr>
        <p:spPr>
          <a:xfrm>
            <a:off x="4384397" y="2447281"/>
            <a:ext cx="2349595" cy="60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533400" lvl="1" indent="0">
              <a:buNone/>
            </a:pPr>
            <a:r>
              <a:rPr lang="es-MX" dirty="0"/>
              <a:t>Prepara</a:t>
            </a:r>
          </a:p>
        </p:txBody>
      </p:sp>
      <p:sp>
        <p:nvSpPr>
          <p:cNvPr id="18" name="Arrow: Curved Left 17">
            <a:extLst>
              <a:ext uri="{FF2B5EF4-FFF2-40B4-BE49-F238E27FC236}">
                <a16:creationId xmlns:a16="http://schemas.microsoft.com/office/drawing/2014/main" id="{8FB79EA5-99EE-7E70-40D4-12177B2145A1}"/>
              </a:ext>
            </a:extLst>
          </p:cNvPr>
          <p:cNvSpPr/>
          <p:nvPr/>
        </p:nvSpPr>
        <p:spPr>
          <a:xfrm>
            <a:off x="3665940" y="3167095"/>
            <a:ext cx="718457" cy="96012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9C4D043-DAF4-6EFB-0510-B2240C4950F6}"/>
              </a:ext>
            </a:extLst>
          </p:cNvPr>
          <p:cNvSpPr txBox="1">
            <a:spLocks/>
          </p:cNvSpPr>
          <p:nvPr/>
        </p:nvSpPr>
        <p:spPr>
          <a:xfrm>
            <a:off x="3863601" y="3346441"/>
            <a:ext cx="2349595" cy="60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533400" lvl="1" indent="0">
              <a:buNone/>
            </a:pPr>
            <a:r>
              <a:rPr lang="es-MX" dirty="0"/>
              <a:t>Envía a calcular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6D062503-53A3-2F5C-8BCE-8D34CAD1C9E0}"/>
              </a:ext>
            </a:extLst>
          </p:cNvPr>
          <p:cNvSpPr/>
          <p:nvPr/>
        </p:nvSpPr>
        <p:spPr>
          <a:xfrm rot="10800000">
            <a:off x="1815827" y="4127215"/>
            <a:ext cx="718457" cy="46917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B468C84A-D1EA-7F86-3B39-FB99984EC092}"/>
              </a:ext>
            </a:extLst>
          </p:cNvPr>
          <p:cNvSpPr/>
          <p:nvPr/>
        </p:nvSpPr>
        <p:spPr>
          <a:xfrm>
            <a:off x="3068544" y="3935549"/>
            <a:ext cx="718457" cy="76332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F5B08B8-8BB1-03EA-8780-E0E300930C92}"/>
              </a:ext>
            </a:extLst>
          </p:cNvPr>
          <p:cNvSpPr txBox="1">
            <a:spLocks/>
          </p:cNvSpPr>
          <p:nvPr/>
        </p:nvSpPr>
        <p:spPr>
          <a:xfrm>
            <a:off x="3805276" y="4118774"/>
            <a:ext cx="2349595" cy="60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533400" lvl="1" indent="0">
              <a:buNone/>
            </a:pPr>
            <a:r>
              <a:rPr lang="es-MX" dirty="0"/>
              <a:t>Calcula</a:t>
            </a:r>
          </a:p>
        </p:txBody>
      </p:sp>
      <p:sp>
        <p:nvSpPr>
          <p:cNvPr id="12" name="Arrow: Curved Left 11">
            <a:extLst>
              <a:ext uri="{FF2B5EF4-FFF2-40B4-BE49-F238E27FC236}">
                <a16:creationId xmlns:a16="http://schemas.microsoft.com/office/drawing/2014/main" id="{30DE8612-A919-CD7F-7517-ED2230E08271}"/>
              </a:ext>
            </a:extLst>
          </p:cNvPr>
          <p:cNvSpPr/>
          <p:nvPr/>
        </p:nvSpPr>
        <p:spPr>
          <a:xfrm flipV="1">
            <a:off x="5588814" y="3572676"/>
            <a:ext cx="718457" cy="105518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E498963-12AF-101B-D298-DE80A4903B84}"/>
              </a:ext>
            </a:extLst>
          </p:cNvPr>
          <p:cNvSpPr txBox="1">
            <a:spLocks/>
          </p:cNvSpPr>
          <p:nvPr/>
        </p:nvSpPr>
        <p:spPr>
          <a:xfrm>
            <a:off x="5199847" y="3903771"/>
            <a:ext cx="2349595" cy="60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533400" lvl="1" indent="0">
              <a:buNone/>
            </a:pPr>
            <a:r>
              <a:rPr lang="es-MX" sz="1800" dirty="0"/>
              <a:t>5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86401C0-51C8-65D5-9443-1762B715722E}"/>
              </a:ext>
            </a:extLst>
          </p:cNvPr>
          <p:cNvSpPr txBox="1">
            <a:spLocks/>
          </p:cNvSpPr>
          <p:nvPr/>
        </p:nvSpPr>
        <p:spPr>
          <a:xfrm>
            <a:off x="5777248" y="3710559"/>
            <a:ext cx="2349595" cy="60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533400" lvl="1" indent="0">
              <a:buNone/>
            </a:pPr>
            <a:r>
              <a:rPr lang="es-MX" dirty="0"/>
              <a:t>Guarda el resultado</a:t>
            </a:r>
          </a:p>
        </p:txBody>
      </p:sp>
    </p:spTree>
    <p:extLst>
      <p:ext uri="{BB962C8B-B14F-4D97-AF65-F5344CB8AC3E}">
        <p14:creationId xmlns:p14="http://schemas.microsoft.com/office/powerpoint/2010/main" val="1955795181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3 Idea 1">
      <a:dk1>
        <a:srgbClr val="0F6082"/>
      </a:dk1>
      <a:lt1>
        <a:srgbClr val="F6EAD1"/>
      </a:lt1>
      <a:dk2>
        <a:srgbClr val="093C51"/>
      </a:dk2>
      <a:lt2>
        <a:srgbClr val="E9F4FB"/>
      </a:lt2>
      <a:accent1>
        <a:srgbClr val="5386A4"/>
      </a:accent1>
      <a:accent2>
        <a:srgbClr val="E9CB8D"/>
      </a:accent2>
      <a:accent3>
        <a:srgbClr val="C9E3F6"/>
      </a:accent3>
      <a:accent4>
        <a:srgbClr val="71A9BF"/>
      </a:accent4>
      <a:accent5>
        <a:srgbClr val="0F6082"/>
      </a:accent5>
      <a:accent6>
        <a:srgbClr val="6FAEC8"/>
      </a:accent6>
      <a:hlink>
        <a:srgbClr val="E9CB8D"/>
      </a:hlink>
      <a:folHlink>
        <a:srgbClr val="E9CB8D"/>
      </a:folHlink>
    </a:clrScheme>
    <a:fontScheme name="Custom 1">
      <a:majorFont>
        <a:latin typeface="Exo"/>
        <a:ea typeface=""/>
        <a:cs typeface=""/>
      </a:majorFont>
      <a:minorFont>
        <a:latin typeface="Alegrey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wbray · SlidesCarnival colores c3 template" id="{BDF81AEB-CF00-443C-8459-389E8714FB5F}" vid="{B4CCEA33-2A96-4F2F-B516-DD39C0EBEA6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c3</Template>
  <TotalTime>951</TotalTime>
  <Words>345</Words>
  <Application>Microsoft Office PowerPoint</Application>
  <PresentationFormat>On-screen Show (16:9)</PresentationFormat>
  <Paragraphs>115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Dosis ExtraLight</vt:lpstr>
      <vt:lpstr>Titillium Web Light</vt:lpstr>
      <vt:lpstr>Mowbray template</vt:lpstr>
      <vt:lpstr>La computadora</vt:lpstr>
      <vt:lpstr>Qué es una computadora?</vt:lpstr>
      <vt:lpstr>Soroban</vt:lpstr>
      <vt:lpstr>Hoy en día se usan para más que sólo calcular</vt:lpstr>
      <vt:lpstr>Partes principales</vt:lpstr>
      <vt:lpstr>Dispositivos de entrada</vt:lpstr>
      <vt:lpstr>Dispositivos de salida</vt:lpstr>
      <vt:lpstr>CPU</vt:lpstr>
      <vt:lpstr>CPU</vt:lpstr>
      <vt:lpstr>Memoria</vt:lpstr>
      <vt:lpstr>Niveles de Memoria</vt:lpstr>
      <vt:lpstr>Niveles de Memoria</vt:lpstr>
      <vt:lpstr>Cómo fluyen los datos en la memoria</vt:lpstr>
      <vt:lpstr>Puntos importantes de la memoria</vt:lpstr>
      <vt:lpstr>El procesador</vt:lpstr>
      <vt:lpstr>Cómo fluyen los datos para ser procesados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Python: Variables</dc:title>
  <dc:creator>Fernando Fontove</dc:creator>
  <cp:lastModifiedBy>Fernando Fontove</cp:lastModifiedBy>
  <cp:revision>3</cp:revision>
  <dcterms:created xsi:type="dcterms:W3CDTF">2023-08-17T04:46:33Z</dcterms:created>
  <dcterms:modified xsi:type="dcterms:W3CDTF">2024-02-27T21:34:26Z</dcterms:modified>
</cp:coreProperties>
</file>