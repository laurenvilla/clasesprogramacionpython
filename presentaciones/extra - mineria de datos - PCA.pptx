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342" r:id="rId6"/>
    <p:sldId id="377" r:id="rId7"/>
    <p:sldId id="378" r:id="rId8"/>
    <p:sldId id="384" r:id="rId9"/>
    <p:sldId id="343" r:id="rId10"/>
    <p:sldId id="379" r:id="rId11"/>
    <p:sldId id="380" r:id="rId12"/>
    <p:sldId id="385" r:id="rId13"/>
    <p:sldId id="344" r:id="rId14"/>
    <p:sldId id="386" r:id="rId15"/>
    <p:sldId id="387" r:id="rId16"/>
    <p:sldId id="381" r:id="rId17"/>
    <p:sldId id="38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6976DD73-27C4-654D-2B6E-1107BCA81E63}" name="Fernando Fontove" initials="FF" userId="39bcb981d82c380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8BA8"/>
    <a:srgbClr val="83C1E8"/>
    <a:srgbClr val="207CC0"/>
    <a:srgbClr val="0F6082"/>
    <a:srgbClr val="FFFFFF"/>
    <a:srgbClr val="E8F2F8"/>
    <a:srgbClr val="408AA9"/>
    <a:srgbClr val="5386A4"/>
    <a:srgbClr val="000000"/>
    <a:srgbClr val="EACB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79EA8B-81DE-4020-A999-3CBFDEA93BB0}" v="43" dt="2025-10-31T20:07:42.1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6247" autoAdjust="0"/>
  </p:normalViewPr>
  <p:slideViewPr>
    <p:cSldViewPr snapToGrid="0">
      <p:cViewPr varScale="1">
        <p:scale>
          <a:sx n="61" d="100"/>
          <a:sy n="61" d="100"/>
        </p:scale>
        <p:origin x="1098" y="2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Fontove" userId="39bcb981d82c3800" providerId="LiveId" clId="{C93D72A8-ED8D-45C6-8309-A48E326A5AB8}"/>
    <pc:docChg chg="undo redo custSel delSld modSld modSection">
      <pc:chgData name="Fernando Fontove" userId="39bcb981d82c3800" providerId="LiveId" clId="{C93D72A8-ED8D-45C6-8309-A48E326A5AB8}" dt="2025-02-28T01:17:25.410" v="193" actId="478"/>
      <pc:docMkLst>
        <pc:docMk/>
      </pc:docMkLst>
      <pc:sldChg chg="modSp mod">
        <pc:chgData name="Fernando Fontove" userId="39bcb981d82c3800" providerId="LiveId" clId="{C93D72A8-ED8D-45C6-8309-A48E326A5AB8}" dt="2025-02-28T01:08:13.237" v="20" actId="21"/>
        <pc:sldMkLst>
          <pc:docMk/>
          <pc:sldMk cId="1865966614" sldId="284"/>
        </pc:sldMkLst>
      </pc:sldChg>
      <pc:sldChg chg="addSp delSp modSp mod">
        <pc:chgData name="Fernando Fontove" userId="39bcb981d82c3800" providerId="LiveId" clId="{C93D72A8-ED8D-45C6-8309-A48E326A5AB8}" dt="2025-02-28T01:14:22.359" v="122" actId="15"/>
        <pc:sldMkLst>
          <pc:docMk/>
          <pc:sldMk cId="724474162" sldId="325"/>
        </pc:sldMkLst>
      </pc:sldChg>
      <pc:sldChg chg="addSp delSp modSp mod">
        <pc:chgData name="Fernando Fontove" userId="39bcb981d82c3800" providerId="LiveId" clId="{C93D72A8-ED8D-45C6-8309-A48E326A5AB8}" dt="2025-02-28T01:15:25.796" v="147" actId="478"/>
        <pc:sldMkLst>
          <pc:docMk/>
          <pc:sldMk cId="3393899421" sldId="326"/>
        </pc:sldMkLst>
      </pc:sldChg>
      <pc:sldChg chg="addSp delSp modSp mod">
        <pc:chgData name="Fernando Fontove" userId="39bcb981d82c3800" providerId="LiveId" clId="{C93D72A8-ED8D-45C6-8309-A48E326A5AB8}" dt="2025-02-28T01:16:14.826" v="167"/>
        <pc:sldMkLst>
          <pc:docMk/>
          <pc:sldMk cId="3471372955" sldId="327"/>
        </pc:sldMkLst>
      </pc:sldChg>
      <pc:sldChg chg="addSp delSp modSp mod">
        <pc:chgData name="Fernando Fontove" userId="39bcb981d82c3800" providerId="LiveId" clId="{C93D72A8-ED8D-45C6-8309-A48E326A5AB8}" dt="2025-02-28T01:16:38.338" v="175" actId="478"/>
        <pc:sldMkLst>
          <pc:docMk/>
          <pc:sldMk cId="4044118180" sldId="330"/>
        </pc:sldMkLst>
      </pc:sldChg>
      <pc:sldChg chg="addSp delSp modSp mod">
        <pc:chgData name="Fernando Fontove" userId="39bcb981d82c3800" providerId="LiveId" clId="{C93D72A8-ED8D-45C6-8309-A48E326A5AB8}" dt="2025-02-28T01:17:01.323" v="183" actId="478"/>
        <pc:sldMkLst>
          <pc:docMk/>
          <pc:sldMk cId="2450730101" sldId="335"/>
        </pc:sldMkLst>
      </pc:sldChg>
      <pc:sldChg chg="addSp delSp modSp mod">
        <pc:chgData name="Fernando Fontove" userId="39bcb981d82c3800" providerId="LiveId" clId="{C93D72A8-ED8D-45C6-8309-A48E326A5AB8}" dt="2025-02-28T01:17:25.410" v="193" actId="478"/>
        <pc:sldMkLst>
          <pc:docMk/>
          <pc:sldMk cId="393561048" sldId="336"/>
        </pc:sldMkLst>
      </pc:sldChg>
      <pc:sldChg chg="addSp delSp modSp mod">
        <pc:chgData name="Fernando Fontove" userId="39bcb981d82c3800" providerId="LiveId" clId="{C93D72A8-ED8D-45C6-8309-A48E326A5AB8}" dt="2025-02-28T01:15:06.668" v="137" actId="478"/>
        <pc:sldMkLst>
          <pc:docMk/>
          <pc:sldMk cId="923851510" sldId="339"/>
        </pc:sldMkLst>
      </pc:sldChg>
      <pc:sldChg chg="modSp mod">
        <pc:chgData name="Fernando Fontove" userId="39bcb981d82c3800" providerId="LiveId" clId="{C93D72A8-ED8D-45C6-8309-A48E326A5AB8}" dt="2025-02-28T01:07:01.633" v="13" actId="20577"/>
        <pc:sldMkLst>
          <pc:docMk/>
          <pc:sldMk cId="3952668285" sldId="340"/>
        </pc:sldMkLst>
      </pc:sldChg>
      <pc:sldChg chg="del">
        <pc:chgData name="Fernando Fontove" userId="39bcb981d82c3800" providerId="LiveId" clId="{C93D72A8-ED8D-45C6-8309-A48E326A5AB8}" dt="2025-02-28T01:06:29.452" v="5" actId="47"/>
        <pc:sldMkLst>
          <pc:docMk/>
          <pc:sldMk cId="2682080877" sldId="342"/>
        </pc:sldMkLst>
      </pc:sldChg>
      <pc:sldChg chg="modSp mod">
        <pc:chgData name="Fernando Fontove" userId="39bcb981d82c3800" providerId="LiveId" clId="{C93D72A8-ED8D-45C6-8309-A48E326A5AB8}" dt="2025-02-28T01:10:52.624" v="88" actId="12"/>
        <pc:sldMkLst>
          <pc:docMk/>
          <pc:sldMk cId="3341954573" sldId="343"/>
        </pc:sldMkLst>
      </pc:sldChg>
      <pc:sldChg chg="modSp mod">
        <pc:chgData name="Fernando Fontove" userId="39bcb981d82c3800" providerId="LiveId" clId="{C93D72A8-ED8D-45C6-8309-A48E326A5AB8}" dt="2025-02-28T01:11:05.502" v="89" actId="6549"/>
        <pc:sldMkLst>
          <pc:docMk/>
          <pc:sldMk cId="1210780617" sldId="344"/>
        </pc:sldMkLst>
      </pc:sldChg>
      <pc:sldChg chg="modSp mod">
        <pc:chgData name="Fernando Fontove" userId="39bcb981d82c3800" providerId="LiveId" clId="{C93D72A8-ED8D-45C6-8309-A48E326A5AB8}" dt="2025-02-28T01:10:12.360" v="86" actId="6549"/>
        <pc:sldMkLst>
          <pc:docMk/>
          <pc:sldMk cId="1602358154" sldId="345"/>
        </pc:sldMkLst>
      </pc:sldChg>
    </pc:docChg>
  </pc:docChgLst>
  <pc:docChgLst>
    <pc:chgData name="Fernando Fontove" userId="39bcb981d82c3800" providerId="LiveId" clId="{9D6E8B82-6ADF-4099-BE36-0A7748D859B7}"/>
    <pc:docChg chg="undo redo custSel addSld delSld modSld sldOrd modMainMaster delSection modSection">
      <pc:chgData name="Fernando Fontove" userId="39bcb981d82c3800" providerId="LiveId" clId="{9D6E8B82-6ADF-4099-BE36-0A7748D859B7}" dt="2025-10-31T20:07:42.180" v="9711"/>
      <pc:docMkLst>
        <pc:docMk/>
      </pc:docMkLst>
      <pc:sldChg chg="addSp delSp modSp mod">
        <pc:chgData name="Fernando Fontove" userId="39bcb981d82c3800" providerId="LiveId" clId="{9D6E8B82-6ADF-4099-BE36-0A7748D859B7}" dt="2025-10-31T18:37:13.914" v="7040" actId="790"/>
        <pc:sldMkLst>
          <pc:docMk/>
          <pc:sldMk cId="1401199327" sldId="256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1401199327" sldId="256"/>
            <ac:spMk id="2" creationId="{1F3458B2-F1E1-0D4A-BCC2-B5ABCE92518D}"/>
          </ac:spMkLst>
        </pc:spChg>
        <pc:spChg chg="add del mod">
          <ac:chgData name="Fernando Fontove" userId="39bcb981d82c3800" providerId="LiveId" clId="{9D6E8B82-6ADF-4099-BE36-0A7748D859B7}" dt="2025-10-31T17:44:34.330" v="6081" actId="478"/>
          <ac:spMkLst>
            <pc:docMk/>
            <pc:sldMk cId="1401199327" sldId="256"/>
            <ac:spMk id="4" creationId="{C8F70B4D-AB6B-F454-E647-BB4FBBD9C599}"/>
          </ac:spMkLst>
        </pc:spChg>
        <pc:spChg chg="add del mod">
          <ac:chgData name="Fernando Fontove" userId="39bcb981d82c3800" providerId="LiveId" clId="{9D6E8B82-6ADF-4099-BE36-0A7748D859B7}" dt="2025-10-31T17:44:42.156" v="6084" actId="478"/>
          <ac:spMkLst>
            <pc:docMk/>
            <pc:sldMk cId="1401199327" sldId="256"/>
            <ac:spMk id="6" creationId="{B9BBCD94-4F6D-25A0-84D4-79CDAEA58391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1401199327" sldId="256"/>
            <ac:spMk id="18" creationId="{F9B274D2-774F-4C24-A448-1EFB461A95EA}"/>
          </ac:spMkLst>
        </pc:spChg>
        <pc:spChg chg="add del mod">
          <ac:chgData name="Fernando Fontove" userId="39bcb981d82c3800" providerId="LiveId" clId="{9D6E8B82-6ADF-4099-BE36-0A7748D859B7}" dt="2025-10-31T17:44:38.528" v="6083" actId="478"/>
          <ac:spMkLst>
            <pc:docMk/>
            <pc:sldMk cId="1401199327" sldId="256"/>
            <ac:spMk id="36" creationId="{AEEB6582-6001-4276-8F87-1470B6FA1488}"/>
          </ac:spMkLst>
        </pc:spChg>
        <pc:picChg chg="add mod">
          <ac:chgData name="Fernando Fontove" userId="39bcb981d82c3800" providerId="LiveId" clId="{9D6E8B82-6ADF-4099-BE36-0A7748D859B7}" dt="2025-10-31T17:45:22.602" v="6089" actId="1076"/>
          <ac:picMkLst>
            <pc:docMk/>
            <pc:sldMk cId="1401199327" sldId="256"/>
            <ac:picMk id="8" creationId="{12B19771-0826-1A5E-AAE7-343571C60EC8}"/>
          </ac:picMkLst>
        </pc:picChg>
      </pc:sldChg>
      <pc:sldChg chg="del">
        <pc:chgData name="Fernando Fontove" userId="39bcb981d82c3800" providerId="LiveId" clId="{9D6E8B82-6ADF-4099-BE36-0A7748D859B7}" dt="2025-09-14T21:38:05.810" v="0" actId="47"/>
        <pc:sldMkLst>
          <pc:docMk/>
          <pc:sldMk cId="1865966614" sldId="284"/>
        </pc:sldMkLst>
      </pc:sldChg>
      <pc:sldChg chg="del">
        <pc:chgData name="Fernando Fontove" userId="39bcb981d82c3800" providerId="LiveId" clId="{9D6E8B82-6ADF-4099-BE36-0A7748D859B7}" dt="2025-09-14T21:38:05.810" v="0" actId="47"/>
        <pc:sldMkLst>
          <pc:docMk/>
          <pc:sldMk cId="3774799725" sldId="293"/>
        </pc:sldMkLst>
      </pc:sldChg>
      <pc:sldChg chg="del">
        <pc:chgData name="Fernando Fontove" userId="39bcb981d82c3800" providerId="LiveId" clId="{9D6E8B82-6ADF-4099-BE36-0A7748D859B7}" dt="2025-09-14T21:38:05.810" v="0" actId="47"/>
        <pc:sldMkLst>
          <pc:docMk/>
          <pc:sldMk cId="724474162" sldId="325"/>
        </pc:sldMkLst>
      </pc:sldChg>
      <pc:sldChg chg="del">
        <pc:chgData name="Fernando Fontove" userId="39bcb981d82c3800" providerId="LiveId" clId="{9D6E8B82-6ADF-4099-BE36-0A7748D859B7}" dt="2025-09-14T21:38:05.810" v="0" actId="47"/>
        <pc:sldMkLst>
          <pc:docMk/>
          <pc:sldMk cId="3393899421" sldId="326"/>
        </pc:sldMkLst>
      </pc:sldChg>
      <pc:sldChg chg="del">
        <pc:chgData name="Fernando Fontove" userId="39bcb981d82c3800" providerId="LiveId" clId="{9D6E8B82-6ADF-4099-BE36-0A7748D859B7}" dt="2025-09-14T21:38:05.810" v="0" actId="47"/>
        <pc:sldMkLst>
          <pc:docMk/>
          <pc:sldMk cId="3471372955" sldId="327"/>
        </pc:sldMkLst>
      </pc:sldChg>
      <pc:sldChg chg="del">
        <pc:chgData name="Fernando Fontove" userId="39bcb981d82c3800" providerId="LiveId" clId="{9D6E8B82-6ADF-4099-BE36-0A7748D859B7}" dt="2025-09-14T21:38:05.810" v="0" actId="47"/>
        <pc:sldMkLst>
          <pc:docMk/>
          <pc:sldMk cId="4044118180" sldId="330"/>
        </pc:sldMkLst>
      </pc:sldChg>
      <pc:sldChg chg="del">
        <pc:chgData name="Fernando Fontove" userId="39bcb981d82c3800" providerId="LiveId" clId="{9D6E8B82-6ADF-4099-BE36-0A7748D859B7}" dt="2025-09-14T21:38:05.810" v="0" actId="47"/>
        <pc:sldMkLst>
          <pc:docMk/>
          <pc:sldMk cId="2450730101" sldId="335"/>
        </pc:sldMkLst>
      </pc:sldChg>
      <pc:sldChg chg="del">
        <pc:chgData name="Fernando Fontove" userId="39bcb981d82c3800" providerId="LiveId" clId="{9D6E8B82-6ADF-4099-BE36-0A7748D859B7}" dt="2025-09-14T21:38:05.810" v="0" actId="47"/>
        <pc:sldMkLst>
          <pc:docMk/>
          <pc:sldMk cId="393561048" sldId="336"/>
        </pc:sldMkLst>
      </pc:sldChg>
      <pc:sldChg chg="del">
        <pc:chgData name="Fernando Fontove" userId="39bcb981d82c3800" providerId="LiveId" clId="{9D6E8B82-6ADF-4099-BE36-0A7748D859B7}" dt="2025-09-14T21:38:05.810" v="0" actId="47"/>
        <pc:sldMkLst>
          <pc:docMk/>
          <pc:sldMk cId="923851510" sldId="339"/>
        </pc:sldMkLst>
      </pc:sldChg>
      <pc:sldChg chg="del">
        <pc:chgData name="Fernando Fontove" userId="39bcb981d82c3800" providerId="LiveId" clId="{9D6E8B82-6ADF-4099-BE36-0A7748D859B7}" dt="2025-09-14T21:38:05.810" v="0" actId="47"/>
        <pc:sldMkLst>
          <pc:docMk/>
          <pc:sldMk cId="3952668285" sldId="340"/>
        </pc:sldMkLst>
      </pc:sldChg>
      <pc:sldChg chg="addSp delSp modSp del mod">
        <pc:chgData name="Fernando Fontove" userId="39bcb981d82c3800" providerId="LiveId" clId="{9D6E8B82-6ADF-4099-BE36-0A7748D859B7}" dt="2025-09-14T21:45:42.943" v="414" actId="47"/>
        <pc:sldMkLst>
          <pc:docMk/>
          <pc:sldMk cId="1613032201" sldId="341"/>
        </pc:sldMkLst>
      </pc:sldChg>
      <pc:sldChg chg="addSp delSp modSp add mod">
        <pc:chgData name="Fernando Fontove" userId="39bcb981d82c3800" providerId="LiveId" clId="{9D6E8B82-6ADF-4099-BE36-0A7748D859B7}" dt="2025-10-31T19:44:54.417" v="7957" actId="14100"/>
        <pc:sldMkLst>
          <pc:docMk/>
          <pc:sldMk cId="1438732650" sldId="342"/>
        </pc:sldMkLst>
        <pc:spChg chg="del">
          <ac:chgData name="Fernando Fontove" userId="39bcb981d82c3800" providerId="LiveId" clId="{9D6E8B82-6ADF-4099-BE36-0A7748D859B7}" dt="2025-10-31T17:46:02.707" v="6203" actId="478"/>
          <ac:spMkLst>
            <pc:docMk/>
            <pc:sldMk cId="1438732650" sldId="342"/>
            <ac:spMk id="3" creationId="{9E12BD15-1564-2334-2917-406B628D40BF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1438732650" sldId="342"/>
            <ac:spMk id="5" creationId="{B39C456C-27C9-C6C3-8A57-A1EF86ADA18B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1438732650" sldId="342"/>
            <ac:spMk id="16" creationId="{46C32A0D-6C8C-53E0-7F93-23D66C0FB602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1438732650" sldId="342"/>
            <ac:spMk id="17" creationId="{E7ED73F6-C9D1-23D1-699A-66C9387C07C7}"/>
          </ac:spMkLst>
        </pc:spChg>
        <pc:picChg chg="add mod">
          <ac:chgData name="Fernando Fontove" userId="39bcb981d82c3800" providerId="LiveId" clId="{9D6E8B82-6ADF-4099-BE36-0A7748D859B7}" dt="2025-10-31T19:44:54.417" v="7957" actId="14100"/>
          <ac:picMkLst>
            <pc:docMk/>
            <pc:sldMk cId="1438732650" sldId="342"/>
            <ac:picMk id="4" creationId="{964F0C6E-D50A-612F-3C55-0A8E09574E61}"/>
          </ac:picMkLst>
        </pc:picChg>
        <pc:picChg chg="del">
          <ac:chgData name="Fernando Fontove" userId="39bcb981d82c3800" providerId="LiveId" clId="{9D6E8B82-6ADF-4099-BE36-0A7748D859B7}" dt="2025-10-31T17:45:30.196" v="6105" actId="478"/>
          <ac:picMkLst>
            <pc:docMk/>
            <pc:sldMk cId="1438732650" sldId="342"/>
            <ac:picMk id="1026" creationId="{A3CF563B-866F-A609-1DC9-EAAA11F2223E}"/>
          </ac:picMkLst>
        </pc:picChg>
      </pc:sldChg>
      <pc:sldChg chg="addSp delSp modSp add mod">
        <pc:chgData name="Fernando Fontove" userId="39bcb981d82c3800" providerId="LiveId" clId="{9D6E8B82-6ADF-4099-BE36-0A7748D859B7}" dt="2025-10-31T19:45:33.466" v="7966" actId="20577"/>
        <pc:sldMkLst>
          <pc:docMk/>
          <pc:sldMk cId="814961644" sldId="343"/>
        </pc:sldMkLst>
        <pc:spChg chg="del mod">
          <ac:chgData name="Fernando Fontove" userId="39bcb981d82c3800" providerId="LiveId" clId="{9D6E8B82-6ADF-4099-BE36-0A7748D859B7}" dt="2025-10-31T18:26:59.931" v="6671" actId="478"/>
          <ac:spMkLst>
            <pc:docMk/>
            <pc:sldMk cId="814961644" sldId="343"/>
            <ac:spMk id="2" creationId="{DAE44126-02F1-BFFB-E385-73AC317CCFF4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814961644" sldId="343"/>
            <ac:spMk id="5" creationId="{48B69A29-3A81-9862-69FA-629309CE551C}"/>
          </ac:spMkLst>
        </pc:spChg>
        <pc:spChg chg="mod">
          <ac:chgData name="Fernando Fontove" userId="39bcb981d82c3800" providerId="LiveId" clId="{9D6E8B82-6ADF-4099-BE36-0A7748D859B7}" dt="2025-10-31T19:45:33.466" v="7966" actId="20577"/>
          <ac:spMkLst>
            <pc:docMk/>
            <pc:sldMk cId="814961644" sldId="343"/>
            <ac:spMk id="16" creationId="{EEDAFE52-9CE4-E607-A071-DB8520BFB9D6}"/>
          </ac:spMkLst>
        </pc:spChg>
        <pc:spChg chg="mod">
          <ac:chgData name="Fernando Fontove" userId="39bcb981d82c3800" providerId="LiveId" clId="{9D6E8B82-6ADF-4099-BE36-0A7748D859B7}" dt="2025-10-31T19:44:41.359" v="7956" actId="20577"/>
          <ac:spMkLst>
            <pc:docMk/>
            <pc:sldMk cId="814961644" sldId="343"/>
            <ac:spMk id="17" creationId="{90E1F028-A19A-E476-0B58-88EC9EBAAE5B}"/>
          </ac:spMkLst>
        </pc:spChg>
        <pc:picChg chg="add mod">
          <ac:chgData name="Fernando Fontove" userId="39bcb981d82c3800" providerId="LiveId" clId="{9D6E8B82-6ADF-4099-BE36-0A7748D859B7}" dt="2025-10-31T18:27:02.745" v="6675" actId="1076"/>
          <ac:picMkLst>
            <pc:docMk/>
            <pc:sldMk cId="814961644" sldId="343"/>
            <ac:picMk id="4" creationId="{D41CBF90-20FF-FF6D-FEF5-B79ACA6B1784}"/>
          </ac:picMkLst>
        </pc:picChg>
      </pc:sldChg>
      <pc:sldChg chg="del">
        <pc:chgData name="Fernando Fontove" userId="39bcb981d82c3800" providerId="LiveId" clId="{9D6E8B82-6ADF-4099-BE36-0A7748D859B7}" dt="2025-09-14T21:38:05.810" v="0" actId="47"/>
        <pc:sldMkLst>
          <pc:docMk/>
          <pc:sldMk cId="3341954573" sldId="343"/>
        </pc:sldMkLst>
      </pc:sldChg>
      <pc:sldChg chg="addSp delSp modSp add mod">
        <pc:chgData name="Fernando Fontove" userId="39bcb981d82c3800" providerId="LiveId" clId="{9D6E8B82-6ADF-4099-BE36-0A7748D859B7}" dt="2025-10-31T19:48:57.155" v="8297" actId="108"/>
        <pc:sldMkLst>
          <pc:docMk/>
          <pc:sldMk cId="480349765" sldId="344"/>
        </pc:sldMkLst>
        <pc:spChg chg="add del mod">
          <ac:chgData name="Fernando Fontove" userId="39bcb981d82c3800" providerId="LiveId" clId="{9D6E8B82-6ADF-4099-BE36-0A7748D859B7}" dt="2025-10-31T18:36:41.775" v="7005" actId="478"/>
          <ac:spMkLst>
            <pc:docMk/>
            <pc:sldMk cId="480349765" sldId="344"/>
            <ac:spMk id="3" creationId="{076BA352-73B9-CB4F-8EE3-BCFFBB48591C}"/>
          </ac:spMkLst>
        </pc:spChg>
        <pc:spChg chg="add mod">
          <ac:chgData name="Fernando Fontove" userId="39bcb981d82c3800" providerId="LiveId" clId="{9D6E8B82-6ADF-4099-BE36-0A7748D859B7}" dt="2025-10-31T19:48:57.155" v="8297" actId="108"/>
          <ac:spMkLst>
            <pc:docMk/>
            <pc:sldMk cId="480349765" sldId="344"/>
            <ac:spMk id="4" creationId="{CE722676-17EC-F4D1-2A33-3F024D211D3A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480349765" sldId="344"/>
            <ac:spMk id="5" creationId="{D1FC8271-8294-0128-1304-1FAB14318516}"/>
          </ac:spMkLst>
        </pc:spChg>
        <pc:spChg chg="add mod">
          <ac:chgData name="Fernando Fontove" userId="39bcb981d82c3800" providerId="LiveId" clId="{9D6E8B82-6ADF-4099-BE36-0A7748D859B7}" dt="2025-10-31T18:50:03.769" v="7371"/>
          <ac:spMkLst>
            <pc:docMk/>
            <pc:sldMk cId="480349765" sldId="344"/>
            <ac:spMk id="6" creationId="{AA101ED5-6D95-390C-B3AD-EAF9E98A65B0}"/>
          </ac:spMkLst>
        </pc:spChg>
        <pc:spChg chg="mod">
          <ac:chgData name="Fernando Fontove" userId="39bcb981d82c3800" providerId="LiveId" clId="{9D6E8B82-6ADF-4099-BE36-0A7748D859B7}" dt="2025-10-31T19:46:55.421" v="8047" actId="20577"/>
          <ac:spMkLst>
            <pc:docMk/>
            <pc:sldMk cId="480349765" sldId="344"/>
            <ac:spMk id="16" creationId="{94D55A16-D87D-24A8-88ED-3C79C928D9C4}"/>
          </ac:spMkLst>
        </pc:spChg>
        <pc:spChg chg="del mod">
          <ac:chgData name="Fernando Fontove" userId="39bcb981d82c3800" providerId="LiveId" clId="{9D6E8B82-6ADF-4099-BE36-0A7748D859B7}" dt="2025-10-31T18:36:37.227" v="7003" actId="478"/>
          <ac:spMkLst>
            <pc:docMk/>
            <pc:sldMk cId="480349765" sldId="344"/>
            <ac:spMk id="17" creationId="{1803AE29-1096-F217-9A70-FBF8861ADEF0}"/>
          </ac:spMkLst>
        </pc:spChg>
      </pc:sldChg>
      <pc:sldChg chg="del">
        <pc:chgData name="Fernando Fontove" userId="39bcb981d82c3800" providerId="LiveId" clId="{9D6E8B82-6ADF-4099-BE36-0A7748D859B7}" dt="2025-09-14T21:38:05.810" v="0" actId="47"/>
        <pc:sldMkLst>
          <pc:docMk/>
          <pc:sldMk cId="1210780617" sldId="344"/>
        </pc:sldMkLst>
      </pc:sldChg>
      <pc:sldChg chg="addSp delSp modSp add del mod">
        <pc:chgData name="Fernando Fontove" userId="39bcb981d82c3800" providerId="LiveId" clId="{9D6E8B82-6ADF-4099-BE36-0A7748D859B7}" dt="2025-10-31T18:42:19.070" v="7370" actId="47"/>
        <pc:sldMkLst>
          <pc:docMk/>
          <pc:sldMk cId="824175174" sldId="345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824175174" sldId="345"/>
            <ac:spMk id="5" creationId="{4F002CA0-BC40-1E6B-819C-3F46D2C28D85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824175174" sldId="345"/>
            <ac:spMk id="6" creationId="{A4469A7A-EFD7-0524-117B-19FB1559850B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824175174" sldId="345"/>
            <ac:spMk id="16" creationId="{5A0F6AE4-523A-8123-AE04-FC6B8E3C8406}"/>
          </ac:spMkLst>
        </pc:spChg>
      </pc:sldChg>
      <pc:sldChg chg="del">
        <pc:chgData name="Fernando Fontove" userId="39bcb981d82c3800" providerId="LiveId" clId="{9D6E8B82-6ADF-4099-BE36-0A7748D859B7}" dt="2025-09-14T21:38:05.810" v="0" actId="47"/>
        <pc:sldMkLst>
          <pc:docMk/>
          <pc:sldMk cId="1602358154" sldId="345"/>
        </pc:sldMkLst>
      </pc:sldChg>
      <pc:sldChg chg="modSp add del mod">
        <pc:chgData name="Fernando Fontove" userId="39bcb981d82c3800" providerId="LiveId" clId="{9D6E8B82-6ADF-4099-BE36-0A7748D859B7}" dt="2025-10-31T18:42:19.070" v="7370" actId="47"/>
        <pc:sldMkLst>
          <pc:docMk/>
          <pc:sldMk cId="211083364" sldId="346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11083364" sldId="346"/>
            <ac:spMk id="5" creationId="{9CC9F300-EBEC-5FE4-235A-E77706C0AB38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11083364" sldId="346"/>
            <ac:spMk id="16" creationId="{3422E074-CE7B-7106-60FD-F7FF57E822A1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11083364" sldId="346"/>
            <ac:spMk id="17" creationId="{198354F0-B7E6-AA6F-1670-0A3EA991D1B3}"/>
          </ac:spMkLst>
        </pc:spChg>
      </pc:sldChg>
      <pc:sldChg chg="addSp delSp modSp add del mod">
        <pc:chgData name="Fernando Fontove" userId="39bcb981d82c3800" providerId="LiveId" clId="{9D6E8B82-6ADF-4099-BE36-0A7748D859B7}" dt="2025-10-31T18:42:19.070" v="7370" actId="47"/>
        <pc:sldMkLst>
          <pc:docMk/>
          <pc:sldMk cId="3320481437" sldId="347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3320481437" sldId="347"/>
            <ac:spMk id="5" creationId="{9506B07B-FFF7-CBFE-5328-70023E98E67C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3320481437" sldId="347"/>
            <ac:spMk id="6" creationId="{AF16FC50-3FD6-9F66-D9F2-30F3357ABB11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3320481437" sldId="347"/>
            <ac:spMk id="16" creationId="{09EC2C90-05CA-03FF-31F2-517B3B628042}"/>
          </ac:spMkLst>
        </pc:spChg>
      </pc:sldChg>
      <pc:sldChg chg="add del">
        <pc:chgData name="Fernando Fontove" userId="39bcb981d82c3800" providerId="LiveId" clId="{9D6E8B82-6ADF-4099-BE36-0A7748D859B7}" dt="2025-09-14T22:06:08.407" v="1411"/>
        <pc:sldMkLst>
          <pc:docMk/>
          <pc:sldMk cId="1824320646" sldId="348"/>
        </pc:sldMkLst>
      </pc:sldChg>
      <pc:sldChg chg="new del">
        <pc:chgData name="Fernando Fontove" userId="39bcb981d82c3800" providerId="LiveId" clId="{9D6E8B82-6ADF-4099-BE36-0A7748D859B7}" dt="2025-09-14T22:09:22.416" v="1546" actId="680"/>
        <pc:sldMkLst>
          <pc:docMk/>
          <pc:sldMk cId="3273804035" sldId="348"/>
        </pc:sldMkLst>
      </pc:sldChg>
      <pc:sldChg chg="add del">
        <pc:chgData name="Fernando Fontove" userId="39bcb981d82c3800" providerId="LiveId" clId="{9D6E8B82-6ADF-4099-BE36-0A7748D859B7}" dt="2025-09-14T22:06:12.453" v="1414"/>
        <pc:sldMkLst>
          <pc:docMk/>
          <pc:sldMk cId="4104276387" sldId="348"/>
        </pc:sldMkLst>
      </pc:sldChg>
      <pc:sldChg chg="addSp delSp modSp add del mod">
        <pc:chgData name="Fernando Fontove" userId="39bcb981d82c3800" providerId="LiveId" clId="{9D6E8B82-6ADF-4099-BE36-0A7748D859B7}" dt="2025-10-31T18:42:19.070" v="7370" actId="47"/>
        <pc:sldMkLst>
          <pc:docMk/>
          <pc:sldMk cId="4216281677" sldId="348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4216281677" sldId="348"/>
            <ac:spMk id="2" creationId="{2947842E-D7E3-C0A7-D8B4-6F01B11372FB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4216281677" sldId="348"/>
            <ac:spMk id="5" creationId="{26493F28-45E6-5060-2B74-68F11E51D046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4216281677" sldId="348"/>
            <ac:spMk id="6" creationId="{BE996785-77D2-F351-CC82-6C63B4ED610D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4216281677" sldId="348"/>
            <ac:spMk id="16" creationId="{D07596BB-D494-B16D-522C-F6E5FF07135C}"/>
          </ac:spMkLst>
        </pc:spChg>
      </pc:sldChg>
      <pc:sldChg chg="addSp delSp modSp add del mod">
        <pc:chgData name="Fernando Fontove" userId="39bcb981d82c3800" providerId="LiveId" clId="{9D6E8B82-6ADF-4099-BE36-0A7748D859B7}" dt="2025-10-31T18:42:19.070" v="7370" actId="47"/>
        <pc:sldMkLst>
          <pc:docMk/>
          <pc:sldMk cId="973880219" sldId="349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973880219" sldId="349"/>
            <ac:spMk id="5" creationId="{E06B30D0-7719-8F2D-ADFC-66490EA008E8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973880219" sldId="349"/>
            <ac:spMk id="6" creationId="{EF42125C-A05E-B925-53D2-97EF445F4CD2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973880219" sldId="349"/>
            <ac:spMk id="16" creationId="{8976FCFA-0D43-C30B-618B-B9C78CAD0428}"/>
          </ac:spMkLst>
        </pc:spChg>
      </pc:sldChg>
      <pc:sldChg chg="addSp delSp modSp add del mod ord">
        <pc:chgData name="Fernando Fontove" userId="39bcb981d82c3800" providerId="LiveId" clId="{9D6E8B82-6ADF-4099-BE36-0A7748D859B7}" dt="2025-10-31T18:42:19.070" v="7370" actId="47"/>
        <pc:sldMkLst>
          <pc:docMk/>
          <pc:sldMk cId="1453961579" sldId="350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1453961579" sldId="350"/>
            <ac:spMk id="5" creationId="{39D36F7C-3E40-5FC5-8A92-5F1E7ADAE5DC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1453961579" sldId="350"/>
            <ac:spMk id="6" creationId="{103C4BD6-BE79-0885-F6F0-0A78E2CFB90A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1453961579" sldId="350"/>
            <ac:spMk id="16" creationId="{895B9CA1-39C1-A8DA-689F-AC5597B56377}"/>
          </ac:spMkLst>
        </pc:spChg>
      </pc:sldChg>
      <pc:sldChg chg="addSp delSp modSp add del mod">
        <pc:chgData name="Fernando Fontove" userId="39bcb981d82c3800" providerId="LiveId" clId="{9D6E8B82-6ADF-4099-BE36-0A7748D859B7}" dt="2025-10-31T18:42:19.070" v="7370" actId="47"/>
        <pc:sldMkLst>
          <pc:docMk/>
          <pc:sldMk cId="2849490165" sldId="351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849490165" sldId="351"/>
            <ac:spMk id="4" creationId="{3CB7EDEC-4D8D-3E19-2B86-516092CB67DB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849490165" sldId="351"/>
            <ac:spMk id="5" creationId="{C09769C4-B71E-DC7D-1A91-8848F184325D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849490165" sldId="351"/>
            <ac:spMk id="6" creationId="{C4747055-8AF8-9D57-BC7C-249EBFE258D5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849490165" sldId="351"/>
            <ac:spMk id="16" creationId="{C51717E6-52DC-087D-83F8-752B9F7EA38A}"/>
          </ac:spMkLst>
        </pc:spChg>
      </pc:sldChg>
      <pc:sldChg chg="delSp modSp add del mod">
        <pc:chgData name="Fernando Fontove" userId="39bcb981d82c3800" providerId="LiveId" clId="{9D6E8B82-6ADF-4099-BE36-0A7748D859B7}" dt="2025-10-31T18:42:10.678" v="7369" actId="47"/>
        <pc:sldMkLst>
          <pc:docMk/>
          <pc:sldMk cId="658023935" sldId="352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658023935" sldId="352"/>
            <ac:spMk id="2" creationId="{47AEFDCD-646F-352F-4FD6-0C82C37FFCD5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658023935" sldId="352"/>
            <ac:spMk id="5" creationId="{6AAE75C4-A3F0-D8C8-E09D-AE4CDD878777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658023935" sldId="352"/>
            <ac:spMk id="16" creationId="{BDDBB55B-82ED-56DE-57DA-CEE9A9B66F76}"/>
          </ac:spMkLst>
        </pc:spChg>
      </pc:sldChg>
      <pc:sldChg chg="modSp add del mod">
        <pc:chgData name="Fernando Fontove" userId="39bcb981d82c3800" providerId="LiveId" clId="{9D6E8B82-6ADF-4099-BE36-0A7748D859B7}" dt="2025-10-31T18:42:10.678" v="7369" actId="47"/>
        <pc:sldMkLst>
          <pc:docMk/>
          <pc:sldMk cId="1986108769" sldId="353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1986108769" sldId="353"/>
            <ac:spMk id="2" creationId="{E9325227-9923-22FC-C4EF-65D17FCA61C4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1986108769" sldId="353"/>
            <ac:spMk id="5" creationId="{A150FC28-46A7-2850-68BF-E1A35052FB41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1986108769" sldId="353"/>
            <ac:spMk id="16" creationId="{54BC58CB-1408-30B6-392D-490D4B00A2D5}"/>
          </ac:spMkLst>
        </pc:spChg>
      </pc:sldChg>
      <pc:sldChg chg="new del">
        <pc:chgData name="Fernando Fontove" userId="39bcb981d82c3800" providerId="LiveId" clId="{9D6E8B82-6ADF-4099-BE36-0A7748D859B7}" dt="2025-09-14T22:23:23.345" v="2460" actId="680"/>
        <pc:sldMkLst>
          <pc:docMk/>
          <pc:sldMk cId="3248631085" sldId="354"/>
        </pc:sldMkLst>
      </pc:sldChg>
      <pc:sldChg chg="addSp delSp modSp add del mod">
        <pc:chgData name="Fernando Fontove" userId="39bcb981d82c3800" providerId="LiveId" clId="{9D6E8B82-6ADF-4099-BE36-0A7748D859B7}" dt="2025-10-31T18:42:10.678" v="7369" actId="47"/>
        <pc:sldMkLst>
          <pc:docMk/>
          <pc:sldMk cId="4083549195" sldId="354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4083549195" sldId="354"/>
            <ac:spMk id="3" creationId="{7BCA1236-7A71-951C-0ED5-2ADAB88E2E81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4083549195" sldId="354"/>
            <ac:spMk id="5" creationId="{E7A41703-C151-BB92-72F3-9AD99FB8BBEC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4083549195" sldId="354"/>
            <ac:spMk id="7" creationId="{E19423F4-374C-CEDC-82E3-DDC0A785EAE9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4083549195" sldId="354"/>
            <ac:spMk id="16" creationId="{95BEB469-6389-8FDA-4153-1FC31E7795D1}"/>
          </ac:spMkLst>
        </pc:spChg>
      </pc:sldChg>
      <pc:sldChg chg="addSp modSp add del mod">
        <pc:chgData name="Fernando Fontove" userId="39bcb981d82c3800" providerId="LiveId" clId="{9D6E8B82-6ADF-4099-BE36-0A7748D859B7}" dt="2025-10-31T18:42:10.678" v="7369" actId="47"/>
        <pc:sldMkLst>
          <pc:docMk/>
          <pc:sldMk cId="3754065645" sldId="355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3754065645" sldId="355"/>
            <ac:spMk id="2" creationId="{BD3250BF-310F-4E09-4A4A-E84281014F4B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3754065645" sldId="355"/>
            <ac:spMk id="5" creationId="{180D40DA-0D3B-313B-25D5-C65E0C29CC26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3754065645" sldId="355"/>
            <ac:spMk id="16" creationId="{839A48C4-A7B8-F1A5-C590-D903AC52E524}"/>
          </ac:spMkLst>
        </pc:spChg>
      </pc:sldChg>
      <pc:sldChg chg="modSp add del mod">
        <pc:chgData name="Fernando Fontove" userId="39bcb981d82c3800" providerId="LiveId" clId="{9D6E8B82-6ADF-4099-BE36-0A7748D859B7}" dt="2025-10-31T18:42:10.678" v="7369" actId="47"/>
        <pc:sldMkLst>
          <pc:docMk/>
          <pc:sldMk cId="1029252034" sldId="356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1029252034" sldId="356"/>
            <ac:spMk id="3" creationId="{7A9D5FC0-080F-7099-99DD-65902D701B51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1029252034" sldId="356"/>
            <ac:spMk id="4" creationId="{25025F4F-D040-44F4-4F70-6F077C274C4A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1029252034" sldId="356"/>
            <ac:spMk id="5" creationId="{2E9FF2F1-B4D5-2AF1-B757-50E506BA12DC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1029252034" sldId="356"/>
            <ac:spMk id="16" creationId="{94AE1E49-FB8E-33BA-51E0-A20E75972B5B}"/>
          </ac:spMkLst>
        </pc:spChg>
      </pc:sldChg>
      <pc:sldChg chg="modSp add del mod">
        <pc:chgData name="Fernando Fontove" userId="39bcb981d82c3800" providerId="LiveId" clId="{9D6E8B82-6ADF-4099-BE36-0A7748D859B7}" dt="2025-10-31T18:42:10.678" v="7369" actId="47"/>
        <pc:sldMkLst>
          <pc:docMk/>
          <pc:sldMk cId="3035214727" sldId="357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3035214727" sldId="357"/>
            <ac:spMk id="3" creationId="{488EB8A2-8786-FD20-40AC-11E8486B72CC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3035214727" sldId="357"/>
            <ac:spMk id="4" creationId="{4608574F-B83D-B146-3BAE-E134E601A017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3035214727" sldId="357"/>
            <ac:spMk id="5" creationId="{61504344-B9C1-4B6E-B6FB-4CC447B753D1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3035214727" sldId="357"/>
            <ac:spMk id="16" creationId="{CCC86D09-1464-9C5D-8948-6758505815E3}"/>
          </ac:spMkLst>
        </pc:spChg>
      </pc:sldChg>
      <pc:sldChg chg="modSp add del mod">
        <pc:chgData name="Fernando Fontove" userId="39bcb981d82c3800" providerId="LiveId" clId="{9D6E8B82-6ADF-4099-BE36-0A7748D859B7}" dt="2025-10-31T18:42:10.678" v="7369" actId="47"/>
        <pc:sldMkLst>
          <pc:docMk/>
          <pc:sldMk cId="1756910753" sldId="358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1756910753" sldId="358"/>
            <ac:spMk id="3" creationId="{8808BFA5-8267-DA80-C15D-DF82926919BA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1756910753" sldId="358"/>
            <ac:spMk id="4" creationId="{E6B3D66C-2EC8-61CA-09CD-D9B661737423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1756910753" sldId="358"/>
            <ac:spMk id="5" creationId="{9F45FD88-C36E-CC65-D8FA-FD34B2B9686F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1756910753" sldId="358"/>
            <ac:spMk id="16" creationId="{C2334DF5-EBDB-EAD1-AD7E-CF8329705381}"/>
          </ac:spMkLst>
        </pc:spChg>
      </pc:sldChg>
      <pc:sldChg chg="addSp delSp modSp add del mod">
        <pc:chgData name="Fernando Fontove" userId="39bcb981d82c3800" providerId="LiveId" clId="{9D6E8B82-6ADF-4099-BE36-0A7748D859B7}" dt="2025-10-31T18:42:10.678" v="7369" actId="47"/>
        <pc:sldMkLst>
          <pc:docMk/>
          <pc:sldMk cId="230258869" sldId="359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30258869" sldId="359"/>
            <ac:spMk id="3" creationId="{80325932-66D9-F92A-3D09-C45522522B0F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30258869" sldId="359"/>
            <ac:spMk id="5" creationId="{3F9C7504-DCE8-C302-E2A5-1F05B84420D5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30258869" sldId="359"/>
            <ac:spMk id="7" creationId="{1FAC2A61-1BDA-B46C-A7BA-551F948B71F7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30258869" sldId="359"/>
            <ac:spMk id="16" creationId="{6ADC0186-EEB8-1334-6A7C-B63E2ECE376B}"/>
          </ac:spMkLst>
        </pc:spChg>
      </pc:sldChg>
      <pc:sldChg chg="modSp add del mod">
        <pc:chgData name="Fernando Fontove" userId="39bcb981d82c3800" providerId="LiveId" clId="{9D6E8B82-6ADF-4099-BE36-0A7748D859B7}" dt="2025-10-31T18:42:10.678" v="7369" actId="47"/>
        <pc:sldMkLst>
          <pc:docMk/>
          <pc:sldMk cId="363909497" sldId="360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363909497" sldId="360"/>
            <ac:spMk id="2" creationId="{E8930135-DD1A-9BBD-33ED-A50279E99425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363909497" sldId="360"/>
            <ac:spMk id="5" creationId="{85CD45A5-BA3F-35C3-A2F2-96083D4504E1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363909497" sldId="360"/>
            <ac:spMk id="16" creationId="{06326C84-523C-3223-F150-FC4027187549}"/>
          </ac:spMkLst>
        </pc:spChg>
      </pc:sldChg>
      <pc:sldChg chg="modSp add del mod">
        <pc:chgData name="Fernando Fontove" userId="39bcb981d82c3800" providerId="LiveId" clId="{9D6E8B82-6ADF-4099-BE36-0A7748D859B7}" dt="2025-10-31T18:42:10.678" v="7369" actId="47"/>
        <pc:sldMkLst>
          <pc:docMk/>
          <pc:sldMk cId="1623934357" sldId="361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1623934357" sldId="361"/>
            <ac:spMk id="2" creationId="{D94D7C99-14F1-2C2A-36A9-F2B35799E835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1623934357" sldId="361"/>
            <ac:spMk id="5" creationId="{1F3A229F-461A-8FA1-CA6C-D695FF049BA5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1623934357" sldId="361"/>
            <ac:spMk id="16" creationId="{4D3DF856-4592-B81C-4D66-45B4D5B9B5C4}"/>
          </ac:spMkLst>
        </pc:spChg>
      </pc:sldChg>
      <pc:sldChg chg="new del">
        <pc:chgData name="Fernando Fontove" userId="39bcb981d82c3800" providerId="LiveId" clId="{9D6E8B82-6ADF-4099-BE36-0A7748D859B7}" dt="2025-09-14T23:02:11.392" v="3807" actId="680"/>
        <pc:sldMkLst>
          <pc:docMk/>
          <pc:sldMk cId="4257972978" sldId="361"/>
        </pc:sldMkLst>
      </pc:sldChg>
      <pc:sldChg chg="new del">
        <pc:chgData name="Fernando Fontove" userId="39bcb981d82c3800" providerId="LiveId" clId="{9D6E8B82-6ADF-4099-BE36-0A7748D859B7}" dt="2025-09-14T23:09:19.968" v="4199" actId="680"/>
        <pc:sldMkLst>
          <pc:docMk/>
          <pc:sldMk cId="696243528" sldId="362"/>
        </pc:sldMkLst>
      </pc:sldChg>
      <pc:sldChg chg="modSp add del mod">
        <pc:chgData name="Fernando Fontove" userId="39bcb981d82c3800" providerId="LiveId" clId="{9D6E8B82-6ADF-4099-BE36-0A7748D859B7}" dt="2025-10-31T18:42:10.678" v="7369" actId="47"/>
        <pc:sldMkLst>
          <pc:docMk/>
          <pc:sldMk cId="2702550972" sldId="362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702550972" sldId="362"/>
            <ac:spMk id="3" creationId="{A40CE8EB-10F7-3B28-2014-40F447EE1E8D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702550972" sldId="362"/>
            <ac:spMk id="4" creationId="{0B34314A-5873-8A62-BAAC-105EFF8FC6FB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702550972" sldId="362"/>
            <ac:spMk id="5" creationId="{30748D63-46F1-C92F-F023-ACF6D805F760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702550972" sldId="362"/>
            <ac:spMk id="16" creationId="{6510CE40-1557-A724-443D-F64A88C6E8D4}"/>
          </ac:spMkLst>
        </pc:spChg>
      </pc:sldChg>
      <pc:sldChg chg="modSp add del mod">
        <pc:chgData name="Fernando Fontove" userId="39bcb981d82c3800" providerId="LiveId" clId="{9D6E8B82-6ADF-4099-BE36-0A7748D859B7}" dt="2025-10-31T18:42:10.678" v="7369" actId="47"/>
        <pc:sldMkLst>
          <pc:docMk/>
          <pc:sldMk cId="3335857601" sldId="363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3335857601" sldId="363"/>
            <ac:spMk id="3" creationId="{35DE1E82-E59B-D166-0CB6-75CD9E1CE1A4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3335857601" sldId="363"/>
            <ac:spMk id="4" creationId="{96BF7597-034B-71BE-3E19-186EB246125C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3335857601" sldId="363"/>
            <ac:spMk id="5" creationId="{F843C627-46D7-FBF0-134A-7E8F7D24CBEA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3335857601" sldId="363"/>
            <ac:spMk id="16" creationId="{F5AB3225-5309-C5C1-E3AD-92F0CD97BD3E}"/>
          </ac:spMkLst>
        </pc:spChg>
      </pc:sldChg>
      <pc:sldChg chg="modSp add del mod">
        <pc:chgData name="Fernando Fontove" userId="39bcb981d82c3800" providerId="LiveId" clId="{9D6E8B82-6ADF-4099-BE36-0A7748D859B7}" dt="2025-10-31T18:42:10.678" v="7369" actId="47"/>
        <pc:sldMkLst>
          <pc:docMk/>
          <pc:sldMk cId="2847231044" sldId="364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847231044" sldId="364"/>
            <ac:spMk id="3" creationId="{24151D96-92FC-281B-9354-DDC0DA776AF2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847231044" sldId="364"/>
            <ac:spMk id="4" creationId="{C5B14F91-6B51-C987-4EF5-93407F7B335D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847231044" sldId="364"/>
            <ac:spMk id="5" creationId="{2CFF6B72-9594-2255-F8FB-23167515FD45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847231044" sldId="364"/>
            <ac:spMk id="16" creationId="{044C244E-90A1-23CE-7F03-DDDD1BD83E92}"/>
          </ac:spMkLst>
        </pc:spChg>
      </pc:sldChg>
      <pc:sldChg chg="modSp add del mod">
        <pc:chgData name="Fernando Fontove" userId="39bcb981d82c3800" providerId="LiveId" clId="{9D6E8B82-6ADF-4099-BE36-0A7748D859B7}" dt="2025-10-31T18:42:10.678" v="7369" actId="47"/>
        <pc:sldMkLst>
          <pc:docMk/>
          <pc:sldMk cId="2012660746" sldId="365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012660746" sldId="365"/>
            <ac:spMk id="3" creationId="{CB72A360-55A7-5617-148C-519BA8D8AF34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012660746" sldId="365"/>
            <ac:spMk id="4" creationId="{606F49F4-F475-12A2-ECFB-7999C10A0A30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012660746" sldId="365"/>
            <ac:spMk id="5" creationId="{88FB7448-D0BC-7A20-9A87-0B9C1E660C5A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012660746" sldId="365"/>
            <ac:spMk id="16" creationId="{B51BD200-E025-270B-2998-13E67B90D11C}"/>
          </ac:spMkLst>
        </pc:spChg>
      </pc:sldChg>
      <pc:sldChg chg="modSp del mod">
        <pc:chgData name="Fernando Fontove" userId="39bcb981d82c3800" providerId="LiveId" clId="{9D6E8B82-6ADF-4099-BE36-0A7748D859B7}" dt="2025-10-31T18:42:10.678" v="7369" actId="47"/>
        <pc:sldMkLst>
          <pc:docMk/>
          <pc:sldMk cId="4017064643" sldId="366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4017064643" sldId="366"/>
            <ac:spMk id="3" creationId="{38275DB0-02D4-27B1-CD6A-0551029A7B49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4017064643" sldId="366"/>
            <ac:spMk id="4" creationId="{5DD07634-EE70-AC94-8221-BF6D1DC597EB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4017064643" sldId="366"/>
            <ac:spMk id="5" creationId="{3333A064-B575-9D06-37CD-6EFFD730FF30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4017064643" sldId="366"/>
            <ac:spMk id="16" creationId="{5DE12B3F-0EDC-E8E4-2AB7-D4A5CCA00CCE}"/>
          </ac:spMkLst>
        </pc:spChg>
      </pc:sldChg>
      <pc:sldChg chg="modSp del mod">
        <pc:chgData name="Fernando Fontove" userId="39bcb981d82c3800" providerId="LiveId" clId="{9D6E8B82-6ADF-4099-BE36-0A7748D859B7}" dt="2025-10-31T18:42:10.678" v="7369" actId="47"/>
        <pc:sldMkLst>
          <pc:docMk/>
          <pc:sldMk cId="2991100103" sldId="367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991100103" sldId="367"/>
            <ac:spMk id="3" creationId="{76BB210B-1A07-C5B4-99D4-3430FF8DB180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991100103" sldId="367"/>
            <ac:spMk id="4" creationId="{26560BB6-DFAF-84BE-7FE9-3FF4A6846CA4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991100103" sldId="367"/>
            <ac:spMk id="5" creationId="{CE745169-2C98-55F9-B6FC-81DF7E6FB496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991100103" sldId="367"/>
            <ac:spMk id="8" creationId="{4638BDC7-2037-C837-7EB3-5AC2022B3736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991100103" sldId="367"/>
            <ac:spMk id="16" creationId="{26CB44C4-EB1B-09DE-52E7-20F42A54DBB0}"/>
          </ac:spMkLst>
        </pc:spChg>
      </pc:sldChg>
      <pc:sldChg chg="addSp delSp modSp add del mod">
        <pc:chgData name="Fernando Fontove" userId="39bcb981d82c3800" providerId="LiveId" clId="{9D6E8B82-6ADF-4099-BE36-0A7748D859B7}" dt="2025-10-31T18:42:10.678" v="7369" actId="47"/>
        <pc:sldMkLst>
          <pc:docMk/>
          <pc:sldMk cId="790975444" sldId="368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790975444" sldId="368"/>
            <ac:spMk id="3" creationId="{014A5C7D-D326-F079-6C7C-CD3F070623B6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790975444" sldId="368"/>
            <ac:spMk id="4" creationId="{4A88D4C8-C123-B3BA-1D60-3F85E54C4114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790975444" sldId="368"/>
            <ac:spMk id="5" creationId="{298BB3BC-1958-E3D7-EC5E-A455CD1A4D1E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790975444" sldId="368"/>
            <ac:spMk id="8" creationId="{9E75FB06-4667-1E58-9D99-617E9825BED1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790975444" sldId="368"/>
            <ac:spMk id="16" creationId="{ACA19CA2-0E93-482F-03A9-122B8ABEA061}"/>
          </ac:spMkLst>
        </pc:spChg>
      </pc:sldChg>
      <pc:sldChg chg="new del">
        <pc:chgData name="Fernando Fontove" userId="39bcb981d82c3800" providerId="LiveId" clId="{9D6E8B82-6ADF-4099-BE36-0A7748D859B7}" dt="2025-09-18T14:30:13.952" v="5261" actId="680"/>
        <pc:sldMkLst>
          <pc:docMk/>
          <pc:sldMk cId="2202462007" sldId="369"/>
        </pc:sldMkLst>
      </pc:sldChg>
      <pc:sldChg chg="addSp delSp modSp add del mod">
        <pc:chgData name="Fernando Fontove" userId="39bcb981d82c3800" providerId="LiveId" clId="{9D6E8B82-6ADF-4099-BE36-0A7748D859B7}" dt="2025-10-31T18:42:10.678" v="7369" actId="47"/>
        <pc:sldMkLst>
          <pc:docMk/>
          <pc:sldMk cId="2238206319" sldId="369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238206319" sldId="369"/>
            <ac:spMk id="3" creationId="{F393040D-8621-D716-0E89-E7D286347B5C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238206319" sldId="369"/>
            <ac:spMk id="4" creationId="{7F7C88AB-45D0-6378-6420-05CE3BB19786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238206319" sldId="369"/>
            <ac:spMk id="5" creationId="{01D54537-33BE-E446-5B39-0278C1FCBAAE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238206319" sldId="369"/>
            <ac:spMk id="9" creationId="{12B1FDE5-1553-AFA4-D9B3-7FE7E9C3FEBA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238206319" sldId="369"/>
            <ac:spMk id="16" creationId="{4E0898A2-0A20-4338-8B82-4784EC1E9EDF}"/>
          </ac:spMkLst>
        </pc:spChg>
      </pc:sldChg>
      <pc:sldChg chg="addSp delSp modSp new del mod">
        <pc:chgData name="Fernando Fontove" userId="39bcb981d82c3800" providerId="LiveId" clId="{9D6E8B82-6ADF-4099-BE36-0A7748D859B7}" dt="2025-10-31T18:42:10.678" v="7369" actId="47"/>
        <pc:sldMkLst>
          <pc:docMk/>
          <pc:sldMk cId="982848090" sldId="370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982848090" sldId="370"/>
            <ac:spMk id="10" creationId="{522E6663-D61B-7990-651D-1D97AA385B5F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982848090" sldId="370"/>
            <ac:spMk id="11" creationId="{7D7E80CA-3907-7F77-CFCD-30E045EE52FC}"/>
          </ac:spMkLst>
        </pc:spChg>
      </pc:sldChg>
      <pc:sldChg chg="addSp delSp modSp new del mod">
        <pc:chgData name="Fernando Fontove" userId="39bcb981d82c3800" providerId="LiveId" clId="{9D6E8B82-6ADF-4099-BE36-0A7748D859B7}" dt="2025-10-31T18:42:10.678" v="7369" actId="47"/>
        <pc:sldMkLst>
          <pc:docMk/>
          <pc:sldMk cId="365045993" sldId="371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365045993" sldId="371"/>
            <ac:spMk id="8" creationId="{76630FAE-11C0-A3AA-651A-BC628CEF1906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365045993" sldId="371"/>
            <ac:spMk id="9" creationId="{F8C9CECF-2794-456B-5BA4-75C4540470BB}"/>
          </ac:spMkLst>
        </pc:spChg>
      </pc:sldChg>
      <pc:sldChg chg="addSp delSp modSp add del mod">
        <pc:chgData name="Fernando Fontove" userId="39bcb981d82c3800" providerId="LiveId" clId="{9D6E8B82-6ADF-4099-BE36-0A7748D859B7}" dt="2025-10-31T18:42:10.678" v="7369" actId="47"/>
        <pc:sldMkLst>
          <pc:docMk/>
          <pc:sldMk cId="2539190936" sldId="372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539190936" sldId="372"/>
            <ac:spMk id="5" creationId="{81C39E4A-44F5-3A92-48A4-BC988BB8E42C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539190936" sldId="372"/>
            <ac:spMk id="8" creationId="{797202F4-025F-BD0B-6CBB-C95B365BEC57}"/>
          </ac:spMkLst>
        </pc:spChg>
      </pc:sldChg>
      <pc:sldChg chg="addSp delSp modSp add del mod">
        <pc:chgData name="Fernando Fontove" userId="39bcb981d82c3800" providerId="LiveId" clId="{9D6E8B82-6ADF-4099-BE36-0A7748D859B7}" dt="2025-10-31T18:42:10.678" v="7369" actId="47"/>
        <pc:sldMkLst>
          <pc:docMk/>
          <pc:sldMk cId="850890609" sldId="373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850890609" sldId="373"/>
            <ac:spMk id="2" creationId="{8FE69A90-3264-7C55-C158-95A88BCF72C8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850890609" sldId="373"/>
            <ac:spMk id="5" creationId="{4E5D6627-BE0D-29A7-0B27-80212DC4634C}"/>
          </ac:spMkLst>
        </pc:spChg>
      </pc:sldChg>
      <pc:sldChg chg="addSp modSp add del">
        <pc:chgData name="Fernando Fontove" userId="39bcb981d82c3800" providerId="LiveId" clId="{9D6E8B82-6ADF-4099-BE36-0A7748D859B7}" dt="2025-09-18T14:51:49.153" v="5832" actId="47"/>
        <pc:sldMkLst>
          <pc:docMk/>
          <pc:sldMk cId="4053089956" sldId="374"/>
        </pc:sldMkLst>
      </pc:sldChg>
      <pc:sldChg chg="modSp add del mod">
        <pc:chgData name="Fernando Fontove" userId="39bcb981d82c3800" providerId="LiveId" clId="{9D6E8B82-6ADF-4099-BE36-0A7748D859B7}" dt="2025-10-31T18:42:10.678" v="7369" actId="47"/>
        <pc:sldMkLst>
          <pc:docMk/>
          <pc:sldMk cId="946703261" sldId="375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946703261" sldId="375"/>
            <ac:spMk id="2" creationId="{B92D66FA-4841-5FEC-1AC9-3E875A313695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946703261" sldId="375"/>
            <ac:spMk id="5" creationId="{CA99772D-1DEB-A70B-5304-3558B124102E}"/>
          </ac:spMkLst>
        </pc:spChg>
      </pc:sldChg>
      <pc:sldChg chg="modSp del mod">
        <pc:chgData name="Fernando Fontove" userId="39bcb981d82c3800" providerId="LiveId" clId="{9D6E8B82-6ADF-4099-BE36-0A7748D859B7}" dt="2025-10-31T18:42:10.678" v="7369" actId="47"/>
        <pc:sldMkLst>
          <pc:docMk/>
          <pc:sldMk cId="836035121" sldId="376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836035121" sldId="376"/>
            <ac:spMk id="3" creationId="{948F8EDB-3F0D-AB96-87AD-07B4706A5649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836035121" sldId="376"/>
            <ac:spMk id="4" creationId="{1DFBCECE-7222-F0C5-E78A-9B5E3AA68C97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836035121" sldId="376"/>
            <ac:spMk id="5" creationId="{6E00124D-C4D9-EF9A-8A31-78582DFA7A4A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836035121" sldId="376"/>
            <ac:spMk id="9" creationId="{D678B6E5-9CE1-D6D5-A678-4D6C58BAB8E2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836035121" sldId="376"/>
            <ac:spMk id="16" creationId="{52698EDE-CA52-7E51-305A-9FCF1C97A5D7}"/>
          </ac:spMkLst>
        </pc:spChg>
      </pc:sldChg>
      <pc:sldChg chg="addSp delSp modSp add mod">
        <pc:chgData name="Fernando Fontove" userId="39bcb981d82c3800" providerId="LiveId" clId="{9D6E8B82-6ADF-4099-BE36-0A7748D859B7}" dt="2025-10-31T18:52:24.045" v="7612" actId="20577"/>
        <pc:sldMkLst>
          <pc:docMk/>
          <pc:sldMk cId="2468130788" sldId="377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468130788" sldId="377"/>
            <ac:spMk id="5" creationId="{D71E82C3-932F-DA09-AECA-5EA55AAA7EE7}"/>
          </ac:spMkLst>
        </pc:spChg>
        <pc:spChg chg="mod">
          <ac:chgData name="Fernando Fontove" userId="39bcb981d82c3800" providerId="LiveId" clId="{9D6E8B82-6ADF-4099-BE36-0A7748D859B7}" dt="2025-10-31T18:52:24.045" v="7612" actId="20577"/>
          <ac:spMkLst>
            <pc:docMk/>
            <pc:sldMk cId="2468130788" sldId="377"/>
            <ac:spMk id="16" creationId="{5F5351EF-0E6A-4C25-1D32-BFA31AABFAFE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468130788" sldId="377"/>
            <ac:spMk id="17" creationId="{2692E079-2165-FA64-F0FB-CD48761AE3AC}"/>
          </ac:spMkLst>
        </pc:spChg>
        <pc:picChg chg="add del mod">
          <ac:chgData name="Fernando Fontove" userId="39bcb981d82c3800" providerId="LiveId" clId="{9D6E8B82-6ADF-4099-BE36-0A7748D859B7}" dt="2025-10-31T18:23:40.174" v="6463" actId="478"/>
          <ac:picMkLst>
            <pc:docMk/>
            <pc:sldMk cId="2468130788" sldId="377"/>
            <ac:picMk id="3" creationId="{319DFC75-BE1C-0345-8340-52F80DF57D81}"/>
          </ac:picMkLst>
        </pc:picChg>
        <pc:picChg chg="del">
          <ac:chgData name="Fernando Fontove" userId="39bcb981d82c3800" providerId="LiveId" clId="{9D6E8B82-6ADF-4099-BE36-0A7748D859B7}" dt="2025-10-31T18:21:03.504" v="6334" actId="478"/>
          <ac:picMkLst>
            <pc:docMk/>
            <pc:sldMk cId="2468130788" sldId="377"/>
            <ac:picMk id="4" creationId="{5D87EEBC-862F-02E1-496A-FFC4B94AFA0A}"/>
          </ac:picMkLst>
        </pc:picChg>
        <pc:picChg chg="add mod">
          <ac:chgData name="Fernando Fontove" userId="39bcb981d82c3800" providerId="LiveId" clId="{9D6E8B82-6ADF-4099-BE36-0A7748D859B7}" dt="2025-10-31T18:21:32.329" v="6343"/>
          <ac:picMkLst>
            <pc:docMk/>
            <pc:sldMk cId="2468130788" sldId="377"/>
            <ac:picMk id="7" creationId="{1BD81320-7839-BE10-B3BA-7A85370CA512}"/>
          </ac:picMkLst>
        </pc:picChg>
        <pc:picChg chg="add mod">
          <ac:chgData name="Fernando Fontove" userId="39bcb981d82c3800" providerId="LiveId" clId="{9D6E8B82-6ADF-4099-BE36-0A7748D859B7}" dt="2025-10-31T18:23:44.628" v="6464" actId="1076"/>
          <ac:picMkLst>
            <pc:docMk/>
            <pc:sldMk cId="2468130788" sldId="377"/>
            <ac:picMk id="9" creationId="{E055E85E-DE84-FFFA-D909-D1137B65703E}"/>
          </ac:picMkLst>
        </pc:picChg>
      </pc:sldChg>
      <pc:sldChg chg="addSp delSp modSp add mod chgLayout">
        <pc:chgData name="Fernando Fontove" userId="39bcb981d82c3800" providerId="LiveId" clId="{9D6E8B82-6ADF-4099-BE36-0A7748D859B7}" dt="2025-10-31T19:45:03.474" v="7959" actId="22"/>
        <pc:sldMkLst>
          <pc:docMk/>
          <pc:sldMk cId="876327229" sldId="378"/>
        </pc:sldMkLst>
        <pc:spChg chg="add del mod">
          <ac:chgData name="Fernando Fontove" userId="39bcb981d82c3800" providerId="LiveId" clId="{9D6E8B82-6ADF-4099-BE36-0A7748D859B7}" dt="2025-10-31T18:23:47.641" v="6466"/>
          <ac:spMkLst>
            <pc:docMk/>
            <pc:sldMk cId="876327229" sldId="378"/>
            <ac:spMk id="4" creationId="{8F1CAC33-579C-0E0E-5D16-0ECA2B1C42EE}"/>
          </ac:spMkLst>
        </pc:spChg>
        <pc:spChg chg="mod ord">
          <ac:chgData name="Fernando Fontove" userId="39bcb981d82c3800" providerId="LiveId" clId="{9D6E8B82-6ADF-4099-BE36-0A7748D859B7}" dt="2025-10-31T18:37:13.914" v="7040" actId="790"/>
          <ac:spMkLst>
            <pc:docMk/>
            <pc:sldMk cId="876327229" sldId="378"/>
            <ac:spMk id="5" creationId="{0DD82D70-BAA4-0BF7-B828-5CBD21DCD7A6}"/>
          </ac:spMkLst>
        </pc:spChg>
        <pc:spChg chg="add del mod ord">
          <ac:chgData name="Fernando Fontove" userId="39bcb981d82c3800" providerId="LiveId" clId="{9D6E8B82-6ADF-4099-BE36-0A7748D859B7}" dt="2025-10-31T18:24:39.038" v="6479" actId="478"/>
          <ac:spMkLst>
            <pc:docMk/>
            <pc:sldMk cId="876327229" sldId="378"/>
            <ac:spMk id="8" creationId="{2D3AD692-F32C-7591-7DFC-4155CE3EC791}"/>
          </ac:spMkLst>
        </pc:spChg>
        <pc:spChg chg="add del mod">
          <ac:chgData name="Fernando Fontove" userId="39bcb981d82c3800" providerId="LiveId" clId="{9D6E8B82-6ADF-4099-BE36-0A7748D859B7}" dt="2025-10-31T18:52:43.521" v="7637" actId="478"/>
          <ac:spMkLst>
            <pc:docMk/>
            <pc:sldMk cId="876327229" sldId="378"/>
            <ac:spMk id="9" creationId="{0F5EB315-2E91-C1DD-9557-575C83FAC336}"/>
          </ac:spMkLst>
        </pc:spChg>
        <pc:spChg chg="add mod">
          <ac:chgData name="Fernando Fontove" userId="39bcb981d82c3800" providerId="LiveId" clId="{9D6E8B82-6ADF-4099-BE36-0A7748D859B7}" dt="2025-10-31T18:52:50.071" v="7658" actId="20577"/>
          <ac:spMkLst>
            <pc:docMk/>
            <pc:sldMk cId="876327229" sldId="378"/>
            <ac:spMk id="10" creationId="{093DBC02-610F-81CE-A167-AD088FA931F1}"/>
          </ac:spMkLst>
        </pc:spChg>
        <pc:spChg chg="add mod">
          <ac:chgData name="Fernando Fontove" userId="39bcb981d82c3800" providerId="LiveId" clId="{9D6E8B82-6ADF-4099-BE36-0A7748D859B7}" dt="2025-10-31T18:53:17.154" v="7666" actId="14100"/>
          <ac:spMkLst>
            <pc:docMk/>
            <pc:sldMk cId="876327229" sldId="378"/>
            <ac:spMk id="11" creationId="{AC2A5CB2-E86B-755F-BF19-2FBBE7E23F21}"/>
          </ac:spMkLst>
        </pc:spChg>
        <pc:spChg chg="add del mod">
          <ac:chgData name="Fernando Fontove" userId="39bcb981d82c3800" providerId="LiveId" clId="{9D6E8B82-6ADF-4099-BE36-0A7748D859B7}" dt="2025-10-31T18:53:03.427" v="7661" actId="478"/>
          <ac:spMkLst>
            <pc:docMk/>
            <pc:sldMk cId="876327229" sldId="378"/>
            <ac:spMk id="13" creationId="{16EFCF47-79C6-53E0-185E-41F1A7873D15}"/>
          </ac:spMkLst>
        </pc:spChg>
        <pc:spChg chg="add del">
          <ac:chgData name="Fernando Fontove" userId="39bcb981d82c3800" providerId="LiveId" clId="{9D6E8B82-6ADF-4099-BE36-0A7748D859B7}" dt="2025-10-31T19:45:03.474" v="7959" actId="22"/>
          <ac:spMkLst>
            <pc:docMk/>
            <pc:sldMk cId="876327229" sldId="378"/>
            <ac:spMk id="15" creationId="{959CB037-24E6-0452-86ED-8657F44C239B}"/>
          </ac:spMkLst>
        </pc:spChg>
        <pc:spChg chg="del mod ord">
          <ac:chgData name="Fernando Fontove" userId="39bcb981d82c3800" providerId="LiveId" clId="{9D6E8B82-6ADF-4099-BE36-0A7748D859B7}" dt="2025-10-31T18:53:00.127" v="7660" actId="478"/>
          <ac:spMkLst>
            <pc:docMk/>
            <pc:sldMk cId="876327229" sldId="378"/>
            <ac:spMk id="16" creationId="{F8B97A76-D754-901E-10A6-BA7A28F5ED40}"/>
          </ac:spMkLst>
        </pc:spChg>
        <pc:spChg chg="del">
          <ac:chgData name="Fernando Fontove" userId="39bcb981d82c3800" providerId="LiveId" clId="{9D6E8B82-6ADF-4099-BE36-0A7748D859B7}" dt="2025-10-31T18:22:07.698" v="6456" actId="478"/>
          <ac:spMkLst>
            <pc:docMk/>
            <pc:sldMk cId="876327229" sldId="378"/>
            <ac:spMk id="17" creationId="{8431D3A2-FD86-5551-2CBB-8F8F1EDFC939}"/>
          </ac:spMkLst>
        </pc:spChg>
        <pc:picChg chg="del mod">
          <ac:chgData name="Fernando Fontove" userId="39bcb981d82c3800" providerId="LiveId" clId="{9D6E8B82-6ADF-4099-BE36-0A7748D859B7}" dt="2025-10-31T18:23:47.201" v="6465" actId="478"/>
          <ac:picMkLst>
            <pc:docMk/>
            <pc:sldMk cId="876327229" sldId="378"/>
            <ac:picMk id="3" creationId="{E4A5F094-2A5D-962E-BA84-1727625E44B1}"/>
          </ac:picMkLst>
        </pc:picChg>
        <pc:picChg chg="add mod ord">
          <ac:chgData name="Fernando Fontove" userId="39bcb981d82c3800" providerId="LiveId" clId="{9D6E8B82-6ADF-4099-BE36-0A7748D859B7}" dt="2025-10-31T18:24:36.919" v="6478" actId="1076"/>
          <ac:picMkLst>
            <pc:docMk/>
            <pc:sldMk cId="876327229" sldId="378"/>
            <ac:picMk id="7" creationId="{79CF6F13-7124-DE69-62C5-FCC1BE1280E1}"/>
          </ac:picMkLst>
        </pc:picChg>
      </pc:sldChg>
      <pc:sldChg chg="modSp add mod">
        <pc:chgData name="Fernando Fontove" userId="39bcb981d82c3800" providerId="LiveId" clId="{9D6E8B82-6ADF-4099-BE36-0A7748D859B7}" dt="2025-10-31T18:37:13.914" v="7040" actId="790"/>
        <pc:sldMkLst>
          <pc:docMk/>
          <pc:sldMk cId="157119694" sldId="379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157119694" sldId="379"/>
            <ac:spMk id="5" creationId="{8ABA10C8-6376-4C3F-6DEA-5A0D9086D2CF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157119694" sldId="379"/>
            <ac:spMk id="16" creationId="{BDED52AA-6AA9-F24E-805F-6D983EA8E118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157119694" sldId="379"/>
            <ac:spMk id="17" creationId="{DD13F80F-BD4F-2EB3-B6B5-7D74C1DF9154}"/>
          </ac:spMkLst>
        </pc:spChg>
      </pc:sldChg>
      <pc:sldChg chg="addSp delSp modSp add mod">
        <pc:chgData name="Fernando Fontove" userId="39bcb981d82c3800" providerId="LiveId" clId="{9D6E8B82-6ADF-4099-BE36-0A7748D859B7}" dt="2025-10-31T18:37:13.914" v="7040" actId="790"/>
        <pc:sldMkLst>
          <pc:docMk/>
          <pc:sldMk cId="260786884" sldId="380"/>
        </pc:sldMkLst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60786884" sldId="380"/>
            <ac:spMk id="5" creationId="{A3691D48-4071-5EC4-C206-312B9544AF5D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60786884" sldId="380"/>
            <ac:spMk id="16" creationId="{74264B38-2A47-9EF0-6DD3-A59FEF3590AD}"/>
          </ac:spMkLst>
        </pc:spChg>
        <pc:spChg chg="mod">
          <ac:chgData name="Fernando Fontove" userId="39bcb981d82c3800" providerId="LiveId" clId="{9D6E8B82-6ADF-4099-BE36-0A7748D859B7}" dt="2025-10-31T18:37:13.914" v="7040" actId="790"/>
          <ac:spMkLst>
            <pc:docMk/>
            <pc:sldMk cId="260786884" sldId="380"/>
            <ac:spMk id="17" creationId="{5089471E-4F29-3AF7-8018-E23E6E841818}"/>
          </ac:spMkLst>
        </pc:spChg>
        <pc:picChg chg="add del mod">
          <ac:chgData name="Fernando Fontove" userId="39bcb981d82c3800" providerId="LiveId" clId="{9D6E8B82-6ADF-4099-BE36-0A7748D859B7}" dt="2025-10-31T18:34:55.974" v="6877" actId="478"/>
          <ac:picMkLst>
            <pc:docMk/>
            <pc:sldMk cId="260786884" sldId="380"/>
            <ac:picMk id="3" creationId="{F000E060-2C0C-CFEF-36A4-B3821F894BB5}"/>
          </ac:picMkLst>
        </pc:picChg>
        <pc:picChg chg="del">
          <ac:chgData name="Fernando Fontove" userId="39bcb981d82c3800" providerId="LiveId" clId="{9D6E8B82-6ADF-4099-BE36-0A7748D859B7}" dt="2025-10-31T18:33:00.864" v="6872" actId="478"/>
          <ac:picMkLst>
            <pc:docMk/>
            <pc:sldMk cId="260786884" sldId="380"/>
            <ac:picMk id="4" creationId="{A91C3C80-0AB4-B879-CD7C-821BCD415460}"/>
          </ac:picMkLst>
        </pc:picChg>
        <pc:picChg chg="add mod">
          <ac:chgData name="Fernando Fontove" userId="39bcb981d82c3800" providerId="LiveId" clId="{9D6E8B82-6ADF-4099-BE36-0A7748D859B7}" dt="2025-10-31T18:34:59.995" v="6881" actId="1076"/>
          <ac:picMkLst>
            <pc:docMk/>
            <pc:sldMk cId="260786884" sldId="380"/>
            <ac:picMk id="7" creationId="{8E686AB4-0EFA-64D5-8E94-8B6A1621C3B2}"/>
          </ac:picMkLst>
        </pc:picChg>
      </pc:sldChg>
      <pc:sldChg chg="modSp add mod">
        <pc:chgData name="Fernando Fontove" userId="39bcb981d82c3800" providerId="LiveId" clId="{9D6E8B82-6ADF-4099-BE36-0A7748D859B7}" dt="2025-10-31T19:58:55.748" v="9646" actId="20577"/>
        <pc:sldMkLst>
          <pc:docMk/>
          <pc:sldMk cId="2488809002" sldId="381"/>
        </pc:sldMkLst>
        <pc:spChg chg="mod">
          <ac:chgData name="Fernando Fontove" userId="39bcb981d82c3800" providerId="LiveId" clId="{9D6E8B82-6ADF-4099-BE36-0A7748D859B7}" dt="2025-10-31T19:58:55.748" v="9646" actId="20577"/>
          <ac:spMkLst>
            <pc:docMk/>
            <pc:sldMk cId="2488809002" sldId="381"/>
            <ac:spMk id="4" creationId="{9A4FBC45-6B56-E5B5-2AFB-BA59CD6ABA35}"/>
          </ac:spMkLst>
        </pc:spChg>
        <pc:spChg chg="mod">
          <ac:chgData name="Fernando Fontove" userId="39bcb981d82c3800" providerId="LiveId" clId="{9D6E8B82-6ADF-4099-BE36-0A7748D859B7}" dt="2025-10-31T18:52:22.828" v="7610" actId="20577"/>
          <ac:spMkLst>
            <pc:docMk/>
            <pc:sldMk cId="2488809002" sldId="381"/>
            <ac:spMk id="16" creationId="{AB787100-02F1-85E0-81E1-607C1C8C856E}"/>
          </ac:spMkLst>
        </pc:spChg>
      </pc:sldChg>
      <pc:sldChg chg="addSp delSp modSp add mod">
        <pc:chgData name="Fernando Fontove" userId="39bcb981d82c3800" providerId="LiveId" clId="{9D6E8B82-6ADF-4099-BE36-0A7748D859B7}" dt="2025-10-31T20:04:01.668" v="9685" actId="1076"/>
        <pc:sldMkLst>
          <pc:docMk/>
          <pc:sldMk cId="2631320971" sldId="382"/>
        </pc:sldMkLst>
        <pc:spChg chg="del mod">
          <ac:chgData name="Fernando Fontove" userId="39bcb981d82c3800" providerId="LiveId" clId="{9D6E8B82-6ADF-4099-BE36-0A7748D859B7}" dt="2025-10-31T20:01:41.394" v="9672" actId="478"/>
          <ac:spMkLst>
            <pc:docMk/>
            <pc:sldMk cId="2631320971" sldId="382"/>
            <ac:spMk id="4" creationId="{3EBB484A-CFFC-E12A-3658-B6A1E94D3B19}"/>
          </ac:spMkLst>
        </pc:spChg>
        <pc:spChg chg="mod">
          <ac:chgData name="Fernando Fontove" userId="39bcb981d82c3800" providerId="LiveId" clId="{9D6E8B82-6ADF-4099-BE36-0A7748D859B7}" dt="2025-10-31T19:59:09.204" v="9670" actId="20577"/>
          <ac:spMkLst>
            <pc:docMk/>
            <pc:sldMk cId="2631320971" sldId="382"/>
            <ac:spMk id="16" creationId="{3CFFFB37-BE3E-8981-9DE1-270A961AF64F}"/>
          </ac:spMkLst>
        </pc:spChg>
        <pc:picChg chg="add del mod">
          <ac:chgData name="Fernando Fontove" userId="39bcb981d82c3800" providerId="LiveId" clId="{9D6E8B82-6ADF-4099-BE36-0A7748D859B7}" dt="2025-10-31T20:02:06.813" v="9675" actId="478"/>
          <ac:picMkLst>
            <pc:docMk/>
            <pc:sldMk cId="2631320971" sldId="382"/>
            <ac:picMk id="3" creationId="{3BDE84F8-ABE0-BDFE-2516-2DC7C8B92959}"/>
          </ac:picMkLst>
        </pc:picChg>
        <pc:picChg chg="add del mod">
          <ac:chgData name="Fernando Fontove" userId="39bcb981d82c3800" providerId="LiveId" clId="{9D6E8B82-6ADF-4099-BE36-0A7748D859B7}" dt="2025-10-31T20:03:50.226" v="9680" actId="478"/>
          <ac:picMkLst>
            <pc:docMk/>
            <pc:sldMk cId="2631320971" sldId="382"/>
            <ac:picMk id="7" creationId="{C982938D-AFB2-77F4-1B36-7988904EB7CC}"/>
          </ac:picMkLst>
        </pc:picChg>
        <pc:picChg chg="add mod">
          <ac:chgData name="Fernando Fontove" userId="39bcb981d82c3800" providerId="LiveId" clId="{9D6E8B82-6ADF-4099-BE36-0A7748D859B7}" dt="2025-10-31T20:03:24.731" v="9679" actId="1076"/>
          <ac:picMkLst>
            <pc:docMk/>
            <pc:sldMk cId="2631320971" sldId="382"/>
            <ac:picMk id="9" creationId="{9C885B79-5779-A58F-AFFC-DFB21643D1ED}"/>
          </ac:picMkLst>
        </pc:picChg>
        <pc:picChg chg="add mod ord">
          <ac:chgData name="Fernando Fontove" userId="39bcb981d82c3800" providerId="LiveId" clId="{9D6E8B82-6ADF-4099-BE36-0A7748D859B7}" dt="2025-10-31T20:04:01.668" v="9685" actId="1076"/>
          <ac:picMkLst>
            <pc:docMk/>
            <pc:sldMk cId="2631320971" sldId="382"/>
            <ac:picMk id="11" creationId="{A65C2BBE-D4F1-8FD4-04B9-1197DB8A8E58}"/>
          </ac:picMkLst>
        </pc:picChg>
      </pc:sldChg>
      <pc:sldChg chg="addSp delSp modSp add del mod">
        <pc:chgData name="Fernando Fontove" userId="39bcb981d82c3800" providerId="LiveId" clId="{9D6E8B82-6ADF-4099-BE36-0A7748D859B7}" dt="2025-10-31T19:46:25.500" v="7977" actId="47"/>
        <pc:sldMkLst>
          <pc:docMk/>
          <pc:sldMk cId="2923068359" sldId="383"/>
        </pc:sldMkLst>
        <pc:spChg chg="add del mod">
          <ac:chgData name="Fernando Fontove" userId="39bcb981d82c3800" providerId="LiveId" clId="{9D6E8B82-6ADF-4099-BE36-0A7748D859B7}" dt="2025-10-31T19:43:48.491" v="7912"/>
          <ac:spMkLst>
            <pc:docMk/>
            <pc:sldMk cId="2923068359" sldId="383"/>
            <ac:spMk id="6" creationId="{2EB27D3C-7EC5-9237-6D6C-D1B2849494BC}"/>
          </ac:spMkLst>
        </pc:spChg>
        <pc:spChg chg="add del mod">
          <ac:chgData name="Fernando Fontove" userId="39bcb981d82c3800" providerId="LiveId" clId="{9D6E8B82-6ADF-4099-BE36-0A7748D859B7}" dt="2025-10-31T19:42:31.249" v="7906" actId="21"/>
          <ac:spMkLst>
            <pc:docMk/>
            <pc:sldMk cId="2923068359" sldId="383"/>
            <ac:spMk id="9" creationId="{D797EFD8-BCD1-E5B6-5F11-EA8F86C53033}"/>
          </ac:spMkLst>
        </pc:spChg>
        <pc:spChg chg="add del mod">
          <ac:chgData name="Fernando Fontove" userId="39bcb981d82c3800" providerId="LiveId" clId="{9D6E8B82-6ADF-4099-BE36-0A7748D859B7}" dt="2025-10-31T19:43:53.092" v="7916" actId="478"/>
          <ac:spMkLst>
            <pc:docMk/>
            <pc:sldMk cId="2923068359" sldId="383"/>
            <ac:spMk id="13" creationId="{35979120-21DA-BCC6-22D3-B590C39C7ADD}"/>
          </ac:spMkLst>
        </pc:spChg>
        <pc:spChg chg="add del mod">
          <ac:chgData name="Fernando Fontove" userId="39bcb981d82c3800" providerId="LiveId" clId="{9D6E8B82-6ADF-4099-BE36-0A7748D859B7}" dt="2025-10-31T19:45:58.542" v="7968" actId="21"/>
          <ac:spMkLst>
            <pc:docMk/>
            <pc:sldMk cId="2923068359" sldId="383"/>
            <ac:spMk id="16" creationId="{4A26D5E3-05D1-3AED-DDD5-A94A620D760D}"/>
          </ac:spMkLst>
        </pc:spChg>
        <pc:spChg chg="del">
          <ac:chgData name="Fernando Fontove" userId="39bcb981d82c3800" providerId="LiveId" clId="{9D6E8B82-6ADF-4099-BE36-0A7748D859B7}" dt="2025-10-31T19:42:11.001" v="7828" actId="478"/>
          <ac:spMkLst>
            <pc:docMk/>
            <pc:sldMk cId="2923068359" sldId="383"/>
            <ac:spMk id="17" creationId="{05F99154-39D4-6950-CA47-77275365D0D6}"/>
          </ac:spMkLst>
        </pc:spChg>
        <pc:picChg chg="add del mod">
          <ac:chgData name="Fernando Fontove" userId="39bcb981d82c3800" providerId="LiveId" clId="{9D6E8B82-6ADF-4099-BE36-0A7748D859B7}" dt="2025-10-31T19:43:48.161" v="7911" actId="478"/>
          <ac:picMkLst>
            <pc:docMk/>
            <pc:sldMk cId="2923068359" sldId="383"/>
            <ac:picMk id="3" creationId="{E194DDBF-B911-E147-2A26-2B218F05DD19}"/>
          </ac:picMkLst>
        </pc:picChg>
        <pc:picChg chg="del">
          <ac:chgData name="Fernando Fontove" userId="39bcb981d82c3800" providerId="LiveId" clId="{9D6E8B82-6ADF-4099-BE36-0A7748D859B7}" dt="2025-10-31T19:42:07.654" v="7824" actId="478"/>
          <ac:picMkLst>
            <pc:docMk/>
            <pc:sldMk cId="2923068359" sldId="383"/>
            <ac:picMk id="7" creationId="{96F65C25-5780-38DB-F49B-319D2973F365}"/>
          </ac:picMkLst>
        </pc:picChg>
        <pc:picChg chg="add del mod">
          <ac:chgData name="Fernando Fontove" userId="39bcb981d82c3800" providerId="LiveId" clId="{9D6E8B82-6ADF-4099-BE36-0A7748D859B7}" dt="2025-10-31T19:43:50.716" v="7915" actId="478"/>
          <ac:picMkLst>
            <pc:docMk/>
            <pc:sldMk cId="2923068359" sldId="383"/>
            <ac:picMk id="11" creationId="{8C62FEAB-5921-E3E8-6031-C7675C7CB264}"/>
          </ac:picMkLst>
        </pc:picChg>
        <pc:picChg chg="add mod">
          <ac:chgData name="Fernando Fontove" userId="39bcb981d82c3800" providerId="LiveId" clId="{9D6E8B82-6ADF-4099-BE36-0A7748D859B7}" dt="2025-10-31T19:43:58.882" v="7921" actId="1076"/>
          <ac:picMkLst>
            <pc:docMk/>
            <pc:sldMk cId="2923068359" sldId="383"/>
            <ac:picMk id="15" creationId="{6FC3BFE1-7AE6-9408-F462-C6A642F97A0A}"/>
          </ac:picMkLst>
        </pc:picChg>
      </pc:sldChg>
      <pc:sldChg chg="addSp modSp add mod">
        <pc:chgData name="Fernando Fontove" userId="39bcb981d82c3800" providerId="LiveId" clId="{9D6E8B82-6ADF-4099-BE36-0A7748D859B7}" dt="2025-10-31T20:06:14.861" v="9696"/>
        <pc:sldMkLst>
          <pc:docMk/>
          <pc:sldMk cId="3294580005" sldId="384"/>
        </pc:sldMkLst>
        <pc:spChg chg="mod">
          <ac:chgData name="Fernando Fontove" userId="39bcb981d82c3800" providerId="LiveId" clId="{9D6E8B82-6ADF-4099-BE36-0A7748D859B7}" dt="2025-10-31T19:45:21.921" v="7964" actId="120"/>
          <ac:spMkLst>
            <pc:docMk/>
            <pc:sldMk cId="3294580005" sldId="384"/>
            <ac:spMk id="11" creationId="{1404D639-9532-9A30-C021-62F359B7000F}"/>
          </ac:spMkLst>
        </pc:spChg>
        <pc:picChg chg="add mod">
          <ac:chgData name="Fernando Fontove" userId="39bcb981d82c3800" providerId="LiveId" clId="{9D6E8B82-6ADF-4099-BE36-0A7748D859B7}" dt="2025-10-31T20:06:14.861" v="9696"/>
          <ac:picMkLst>
            <pc:docMk/>
            <pc:sldMk cId="3294580005" sldId="384"/>
            <ac:picMk id="2" creationId="{1BA968E8-24C1-17B8-373E-EC36CF1E4E6F}"/>
          </ac:picMkLst>
        </pc:picChg>
      </pc:sldChg>
      <pc:sldChg chg="addSp delSp modSp add mod">
        <pc:chgData name="Fernando Fontove" userId="39bcb981d82c3800" providerId="LiveId" clId="{9D6E8B82-6ADF-4099-BE36-0A7748D859B7}" dt="2025-10-31T19:46:20.659" v="7976" actId="478"/>
        <pc:sldMkLst>
          <pc:docMk/>
          <pc:sldMk cId="3816394959" sldId="385"/>
        </pc:sldMkLst>
        <pc:spChg chg="mod">
          <ac:chgData name="Fernando Fontove" userId="39bcb981d82c3800" providerId="LiveId" clId="{9D6E8B82-6ADF-4099-BE36-0A7748D859B7}" dt="2025-10-31T19:46:03.217" v="7970"/>
          <ac:spMkLst>
            <pc:docMk/>
            <pc:sldMk cId="3816394959" sldId="385"/>
            <ac:spMk id="17" creationId="{BAEE6027-F4F9-CF60-8881-0141E912B285}"/>
          </ac:spMkLst>
        </pc:spChg>
        <pc:picChg chg="add mod ord">
          <ac:chgData name="Fernando Fontove" userId="39bcb981d82c3800" providerId="LiveId" clId="{9D6E8B82-6ADF-4099-BE36-0A7748D859B7}" dt="2025-10-31T19:46:18.783" v="7975" actId="167"/>
          <ac:picMkLst>
            <pc:docMk/>
            <pc:sldMk cId="3816394959" sldId="385"/>
            <ac:picMk id="2" creationId="{EA71F813-8826-9A44-A322-94CA248914B7}"/>
          </ac:picMkLst>
        </pc:picChg>
        <pc:picChg chg="del">
          <ac:chgData name="Fernando Fontove" userId="39bcb981d82c3800" providerId="LiveId" clId="{9D6E8B82-6ADF-4099-BE36-0A7748D859B7}" dt="2025-10-31T19:46:20.659" v="7976" actId="478"/>
          <ac:picMkLst>
            <pc:docMk/>
            <pc:sldMk cId="3816394959" sldId="385"/>
            <ac:picMk id="7" creationId="{910DAD70-42B1-8A33-8955-D1DBDC133352}"/>
          </ac:picMkLst>
        </pc:picChg>
      </pc:sldChg>
      <pc:sldChg chg="modSp add mod">
        <pc:chgData name="Fernando Fontove" userId="39bcb981d82c3800" providerId="LiveId" clId="{9D6E8B82-6ADF-4099-BE36-0A7748D859B7}" dt="2025-10-31T19:50:52.951" v="8723" actId="20577"/>
        <pc:sldMkLst>
          <pc:docMk/>
          <pc:sldMk cId="476534228" sldId="386"/>
        </pc:sldMkLst>
        <pc:spChg chg="mod">
          <ac:chgData name="Fernando Fontove" userId="39bcb981d82c3800" providerId="LiveId" clId="{9D6E8B82-6ADF-4099-BE36-0A7748D859B7}" dt="2025-10-31T19:50:52.951" v="8723" actId="20577"/>
          <ac:spMkLst>
            <pc:docMk/>
            <pc:sldMk cId="476534228" sldId="386"/>
            <ac:spMk id="4" creationId="{6E41F7FB-4696-63F5-9DB4-CA88D4198865}"/>
          </ac:spMkLst>
        </pc:spChg>
        <pc:spChg chg="mod">
          <ac:chgData name="Fernando Fontove" userId="39bcb981d82c3800" providerId="LiveId" clId="{9D6E8B82-6ADF-4099-BE36-0A7748D859B7}" dt="2025-10-31T19:49:23.116" v="8305" actId="20577"/>
          <ac:spMkLst>
            <pc:docMk/>
            <pc:sldMk cId="476534228" sldId="386"/>
            <ac:spMk id="16" creationId="{E4426939-80AD-B465-7401-F8E1B7F95339}"/>
          </ac:spMkLst>
        </pc:spChg>
      </pc:sldChg>
      <pc:sldChg chg="modSp add mod">
        <pc:chgData name="Fernando Fontove" userId="39bcb981d82c3800" providerId="LiveId" clId="{9D6E8B82-6ADF-4099-BE36-0A7748D859B7}" dt="2025-10-31T19:57:20.333" v="9332" actId="20577"/>
        <pc:sldMkLst>
          <pc:docMk/>
          <pc:sldMk cId="3371595258" sldId="387"/>
        </pc:sldMkLst>
        <pc:spChg chg="mod">
          <ac:chgData name="Fernando Fontove" userId="39bcb981d82c3800" providerId="LiveId" clId="{9D6E8B82-6ADF-4099-BE36-0A7748D859B7}" dt="2025-10-31T19:57:20.333" v="9332" actId="20577"/>
          <ac:spMkLst>
            <pc:docMk/>
            <pc:sldMk cId="3371595258" sldId="387"/>
            <ac:spMk id="4" creationId="{59C2ED90-6A40-F967-83AA-C15C749FB167}"/>
          </ac:spMkLst>
        </pc:spChg>
      </pc:sldChg>
      <pc:sldMasterChg chg="modSldLayout">
        <pc:chgData name="Fernando Fontove" userId="39bcb981d82c3800" providerId="LiveId" clId="{9D6E8B82-6ADF-4099-BE36-0A7748D859B7}" dt="2025-10-31T20:07:42.180" v="9711"/>
        <pc:sldMasterMkLst>
          <pc:docMk/>
          <pc:sldMasterMk cId="737433849" sldId="2147483648"/>
        </pc:sldMasterMkLst>
        <pc:sldLayoutChg chg="delSp mod">
          <pc:chgData name="Fernando Fontove" userId="39bcb981d82c3800" providerId="LiveId" clId="{9D6E8B82-6ADF-4099-BE36-0A7748D859B7}" dt="2025-10-31T17:45:16.788" v="6085" actId="478"/>
          <pc:sldLayoutMkLst>
            <pc:docMk/>
            <pc:sldMasterMk cId="737433849" sldId="2147483648"/>
            <pc:sldLayoutMk cId="2167580397" sldId="2147483649"/>
          </pc:sldLayoutMkLst>
          <pc:picChg chg="del">
            <ac:chgData name="Fernando Fontove" userId="39bcb981d82c3800" providerId="LiveId" clId="{9D6E8B82-6ADF-4099-BE36-0A7748D859B7}" dt="2025-10-31T17:45:16.788" v="6085" actId="478"/>
            <ac:picMkLst>
              <pc:docMk/>
              <pc:sldMasterMk cId="737433849" sldId="2147483648"/>
              <pc:sldLayoutMk cId="2167580397" sldId="2147483649"/>
              <ac:picMk id="8" creationId="{87F1940D-7857-1ECA-F132-C6992314CB24}"/>
            </ac:picMkLst>
          </pc:picChg>
        </pc:sldLayoutChg>
        <pc:sldLayoutChg chg="addSp delSp modSp mod">
          <pc:chgData name="Fernando Fontove" userId="39bcb981d82c3800" providerId="LiveId" clId="{9D6E8B82-6ADF-4099-BE36-0A7748D859B7}" dt="2025-10-31T20:07:32.292" v="9710" actId="478"/>
          <pc:sldLayoutMkLst>
            <pc:docMk/>
            <pc:sldMasterMk cId="737433849" sldId="2147483648"/>
            <pc:sldLayoutMk cId="223485332" sldId="2147483651"/>
          </pc:sldLayoutMkLst>
          <pc:picChg chg="del mod">
            <ac:chgData name="Fernando Fontove" userId="39bcb981d82c3800" providerId="LiveId" clId="{9D6E8B82-6ADF-4099-BE36-0A7748D859B7}" dt="2025-10-31T20:06:24.323" v="9698" actId="478"/>
            <ac:picMkLst>
              <pc:docMk/>
              <pc:sldMasterMk cId="737433849" sldId="2147483648"/>
              <pc:sldLayoutMk cId="223485332" sldId="2147483651"/>
              <ac:picMk id="7" creationId="{6F448B51-A6E2-8F6B-F07A-C4954BCB20A0}"/>
            </ac:picMkLst>
          </pc:picChg>
          <pc:picChg chg="add mod">
            <ac:chgData name="Fernando Fontove" userId="39bcb981d82c3800" providerId="LiveId" clId="{9D6E8B82-6ADF-4099-BE36-0A7748D859B7}" dt="2025-10-31T20:05:54.886" v="9693" actId="1076"/>
            <ac:picMkLst>
              <pc:docMk/>
              <pc:sldMasterMk cId="737433849" sldId="2147483648"/>
              <pc:sldLayoutMk cId="223485332" sldId="2147483651"/>
              <ac:picMk id="8" creationId="{B8CBE53D-6D9A-0D79-4B17-27CB3723D561}"/>
            </ac:picMkLst>
          </pc:picChg>
          <pc:picChg chg="add del mod">
            <ac:chgData name="Fernando Fontove" userId="39bcb981d82c3800" providerId="LiveId" clId="{9D6E8B82-6ADF-4099-BE36-0A7748D859B7}" dt="2025-10-31T20:07:32.292" v="9710" actId="478"/>
            <ac:picMkLst>
              <pc:docMk/>
              <pc:sldMasterMk cId="737433849" sldId="2147483648"/>
              <pc:sldLayoutMk cId="223485332" sldId="2147483651"/>
              <ac:picMk id="15" creationId="{7DD10F03-E799-097E-BC92-10B285E87E6B}"/>
            </ac:picMkLst>
          </pc:picChg>
          <pc:picChg chg="mod">
            <ac:chgData name="Fernando Fontove" userId="39bcb981d82c3800" providerId="LiveId" clId="{9D6E8B82-6ADF-4099-BE36-0A7748D859B7}" dt="2025-10-31T20:05:47.670" v="9690" actId="1076"/>
            <ac:picMkLst>
              <pc:docMk/>
              <pc:sldMasterMk cId="737433849" sldId="2147483648"/>
              <pc:sldLayoutMk cId="223485332" sldId="2147483651"/>
              <ac:picMk id="18" creationId="{55DDEC75-C7A6-2EC3-4785-31E56B8BAFF7}"/>
            </ac:picMkLst>
          </pc:picChg>
        </pc:sldLayoutChg>
        <pc:sldLayoutChg chg="addSp delSp modSp mod">
          <pc:chgData name="Fernando Fontove" userId="39bcb981d82c3800" providerId="LiveId" clId="{9D6E8B82-6ADF-4099-BE36-0A7748D859B7}" dt="2025-10-31T20:07:42.180" v="9711"/>
          <pc:sldLayoutMkLst>
            <pc:docMk/>
            <pc:sldMasterMk cId="737433849" sldId="2147483648"/>
            <pc:sldLayoutMk cId="1944523695" sldId="2147483653"/>
          </pc:sldLayoutMkLst>
          <pc:spChg chg="add del">
            <ac:chgData name="Fernando Fontove" userId="39bcb981d82c3800" providerId="LiveId" clId="{9D6E8B82-6ADF-4099-BE36-0A7748D859B7}" dt="2025-10-31T20:05:35.345" v="9688" actId="478"/>
            <ac:spMkLst>
              <pc:docMk/>
              <pc:sldMasterMk cId="737433849" sldId="2147483648"/>
              <pc:sldLayoutMk cId="1944523695" sldId="2147483653"/>
              <ac:spMk id="10" creationId="{1205ABD4-5AFD-4B99-8836-D12AA42FCCE5}"/>
            </ac:spMkLst>
          </pc:spChg>
          <pc:picChg chg="del">
            <ac:chgData name="Fernando Fontove" userId="39bcb981d82c3800" providerId="LiveId" clId="{9D6E8B82-6ADF-4099-BE36-0A7748D859B7}" dt="2025-10-31T20:05:36.125" v="9689" actId="478"/>
            <ac:picMkLst>
              <pc:docMk/>
              <pc:sldMasterMk cId="737433849" sldId="2147483648"/>
              <pc:sldLayoutMk cId="1944523695" sldId="2147483653"/>
              <ac:picMk id="3" creationId="{F3B742F2-89B8-6AFA-8022-0283384BF533}"/>
            </ac:picMkLst>
          </pc:picChg>
          <pc:picChg chg="add mod">
            <ac:chgData name="Fernando Fontove" userId="39bcb981d82c3800" providerId="LiveId" clId="{9D6E8B82-6ADF-4099-BE36-0A7748D859B7}" dt="2025-10-31T20:07:18.995" v="9709"/>
            <ac:picMkLst>
              <pc:docMk/>
              <pc:sldMasterMk cId="737433849" sldId="2147483648"/>
              <pc:sldLayoutMk cId="1944523695" sldId="2147483653"/>
              <ac:picMk id="5" creationId="{EF497B5C-9F65-6260-5A63-6EFF92618CDB}"/>
            </ac:picMkLst>
          </pc:picChg>
          <pc:picChg chg="add mod">
            <ac:chgData name="Fernando Fontove" userId="39bcb981d82c3800" providerId="LiveId" clId="{9D6E8B82-6ADF-4099-BE36-0A7748D859B7}" dt="2025-10-31T20:07:42.180" v="9711"/>
            <ac:picMkLst>
              <pc:docMk/>
              <pc:sldMasterMk cId="737433849" sldId="2147483648"/>
              <pc:sldLayoutMk cId="1944523695" sldId="2147483653"/>
              <ac:picMk id="6" creationId="{1E5036D6-517E-2B12-71C8-3B684F3F327E}"/>
            </ac:picMkLst>
          </pc:picChg>
        </pc:sldLayoutChg>
      </pc:sldMasterChg>
    </pc:docChg>
  </pc:docChgLst>
  <pc:docChgLst>
    <pc:chgData name="Fernando Fontove" userId="39bcb981d82c3800" providerId="LiveId" clId="{5C6D685B-1B26-43CB-8FF4-62CDCA66397C}"/>
    <pc:docChg chg="custSel addSld delSld modSld">
      <pc:chgData name="Fernando Fontove" userId="39bcb981d82c3800" providerId="LiveId" clId="{5C6D685B-1B26-43CB-8FF4-62CDCA66397C}" dt="2025-10-30T17:30:04.476" v="412" actId="1076"/>
      <pc:docMkLst>
        <pc:docMk/>
      </pc:docMkLst>
      <pc:sldChg chg="delSp mod">
        <pc:chgData name="Fernando Fontove" userId="39bcb981d82c3800" providerId="LiveId" clId="{5C6D685B-1B26-43CB-8FF4-62CDCA66397C}" dt="2025-09-15T16:40:16.152" v="140" actId="478"/>
        <pc:sldMkLst>
          <pc:docMk/>
          <pc:sldMk cId="230258869" sldId="359"/>
        </pc:sldMkLst>
      </pc:sldChg>
      <pc:sldChg chg="modSp mod">
        <pc:chgData name="Fernando Fontove" userId="39bcb981d82c3800" providerId="LiveId" clId="{5C6D685B-1B26-43CB-8FF4-62CDCA66397C}" dt="2025-09-15T16:40:30.705" v="142" actId="6549"/>
        <pc:sldMkLst>
          <pc:docMk/>
          <pc:sldMk cId="1623934357" sldId="361"/>
        </pc:sldMkLst>
      </pc:sldChg>
      <pc:sldChg chg="addSp delSp modSp mod">
        <pc:chgData name="Fernando Fontove" userId="39bcb981d82c3800" providerId="LiveId" clId="{5C6D685B-1B26-43CB-8FF4-62CDCA66397C}" dt="2025-09-15T16:48:07.238" v="155" actId="732"/>
        <pc:sldMkLst>
          <pc:docMk/>
          <pc:sldMk cId="2012660746" sldId="365"/>
        </pc:sldMkLst>
      </pc:sldChg>
      <pc:sldChg chg="modSp add mod">
        <pc:chgData name="Fernando Fontove" userId="39bcb981d82c3800" providerId="LiveId" clId="{5C6D685B-1B26-43CB-8FF4-62CDCA66397C}" dt="2025-09-15T16:40:40.529" v="143" actId="20577"/>
        <pc:sldMkLst>
          <pc:docMk/>
          <pc:sldMk cId="4017064643" sldId="366"/>
        </pc:sldMkLst>
      </pc:sldChg>
      <pc:sldChg chg="modSp add del mod">
        <pc:chgData name="Fernando Fontove" userId="39bcb981d82c3800" providerId="LiveId" clId="{5C6D685B-1B26-43CB-8FF4-62CDCA66397C}" dt="2025-09-15T16:40:43.615" v="144" actId="47"/>
        <pc:sldMkLst>
          <pc:docMk/>
          <pc:sldMk cId="2982854557" sldId="367"/>
        </pc:sldMkLst>
      </pc:sldChg>
      <pc:sldChg chg="addSp modSp add mod">
        <pc:chgData name="Fernando Fontove" userId="39bcb981d82c3800" providerId="LiveId" clId="{5C6D685B-1B26-43CB-8FF4-62CDCA66397C}" dt="2025-09-15T16:50:13.697" v="250" actId="20577"/>
        <pc:sldMkLst>
          <pc:docMk/>
          <pc:sldMk cId="2991100103" sldId="367"/>
        </pc:sldMkLst>
      </pc:sldChg>
      <pc:sldChg chg="modSp add mod">
        <pc:chgData name="Fernando Fontove" userId="39bcb981d82c3800" providerId="LiveId" clId="{5C6D685B-1B26-43CB-8FF4-62CDCA66397C}" dt="2025-09-15T16:52:22.759" v="408" actId="14100"/>
        <pc:sldMkLst>
          <pc:docMk/>
          <pc:sldMk cId="790975444" sldId="368"/>
        </pc:sldMkLst>
      </pc:sldChg>
      <pc:sldChg chg="addSp delSp modSp">
        <pc:chgData name="Fernando Fontove" userId="39bcb981d82c3800" providerId="LiveId" clId="{5C6D685B-1B26-43CB-8FF4-62CDCA66397C}" dt="2025-10-30T17:30:04.476" v="412" actId="1076"/>
        <pc:sldMkLst>
          <pc:docMk/>
          <pc:sldMk cId="2238206319" sldId="369"/>
        </pc:sldMkLst>
        <pc:picChg chg="add mod">
          <ac:chgData name="Fernando Fontove" userId="39bcb981d82c3800" providerId="LiveId" clId="{5C6D685B-1B26-43CB-8FF4-62CDCA66397C}" dt="2025-10-30T17:30:04.476" v="412" actId="1076"/>
          <ac:picMkLst>
            <pc:docMk/>
            <pc:sldMk cId="2238206319" sldId="369"/>
            <ac:picMk id="2" creationId="{059C1E70-0A81-75DB-2839-A2ECB5ED0F5B}"/>
          </ac:picMkLst>
        </pc:picChg>
        <pc:picChg chg="del">
          <ac:chgData name="Fernando Fontove" userId="39bcb981d82c3800" providerId="LiveId" clId="{5C6D685B-1B26-43CB-8FF4-62CDCA66397C}" dt="2025-10-30T17:30:02.249" v="410" actId="478"/>
          <ac:picMkLst>
            <pc:docMk/>
            <pc:sldMk cId="2238206319" sldId="369"/>
            <ac:picMk id="1026" creationId="{67FFA2E0-78D7-FAF3-96ED-7361F2C3A704}"/>
          </ac:picMkLst>
        </pc:picChg>
      </pc:sldChg>
      <pc:sldChg chg="add">
        <pc:chgData name="Fernando Fontove" userId="39bcb981d82c3800" providerId="LiveId" clId="{5C6D685B-1B26-43CB-8FF4-62CDCA66397C}" dt="2025-10-30T17:29:59.517" v="409" actId="2890"/>
        <pc:sldMkLst>
          <pc:docMk/>
          <pc:sldMk cId="836035121" sldId="37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79F64-1509-4B3B-1422-D2052395C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8E548C-36F6-11B8-3CB7-D1035F256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95C281-2E11-397D-32F1-8C324C04E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EC13B-4494-7C48-81BB-ED88588694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807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EDAB3-A7E1-F2EE-D7EC-5F5E07805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7EEB96-2822-54DF-7112-514765C754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7ED5B1-BF48-69D1-74B3-2FD52F0197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ABC0F-3822-7C32-52F5-78D389A3B8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717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113BC-1EBA-C119-4272-A49EF2050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D889C4-7C71-BB78-FC34-851A2C3186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32C2CB-8687-D7B4-AC38-AA82755EB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2DF9F-E641-D042-590D-B722E2F650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695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6FC08-B26A-BC88-F0FC-FC68BED85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ADD4D-F926-D77D-65E6-C694B17FE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30BD09-92C0-5193-D36C-E996F6975B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232A2-BC4A-2327-B0A0-74D1BBA16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4902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4A3F8-065B-DD50-A2AC-53D807AA8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F9BC88-4741-FCC2-2EF6-A31AE8A2C3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37C515-59B6-8BC9-2925-4F1AEAD75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39BF2-CBB7-EB2C-4CB2-A9D86DD0D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370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E67A7-D58E-75C1-F7FE-517BA213C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C933ED-1AB8-1A8C-F380-CBC69EB30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533652-29B5-6C3E-20DD-BEEAE848F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541B3-6636-5414-0F3D-FF42D68468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405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184B8-F6E9-0003-251D-E44929791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0B1D6D-9D85-6698-18F0-242521BBE0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76BD5C-EDDA-F355-5C24-D875BE376F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8E0DB-9D46-B10E-B9E8-C1DD114462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124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3E6C1-2EB3-BCDD-7629-3297CFBFF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BA795C-EE04-A22A-2E26-F499B9540E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FCBA7-CBD4-A093-4B9D-4CC97F8FB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EA726-7C57-4AD2-BA22-925643A8F4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206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BA3D6-D823-51CF-3499-6EADD0485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93AB51-CC41-D1BB-A531-7C307D65C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39BE3D-B734-3896-B840-80FC83A48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C0B4F-B357-E811-64F4-8CD381119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3627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52258-F839-6C75-66F8-E96ED352F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30D7AE-2006-0D6E-2E58-580752EA1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F3CA35-416A-2F7B-C89A-B7D1EBC5FE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55174-0F5C-65FC-A2AD-15DBC36E4F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7272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6CB72-AA67-A6EC-1F1A-E435E44CA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C998DA-1456-5F9C-3C38-B4578D259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CAA79B-913F-7E31-6D3B-AAF1BE7CD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1CF22-997C-A048-1F13-907F6A211D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5790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D7BF6-17A0-AEE2-2406-15B371A6C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9431A8-9E7A-2B1B-F403-EC7B7C52C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C7A7AE-F82C-FDFB-CEF0-74D4E6FB3B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69502-BA9B-DC46-7793-94A653339D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7180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A4968-7A67-9577-8252-3224E7309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F72B8-8446-DE92-C587-1A955AD2E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B67BD-CC25-9840-0A98-306A3F2D8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210B1-EB38-4295-686A-0BC92AC758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054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65C9C5B-BBA9-42AB-806E-92FC22E19CBA}"/>
              </a:ext>
            </a:extLst>
          </p:cNvPr>
          <p:cNvSpPr/>
          <p:nvPr userDrawn="1"/>
        </p:nvSpPr>
        <p:spPr>
          <a:xfrm>
            <a:off x="-1" y="0"/>
            <a:ext cx="903746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30CF48-DD5D-4C81-BA7E-470DCBA61E6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76500" y="338016"/>
            <a:ext cx="9715500" cy="372092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7E08E4E-686B-490D-8EA1-DDC9F1BC7C24}"/>
              </a:ext>
            </a:extLst>
          </p:cNvPr>
          <p:cNvCxnSpPr>
            <a:cxnSpLocks/>
          </p:cNvCxnSpPr>
          <p:nvPr userDrawn="1"/>
        </p:nvCxnSpPr>
        <p:spPr>
          <a:xfrm>
            <a:off x="739466" y="0"/>
            <a:ext cx="0" cy="6187736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C78B2B3F-3573-4632-872A-ADB36AF412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5205" y="5779363"/>
            <a:ext cx="7823246" cy="68543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1800" spc="10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 err="1"/>
              <a:t>Nombre</a:t>
            </a:r>
            <a:endParaRPr lang="en-US" dirty="0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6FF5EE2F-D68A-4C3C-A342-4C0CE6CE20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99663" y="5791178"/>
            <a:ext cx="1397929" cy="68542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200" cap="all" spc="100" baseline="0">
                <a:solidFill>
                  <a:schemeClr val="accent5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2DB723-8435-4F35-BF55-AFB7DC8FD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205" y="4289762"/>
            <a:ext cx="4333088" cy="1285955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5000" spc="1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67580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F5ED5F1-A62B-4555-807E-91FAE1443CC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4974336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D60F5-07EA-4D8F-AAFA-0F48CB785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D4C42-D293-4981-BA06-A4638BEE1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Conference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E9D98-F221-47DC-AE55-8165BB7A3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4C3D64C-77F6-4601-B573-9A9B6E23BB6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675242" y="2051170"/>
            <a:ext cx="5362575" cy="35321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CD17CD-E6D2-4329-B271-1E59AA986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242" y="1418953"/>
            <a:ext cx="5362575" cy="495691"/>
          </a:xfrm>
          <a:prstGeom prst="rect">
            <a:avLst/>
          </a:prstGeom>
        </p:spPr>
        <p:txBody>
          <a:bodyPr anchor="ctr"/>
          <a:lstStyle>
            <a:lvl1pPr>
              <a:defRPr lang="en-US" sz="2400" spc="100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8F67165-B716-89A3-1546-AE9DD94E9F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4893" y="1165586"/>
            <a:ext cx="4266288" cy="452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684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CD5AE0D9-6B20-4F29-A35B-2A00C25FF8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82906" y="0"/>
            <a:ext cx="4635426" cy="6857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C56C8-D828-4A31-A5B9-CF1AEFA70D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71846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8/05/20XX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B0264-B3C3-46A0-80DD-67C59DB2A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/>
          <a:lstStyle>
            <a:lvl1pPr algn="l"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Conference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D3C3B-0FFE-494C-B4AC-477B6A9DA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1285A10A-1880-4D4E-A99B-1C19043F2A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50189" y="2396358"/>
            <a:ext cx="3266975" cy="32668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600" b="1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1" name="Content Placeholder 15">
            <a:extLst>
              <a:ext uri="{FF2B5EF4-FFF2-40B4-BE49-F238E27FC236}">
                <a16:creationId xmlns:a16="http://schemas.microsoft.com/office/drawing/2014/main" id="{624F1FC7-2617-499A-8CB8-B61FC7D9B7B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749508" y="2756830"/>
            <a:ext cx="4834569" cy="238419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1400" spc="100" baseline="0"/>
            </a:lvl1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169A36-7DEF-42D4-850F-59A3233F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834" y="0"/>
            <a:ext cx="0" cy="275748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CADB6D5-97B3-42ED-B8C7-5AD951CB8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729133" y="2551471"/>
            <a:ext cx="3462867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9B7B60A-1B6C-4E40-94D7-AE1BD3712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810973" y="4189152"/>
            <a:ext cx="3121302" cy="469478"/>
          </a:xfrm>
          <a:prstGeom prst="rect">
            <a:avLst/>
          </a:prstGeom>
        </p:spPr>
        <p:txBody>
          <a:bodyPr anchor="ctr"/>
          <a:lstStyle>
            <a:lvl1pPr algn="r">
              <a:defRPr lang="en-US" sz="2400" spc="100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indent="0" algn="r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BCB14E7-637A-FC24-9FE6-788B620D60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61525" y="4564869"/>
            <a:ext cx="798692" cy="1152312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55DDEC75-C7A6-2EC3-4785-31E56B8BAFF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60871" y="3268937"/>
            <a:ext cx="697097" cy="73966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8CBE53D-6D9A-0D79-4B17-27CB3723D56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76659" y="5984542"/>
            <a:ext cx="881309" cy="532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85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BFE3E-14BB-4DC6-A806-1E62C1D2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457" y="1689250"/>
            <a:ext cx="2909309" cy="657882"/>
          </a:xfrm>
          <a:prstGeom prst="rect">
            <a:avLst/>
          </a:prstGeom>
        </p:spPr>
        <p:txBody>
          <a:bodyPr anchor="ctr"/>
          <a:lstStyle>
            <a:lvl1pPr>
              <a:defRPr lang="en-US" sz="2400" spc="100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s-MX" noProof="0" dirty="0" err="1"/>
              <a:t>Click</a:t>
            </a:r>
            <a:r>
              <a:rPr lang="es-MX" noProof="0" dirty="0"/>
              <a:t> </a:t>
            </a:r>
            <a:r>
              <a:rPr lang="es-MX" noProof="0" dirty="0" err="1"/>
              <a:t>to</a:t>
            </a:r>
            <a:r>
              <a:rPr lang="es-MX" noProof="0" dirty="0"/>
              <a:t> </a:t>
            </a:r>
            <a:r>
              <a:rPr lang="es-MX" noProof="0" dirty="0" err="1"/>
              <a:t>edit</a:t>
            </a:r>
            <a:r>
              <a:rPr lang="es-MX" noProof="0" dirty="0"/>
              <a:t> Master </a:t>
            </a:r>
            <a:r>
              <a:rPr lang="es-MX" noProof="0" dirty="0" err="1"/>
              <a:t>title</a:t>
            </a:r>
            <a:r>
              <a:rPr lang="es-MX" noProof="0" dirty="0"/>
              <a:t> </a:t>
            </a:r>
            <a:r>
              <a:rPr lang="es-MX" noProof="0" dirty="0" err="1"/>
              <a:t>style</a:t>
            </a:r>
            <a:endParaRPr lang="es-MX" noProof="0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EFD7EF65-6DE9-4029-B3A0-F08E11BC9E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778764"/>
            <a:ext cx="12192000" cy="406224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" name="Content Placeholder 15">
            <a:extLst>
              <a:ext uri="{FF2B5EF4-FFF2-40B4-BE49-F238E27FC236}">
                <a16:creationId xmlns:a16="http://schemas.microsoft.com/office/drawing/2014/main" id="{123B9F8E-DAD6-45B2-B55B-B070484318C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09845" y="1075509"/>
            <a:ext cx="5293260" cy="140877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F9177-0C51-4496-B5AE-7ED4F8F3A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8/05/20XX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E2F927-F23D-4ABB-BEC9-11C2CC69D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5244728-2BE1-4CB4-A19E-903E75BD8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689250"/>
            <a:ext cx="160637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117B3B70-102B-8C50-C0D4-824BE3653F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4893" y="1165586"/>
            <a:ext cx="4266288" cy="4526828"/>
          </a:xfrm>
          <a:prstGeom prst="rect">
            <a:avLst/>
          </a:prstGeom>
        </p:spPr>
      </p:pic>
      <p:pic>
        <p:nvPicPr>
          <p:cNvPr id="9" name="Picture 8" descr="A blue and black logo&#10;&#10;Description automatically generated">
            <a:extLst>
              <a:ext uri="{FF2B5EF4-FFF2-40B4-BE49-F238E27FC236}">
                <a16:creationId xmlns:a16="http://schemas.microsoft.com/office/drawing/2014/main" id="{E5216E53-D0C6-EFB6-FF6E-3F7FA9093E5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353800" y="5953156"/>
            <a:ext cx="727784" cy="76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2717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out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80A53F-EFDF-40A3-B9E3-58EB0D3F3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8/05/20XX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F547C10E-8A59-4B22-ADF0-994850F759D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455521" y="2906895"/>
            <a:ext cx="9995394" cy="222129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9DE00E7-8296-408A-905C-ECBA407C8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Conference Presentation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00B3723-B30F-4BDB-A030-4B06ADE75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4FA9AB-9D34-43A5-947E-835D7FE29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411" y="2225678"/>
            <a:ext cx="9997801" cy="469476"/>
          </a:xfrm>
          <a:prstGeom prst="rect">
            <a:avLst/>
          </a:prstGeom>
        </p:spPr>
        <p:txBody>
          <a:bodyPr anchor="ctr"/>
          <a:lstStyle>
            <a:lvl1pPr>
              <a:defRPr lang="en-US" sz="2400" spc="100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Picture 5" descr="A blue and black logo&#10;&#10;Description automatically generated">
            <a:extLst>
              <a:ext uri="{FF2B5EF4-FFF2-40B4-BE49-F238E27FC236}">
                <a16:creationId xmlns:a16="http://schemas.microsoft.com/office/drawing/2014/main" id="{1E5036D6-517E-2B12-71C8-3B684F3F32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800" y="5953156"/>
            <a:ext cx="727784" cy="76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523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840FD269-E069-45DA-B668-BE984BFA32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95000"/>
              <a:alpha val="17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B9DE71-7B7A-4473-ABD8-99575CAFB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8/05/20XX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AA1C9B-284B-4C89-8743-52285AC95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Conference Presentation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C1FE06-5B3A-40E2-82AA-E4516ED2D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2ACE5847-B709-473D-A366-54ADA852FF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05107" y="3055535"/>
            <a:ext cx="7981786" cy="2609103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3200" i="1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8B1850-15F7-414E-B8F6-3A5B3D10B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0083" y="5448575"/>
            <a:ext cx="4881563" cy="463550"/>
          </a:xfrm>
          <a:prstGeom prst="rect">
            <a:avLst/>
          </a:prstGeom>
        </p:spPr>
        <p:txBody>
          <a:bodyPr/>
          <a:lstStyle>
            <a:lvl1pPr algn="r">
              <a:defRPr lang="en-US" sz="1800" spc="1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r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5684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ypothe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0796CDC-3154-4ACA-A920-8CBE431C2A1A}"/>
              </a:ext>
            </a:extLst>
          </p:cNvPr>
          <p:cNvSpPr/>
          <p:nvPr userDrawn="1"/>
        </p:nvSpPr>
        <p:spPr>
          <a:xfrm>
            <a:off x="0" y="0"/>
            <a:ext cx="4687614" cy="685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5FA8B4-F9F3-4FF5-B11F-483A1B95E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8/05/20XX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7B8F04-28A5-462E-86DE-06C37E405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Conference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B2DAE-4645-4AA0-87C9-39874FDBD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15">
            <a:extLst>
              <a:ext uri="{FF2B5EF4-FFF2-40B4-BE49-F238E27FC236}">
                <a16:creationId xmlns:a16="http://schemas.microsoft.com/office/drawing/2014/main" id="{3BB9146A-68F5-433B-8411-A12C7C8F78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747641" y="1193612"/>
            <a:ext cx="3513083" cy="1400506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70974D-DE65-42B3-BEB4-235503245B26}"/>
              </a:ext>
            </a:extLst>
          </p:cNvPr>
          <p:cNvSpPr/>
          <p:nvPr userDrawn="1"/>
        </p:nvSpPr>
        <p:spPr>
          <a:xfrm>
            <a:off x="6360072" y="924801"/>
            <a:ext cx="4288221" cy="2043229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Content Placeholder 15">
            <a:extLst>
              <a:ext uri="{FF2B5EF4-FFF2-40B4-BE49-F238E27FC236}">
                <a16:creationId xmlns:a16="http://schemas.microsoft.com/office/drawing/2014/main" id="{5BA888A7-F91E-4923-AB10-31BEF8C2FEB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747641" y="4120055"/>
            <a:ext cx="3513083" cy="1185839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803CCC-79BF-4752-81AA-D68AB023A6B6}"/>
              </a:ext>
            </a:extLst>
          </p:cNvPr>
          <p:cNvSpPr/>
          <p:nvPr userDrawn="1"/>
        </p:nvSpPr>
        <p:spPr>
          <a:xfrm>
            <a:off x="6360072" y="3584028"/>
            <a:ext cx="4288221" cy="2043229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CBC35A-FE4E-467A-A20D-9063B371CA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03095" y="0"/>
            <a:ext cx="0" cy="3704734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1">
            <a:extLst>
              <a:ext uri="{FF2B5EF4-FFF2-40B4-BE49-F238E27FC236}">
                <a16:creationId xmlns:a16="http://schemas.microsoft.com/office/drawing/2014/main" id="{A4FC0018-1CBF-4BC0-BE79-B983651D8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1005213" y="4932422"/>
            <a:ext cx="2635209" cy="523708"/>
          </a:xfrm>
          <a:prstGeom prst="rect">
            <a:avLst/>
          </a:prstGeom>
        </p:spPr>
        <p:txBody>
          <a:bodyPr anchor="ctr"/>
          <a:lstStyle>
            <a:lvl1pPr algn="r">
              <a:defRPr lang="en-US" sz="2400" spc="100" baseline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 algn="r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Click to edit Master title style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FA6240E4-5798-9382-D80F-31762ED00A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3712" y="5979027"/>
            <a:ext cx="323201" cy="342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4487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centage of Communication Tools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6ACE2-BA16-48C7-A451-845668BC0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8/05/20XX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B479B-4CEB-47DB-903C-2E2D2445E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Conference Presentation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F2130-E7AA-4706-B388-47F7E032B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311573-5DB1-44CE-818B-9E5F570408F1}"/>
              </a:ext>
            </a:extLst>
          </p:cNvPr>
          <p:cNvSpPr/>
          <p:nvPr userDrawn="1"/>
        </p:nvSpPr>
        <p:spPr>
          <a:xfrm>
            <a:off x="638177" y="631627"/>
            <a:ext cx="10915645" cy="558819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Content Placeholder 15">
            <a:extLst>
              <a:ext uri="{FF2B5EF4-FFF2-40B4-BE49-F238E27FC236}">
                <a16:creationId xmlns:a16="http://schemas.microsoft.com/office/drawing/2014/main" id="{6E328664-C733-476A-81C6-2A0B15B001A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029158" y="2838122"/>
            <a:ext cx="1786759" cy="43092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Content Placeholder 15">
            <a:extLst>
              <a:ext uri="{FF2B5EF4-FFF2-40B4-BE49-F238E27FC236}">
                <a16:creationId xmlns:a16="http://schemas.microsoft.com/office/drawing/2014/main" id="{4DA6C57C-E2CB-484E-94E6-9AB8DC7DB4C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029158" y="3379435"/>
            <a:ext cx="1786759" cy="43092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Content Placeholder 15">
            <a:extLst>
              <a:ext uri="{FF2B5EF4-FFF2-40B4-BE49-F238E27FC236}">
                <a16:creationId xmlns:a16="http://schemas.microsoft.com/office/drawing/2014/main" id="{97E74E6E-CDEF-424A-B7CE-5B34A0AC34D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029158" y="3928699"/>
            <a:ext cx="1786759" cy="43092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2" name="Content Placeholder 15">
            <a:extLst>
              <a:ext uri="{FF2B5EF4-FFF2-40B4-BE49-F238E27FC236}">
                <a16:creationId xmlns:a16="http://schemas.microsoft.com/office/drawing/2014/main" id="{E7A1AA76-7517-4C53-B2A4-EE8B1C6ADDD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029158" y="4476966"/>
            <a:ext cx="1786759" cy="43092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273C9D83-2282-43F4-BB54-7CDA96B455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98588" y="1307183"/>
            <a:ext cx="1783393" cy="178305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spc="100" baseline="0">
                <a:solidFill>
                  <a:schemeClr val="accent1"/>
                </a:solidFill>
                <a:latin typeface="Univers LT Std 45 Light" panose="020B0703030502020204" pitchFamily="34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90C1AC4A-23E9-4676-A30E-E39B4342FF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98588" y="3703828"/>
            <a:ext cx="1783393" cy="178305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spc="100" baseline="0">
                <a:solidFill>
                  <a:schemeClr val="accent1"/>
                </a:solidFill>
                <a:latin typeface="Univers LT Std 45 Light" panose="020B0703030502020204" pitchFamily="34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2C256BCC-FED6-4D75-8C65-5967DD2E01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33309" y="1307183"/>
            <a:ext cx="1783393" cy="178305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spc="100" baseline="0">
                <a:solidFill>
                  <a:schemeClr val="accent1"/>
                </a:solidFill>
                <a:latin typeface="Univers LT Std 45 Light" panose="020B0703030502020204" pitchFamily="34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036A0378-B8F0-463A-A66D-83D798223E3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3309" y="3703828"/>
            <a:ext cx="1783393" cy="178305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spc="100" baseline="0">
                <a:solidFill>
                  <a:schemeClr val="accent1"/>
                </a:solidFill>
                <a:latin typeface="Univers LT Std 45 Light" panose="020B0703030502020204" pitchFamily="34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BDF22D-6760-4BDD-92EF-E940DCC02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697" y="1369287"/>
            <a:ext cx="4079564" cy="126881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8022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king Great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BAADBBE-F1E3-480E-BE79-B55DEF941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97500" y="2009775"/>
            <a:ext cx="6794499" cy="28384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C868C7-0B77-47B8-9C16-7F97AA9F0D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311899" cy="6858000"/>
          </a:xfrm>
          <a:custGeom>
            <a:avLst/>
            <a:gdLst>
              <a:gd name="connsiteX0" fmla="*/ 0 w 6311899"/>
              <a:gd name="connsiteY0" fmla="*/ 0 h 6858000"/>
              <a:gd name="connsiteX1" fmla="*/ 6311899 w 6311899"/>
              <a:gd name="connsiteY1" fmla="*/ 0 h 6858000"/>
              <a:gd name="connsiteX2" fmla="*/ 6311899 w 6311899"/>
              <a:gd name="connsiteY2" fmla="*/ 2009775 h 6858000"/>
              <a:gd name="connsiteX3" fmla="*/ 5397499 w 6311899"/>
              <a:gd name="connsiteY3" fmla="*/ 2009775 h 6858000"/>
              <a:gd name="connsiteX4" fmla="*/ 5397499 w 6311899"/>
              <a:gd name="connsiteY4" fmla="*/ 4848225 h 6858000"/>
              <a:gd name="connsiteX5" fmla="*/ 6311899 w 6311899"/>
              <a:gd name="connsiteY5" fmla="*/ 4848225 h 6858000"/>
              <a:gd name="connsiteX6" fmla="*/ 6311899 w 6311899"/>
              <a:gd name="connsiteY6" fmla="*/ 6858000 h 6858000"/>
              <a:gd name="connsiteX7" fmla="*/ 0 w 63118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11899" h="6858000">
                <a:moveTo>
                  <a:pt x="0" y="0"/>
                </a:moveTo>
                <a:lnTo>
                  <a:pt x="6311899" y="0"/>
                </a:lnTo>
                <a:lnTo>
                  <a:pt x="6311899" y="2009775"/>
                </a:lnTo>
                <a:lnTo>
                  <a:pt x="5397499" y="2009775"/>
                </a:lnTo>
                <a:lnTo>
                  <a:pt x="5397499" y="4848225"/>
                </a:lnTo>
                <a:lnTo>
                  <a:pt x="6311899" y="4848225"/>
                </a:lnTo>
                <a:lnTo>
                  <a:pt x="631189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4198D5-23F4-441A-AD0A-C6CD015E9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8/05/20XX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E5DAC80-95FC-4BA1-98B2-5631FB3B019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337298" y="3200401"/>
            <a:ext cx="5257799" cy="17018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64448FE-96B4-43C5-8721-4FBF69ED4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/>
          <a:lstStyle>
            <a:lvl1pPr algn="l"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Conference Presentation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8104834-0355-4576-A9E5-FF5B92B3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D2D377-D829-49CC-9253-683054B90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298" y="2063075"/>
            <a:ext cx="5257799" cy="1268810"/>
          </a:xfrm>
          <a:prstGeom prst="rect">
            <a:avLst/>
          </a:prstGeom>
        </p:spPr>
        <p:txBody>
          <a:bodyPr anchor="ctr"/>
          <a:lstStyle>
            <a:lvl1pPr>
              <a:defRPr lang="en-US" sz="2400" spc="100" baseline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481234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ng Contoso to the Competition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F1E30-78A1-4D04-868B-2FF65A0CD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8/05/20XX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2EE5A-2D26-4A38-BF97-6266BFC42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15">
            <a:extLst>
              <a:ext uri="{FF2B5EF4-FFF2-40B4-BE49-F238E27FC236}">
                <a16:creationId xmlns:a16="http://schemas.microsoft.com/office/drawing/2014/main" id="{716CE84D-B2FA-4712-9112-9A6349EE051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1008686" y="2921932"/>
            <a:ext cx="4114800" cy="126881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5EB29FAF-F8EE-4156-8E07-E14DFBABA09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008686" y="4327267"/>
            <a:ext cx="4114800" cy="126881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C5BC42-EC33-40D4-8189-69F1D23AD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686" y="1516597"/>
            <a:ext cx="3980182" cy="126881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005C918-2DE0-B455-4906-18084E504A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4893" y="1165586"/>
            <a:ext cx="4266288" cy="452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23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8/05/20XX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ADF53-2713-40AC-9CC8-AA83770C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Conference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08A84-ADB1-42C6-A7B1-E5C5A728B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9C0924B-E154-4A9E-830A-0CED0F96BA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12346" y="30939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9FC371A-791E-4A18-A05F-62DAAB144F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01761" y="30939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7370EA53-C218-4777-8992-DFE61FD94A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1176" y="30939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52263598-CA5C-4D32-8005-69A3003C53F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0591" y="30939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4255F76-4757-4D5C-80D7-A3307CEBC1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807" y="3093970"/>
            <a:ext cx="61531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6948AE7E-55CC-4F22-9239-099E8E8EF2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59421" y="30939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91E6446-232F-4870-8335-C708DDB3E7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48836" y="30939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6A3A8254-B2DC-4C36-8E81-397E7CB3EC0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38251" y="30939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048C7215-4A75-4BF9-96EC-BEA9AA123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27666" y="30939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C2FA34D0-4280-4201-9E40-5FE0D81D7DC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17081" y="30939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BD0D6DFA-0AE8-42A3-ADA8-785B98B99E4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06496" y="30939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7E475D18-842D-4508-9049-99A36DA3895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95907" y="30939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F7A2B249-C1B4-4F5F-9C74-B3763CCFC8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12346" y="47957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64240E02-7397-4BFB-923B-4E4A96C7C81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01761" y="47957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41400094-84D6-4303-BA4B-0E0D1FF018E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91176" y="47957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AAF6E8A4-DDDD-49A1-B1C9-3574B58A83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80591" y="47957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D9AB8D6A-C296-4468-9A7D-7F46B3642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10807" y="4795797"/>
            <a:ext cx="61531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D17C8109-2F1A-4248-BE14-FE5D4AE1E35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59421" y="47957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5735C006-B8AC-427F-A337-4F607EB5431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8836" y="47957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B62C7805-F615-4B77-89DD-63F1F946E78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38251" y="47957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7B0BABA0-0326-410E-AECF-0D41365DD47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27666" y="47957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9E4FCBEC-4348-4D10-B139-FD526C86B17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17081" y="47957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DA4FA8D2-F1E5-4A88-855F-84D521DB704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06496" y="47957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7E27FFDC-7B67-4C2F-8712-C7961E6E9A9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95907" y="47957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B098AA04-538E-4D0B-BC5E-3C79B451D15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6804" y="2672211"/>
            <a:ext cx="1021001" cy="5017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cap="all" spc="10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Add year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80992CBE-A6F0-4FF1-8F4F-84B050480AD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6804" y="4361409"/>
            <a:ext cx="1021001" cy="5017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cap="all" spc="10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Add year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738B60B3-540F-4900-A4BB-0B521A1F75C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029367" y="2067200"/>
            <a:ext cx="1440088" cy="46959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FD7D7797-7938-4D6E-B5A4-21536E2021E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97612" y="2067200"/>
            <a:ext cx="1440088" cy="46959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F7B339B7-1A20-4B38-8EAE-3C98E757DA3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44687" y="2067200"/>
            <a:ext cx="1440088" cy="46959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6" name="Text Placeholder 14">
            <a:extLst>
              <a:ext uri="{FF2B5EF4-FFF2-40B4-BE49-F238E27FC236}">
                <a16:creationId xmlns:a16="http://schemas.microsoft.com/office/drawing/2014/main" id="{3D0B1401-F4EC-4750-A2AA-34CD72504AC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29367" y="3869787"/>
            <a:ext cx="1440088" cy="40878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25C7DA61-BA93-48EE-BB6E-9E5D96271AC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76442" y="3869787"/>
            <a:ext cx="1440088" cy="40878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none" spc="10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Text Placeholder 14">
            <a:extLst>
              <a:ext uri="{FF2B5EF4-FFF2-40B4-BE49-F238E27FC236}">
                <a16:creationId xmlns:a16="http://schemas.microsoft.com/office/drawing/2014/main" id="{6B7F232D-8C58-4A29-8A95-52E6B74C053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923517" y="3869787"/>
            <a:ext cx="1440088" cy="40878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F2334811-4848-4246-ACD8-273541203B2A}"/>
              </a:ext>
            </a:extLst>
          </p:cNvPr>
          <p:cNvCxnSpPr>
            <a:cxnSpLocks/>
          </p:cNvCxnSpPr>
          <p:nvPr userDrawn="1"/>
        </p:nvCxnSpPr>
        <p:spPr>
          <a:xfrm>
            <a:off x="0" y="755452"/>
            <a:ext cx="980936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5E76D73-D506-4E6B-A789-AB87E732A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0418" y="100579"/>
            <a:ext cx="1943381" cy="1268811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indent="0" algn="r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7009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Takeaw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A3D8856B-7A24-4C55-9910-ED81BFA0A0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8/05/20XX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3B3118EB-9968-4E6E-B2B6-A76765DCFA4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101509" y="2431279"/>
            <a:ext cx="4288971" cy="30551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ABAA64D-DEC0-453B-A9D7-7183AF0CE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/>
          <a:lstStyle>
            <a:lvl1pPr algn="l"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Conference Presentation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74F7F62-A2D6-471E-83D8-44BA2699C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88F189-31A8-4BA7-80D9-4A40A4E2B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34820" y="-3976"/>
            <a:ext cx="0" cy="215934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4EE86B4-3F11-45CB-96F9-7D1AB761A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506" y="1761891"/>
            <a:ext cx="4288971" cy="53286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27309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ps for Busines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60ED5431-1075-4889-87EB-D79FFE50960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804630"/>
            <a:ext cx="12192000" cy="406224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8/05/20XX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ADF53-2713-40AC-9CC8-AA83770C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Conference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08A84-ADB1-42C6-A7B1-E5C5A728B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15">
            <a:extLst>
              <a:ext uri="{FF2B5EF4-FFF2-40B4-BE49-F238E27FC236}">
                <a16:creationId xmlns:a16="http://schemas.microsoft.com/office/drawing/2014/main" id="{E7CC669C-5E68-40A8-8F59-E044A32F4B3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09845" y="999340"/>
            <a:ext cx="5578870" cy="140877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/>
            </a:lvl1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EEC13B-7926-4108-B0C5-F3A2A5AE69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689250"/>
            <a:ext cx="160637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546480-8B8D-4EF8-8C6A-DFFAC2755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1559" y="1352736"/>
            <a:ext cx="3037792" cy="657883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defRPr lang="en-US" sz="2400" spc="100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278963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 to A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15B931B-7725-4C86-A82C-07F42F447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97500" y="2009775"/>
            <a:ext cx="6794499" cy="28384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16D3891-B2BA-4AE6-AAA7-560547F4B5E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311899" cy="6858000"/>
          </a:xfrm>
          <a:custGeom>
            <a:avLst/>
            <a:gdLst>
              <a:gd name="connsiteX0" fmla="*/ 0 w 6311899"/>
              <a:gd name="connsiteY0" fmla="*/ 0 h 6858000"/>
              <a:gd name="connsiteX1" fmla="*/ 6311899 w 6311899"/>
              <a:gd name="connsiteY1" fmla="*/ 0 h 6858000"/>
              <a:gd name="connsiteX2" fmla="*/ 6311899 w 6311899"/>
              <a:gd name="connsiteY2" fmla="*/ 2009775 h 6858000"/>
              <a:gd name="connsiteX3" fmla="*/ 5397499 w 6311899"/>
              <a:gd name="connsiteY3" fmla="*/ 2009775 h 6858000"/>
              <a:gd name="connsiteX4" fmla="*/ 5397499 w 6311899"/>
              <a:gd name="connsiteY4" fmla="*/ 4848225 h 6858000"/>
              <a:gd name="connsiteX5" fmla="*/ 6311899 w 6311899"/>
              <a:gd name="connsiteY5" fmla="*/ 4848225 h 6858000"/>
              <a:gd name="connsiteX6" fmla="*/ 6311899 w 6311899"/>
              <a:gd name="connsiteY6" fmla="*/ 6858000 h 6858000"/>
              <a:gd name="connsiteX7" fmla="*/ 0 w 63118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11899" h="6858000">
                <a:moveTo>
                  <a:pt x="0" y="0"/>
                </a:moveTo>
                <a:lnTo>
                  <a:pt x="6311899" y="0"/>
                </a:lnTo>
                <a:lnTo>
                  <a:pt x="6311899" y="2009775"/>
                </a:lnTo>
                <a:lnTo>
                  <a:pt x="5397499" y="2009775"/>
                </a:lnTo>
                <a:lnTo>
                  <a:pt x="5397499" y="4848225"/>
                </a:lnTo>
                <a:lnTo>
                  <a:pt x="6311899" y="4848225"/>
                </a:lnTo>
                <a:lnTo>
                  <a:pt x="631189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8/05/20XX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9831967-45C9-40AF-A955-56E9578BC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/>
          <a:lstStyle>
            <a:lvl1pPr algn="l"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Conference Presentation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6167DEC-7546-44F6-AD64-E71C2FF1C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5">
            <a:extLst>
              <a:ext uri="{FF2B5EF4-FFF2-40B4-BE49-F238E27FC236}">
                <a16:creationId xmlns:a16="http://schemas.microsoft.com/office/drawing/2014/main" id="{61241730-14B7-407E-9517-F4510520D03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11900" y="3282850"/>
            <a:ext cx="5350010" cy="103073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55B60F-1D5E-4B0C-8354-2E7AA187F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1898" y="2471206"/>
            <a:ext cx="5350010" cy="86739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2400" spc="100" baseline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14552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9C6F1ED5-824E-4C14-8D5E-5A0A26C5421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8/05/20XX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ADF53-2713-40AC-9CC8-AA83770C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Conference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08A84-ADB1-42C6-A7B1-E5C5A728B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9F762423-7F4E-4A21-8F09-05418F82F9D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78765" y="3267882"/>
            <a:ext cx="3193926" cy="2203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2AE728-7030-4847-B87B-FDB4B86E0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8765" y="2371063"/>
            <a:ext cx="3193926" cy="999451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016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r>
              <a:rPr lang="en-US" dirty="0"/>
              <a:t>8/05/20XX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r>
              <a:rPr lang="en-US" dirty="0"/>
              <a:t>Conference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4DCE26-8B90-4B2C-883A-D5FFC365BF8A}"/>
              </a:ext>
            </a:extLst>
          </p:cNvPr>
          <p:cNvSpPr txBox="1"/>
          <p:nvPr userDrawn="1"/>
        </p:nvSpPr>
        <p:spPr>
          <a:xfrm>
            <a:off x="5637320" y="2974019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9B274D2-774F-4C24-A448-1EFB461A9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317" y="2222153"/>
            <a:ext cx="7660424" cy="206611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MX" sz="3600" noProof="0" dirty="0"/>
              <a:t>Análisis de Componentes Principales</a:t>
            </a:r>
            <a:endParaRPr lang="es-MX" sz="4000" noProof="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F3458B2-F1E1-0D4A-BCC2-B5ABCE92518D}"/>
              </a:ext>
            </a:extLst>
          </p:cNvPr>
          <p:cNvSpPr txBox="1"/>
          <p:nvPr/>
        </p:nvSpPr>
        <p:spPr>
          <a:xfrm>
            <a:off x="865317" y="3888102"/>
            <a:ext cx="5780182" cy="64633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sz="3600" spc="100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800" noProof="0" dirty="0"/>
              <a:t>Minería de datos</a:t>
            </a:r>
          </a:p>
        </p:txBody>
      </p:sp>
      <p:pic>
        <p:nvPicPr>
          <p:cNvPr id="8" name="Picture 7" descr="A blue and yellow logo&#10;&#10;AI-generated content may be incorrect.">
            <a:extLst>
              <a:ext uri="{FF2B5EF4-FFF2-40B4-BE49-F238E27FC236}">
                <a16:creationId xmlns:a16="http://schemas.microsoft.com/office/drawing/2014/main" id="{12B19771-0826-1A5E-AAE7-343571C60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2191" y="4540361"/>
            <a:ext cx="2925556" cy="176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199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F467F-DE90-6AA9-CECE-D463FA586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6C32A0D-6C8C-53E0-7F93-23D66C0FB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19645"/>
            <a:ext cx="10005434" cy="657882"/>
          </a:xfr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just"/>
            <a:r>
              <a:rPr lang="es-MX" sz="3600" b="1" noProof="0" dirty="0"/>
              <a:t>Es una técnica de reducción de dimensionalidad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E7ED73F6-C9D1-23D1-699A-66C9387C07C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937" y="1937350"/>
            <a:ext cx="4776635" cy="4224682"/>
          </a:xfrm>
        </p:spPr>
        <p:txBody>
          <a:bodyPr anchor="t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2400" noProof="0" dirty="0">
                <a:solidFill>
                  <a:schemeClr val="accent4">
                    <a:lumMod val="75000"/>
                  </a:schemeClr>
                </a:solidFill>
              </a:rPr>
              <a:t>Consiste en un cambio de coordenadas para elegir las direcciones </a:t>
            </a:r>
            <a:r>
              <a:rPr lang="es-MX" sz="2400" i="1" noProof="0" dirty="0">
                <a:solidFill>
                  <a:schemeClr val="accent4">
                    <a:lumMod val="75000"/>
                  </a:schemeClr>
                </a:solidFill>
              </a:rPr>
              <a:t>más relevantes</a:t>
            </a:r>
            <a:r>
              <a:rPr lang="es-MX" sz="2400" noProof="0" dirty="0">
                <a:solidFill>
                  <a:schemeClr val="accent4">
                    <a:lumMod val="75000"/>
                  </a:schemeClr>
                </a:solidFill>
              </a:rPr>
              <a:t> en los datos.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9C456C-27C9-C6C3-8A57-A1EF86ADA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33903" y="6356350"/>
            <a:ext cx="2743200" cy="365125"/>
          </a:xfrm>
        </p:spPr>
        <p:txBody>
          <a:bodyPr/>
          <a:lstStyle/>
          <a:p>
            <a:fld id="{18D65601-5AE2-46FC-B138-694DDD2B510D}" type="slidenum">
              <a:rPr lang="es-MX" noProof="0" smtClean="0"/>
              <a:pPr/>
              <a:t>2</a:t>
            </a:fld>
            <a:endParaRPr lang="es-MX" noProof="0" dirty="0"/>
          </a:p>
        </p:txBody>
      </p:sp>
      <p:pic>
        <p:nvPicPr>
          <p:cNvPr id="4" name="Picture 3" descr="A graph showing a line of dots&#10;&#10;AI-generated content may be incorrect.">
            <a:extLst>
              <a:ext uri="{FF2B5EF4-FFF2-40B4-BE49-F238E27FC236}">
                <a16:creationId xmlns:a16="http://schemas.microsoft.com/office/drawing/2014/main" id="{964F0C6E-D50A-612F-3C55-0A8E09574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572" y="1471845"/>
            <a:ext cx="6153491" cy="461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732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52B7F-8E95-A77D-C877-FE78C791C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F5351EF-0E6A-4C25-1D32-BFA31AAB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19645"/>
            <a:ext cx="10005434" cy="657882"/>
          </a:xfr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just"/>
            <a:r>
              <a:rPr lang="es-MX" sz="3600" b="1" noProof="0" dirty="0"/>
              <a:t>Es una técnica de reducción de dimensionalidad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692E079-2165-FA64-F0FB-CD48761AE3A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937" y="1937350"/>
            <a:ext cx="4776635" cy="4224682"/>
          </a:xfrm>
        </p:spPr>
        <p:txBody>
          <a:bodyPr anchor="t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2400" noProof="0" dirty="0">
                <a:solidFill>
                  <a:schemeClr val="accent4">
                    <a:lumMod val="75000"/>
                  </a:schemeClr>
                </a:solidFill>
              </a:rPr>
              <a:t>Consiste en un cambio de coordenadas para elegir las direcciones </a:t>
            </a:r>
            <a:r>
              <a:rPr lang="es-MX" sz="2400" i="1" noProof="0" dirty="0">
                <a:solidFill>
                  <a:schemeClr val="accent4">
                    <a:lumMod val="75000"/>
                  </a:schemeClr>
                </a:solidFill>
              </a:rPr>
              <a:t>más relevantes</a:t>
            </a:r>
            <a:r>
              <a:rPr lang="es-MX" sz="2400" noProof="0" dirty="0">
                <a:solidFill>
                  <a:schemeClr val="accent4">
                    <a:lumMod val="75000"/>
                  </a:schemeClr>
                </a:solidFill>
              </a:rPr>
              <a:t> en los datos.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1E82C3-932F-DA09-AECA-5EA55AAA7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33903" y="6356350"/>
            <a:ext cx="2743200" cy="365125"/>
          </a:xfrm>
        </p:spPr>
        <p:txBody>
          <a:bodyPr/>
          <a:lstStyle/>
          <a:p>
            <a:fld id="{18D65601-5AE2-46FC-B138-694DDD2B510D}" type="slidenum">
              <a:rPr lang="es-MX" noProof="0" smtClean="0"/>
              <a:pPr/>
              <a:t>3</a:t>
            </a:fld>
            <a:endParaRPr lang="es-MX" noProof="0" dirty="0"/>
          </a:p>
        </p:txBody>
      </p:sp>
      <p:pic>
        <p:nvPicPr>
          <p:cNvPr id="9" name="Picture 8" descr="A graph showing a line of dots&#10;&#10;AI-generated content may be incorrect.">
            <a:extLst>
              <a:ext uri="{FF2B5EF4-FFF2-40B4-BE49-F238E27FC236}">
                <a16:creationId xmlns:a16="http://schemas.microsoft.com/office/drawing/2014/main" id="{E055E85E-DE84-FFFA-D909-D1137B657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572" y="1622374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130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74C0D-6D18-F97D-998B-86E66BD4F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graph showing a line of dots&#10;&#10;AI-generated content may be incorrect.">
            <a:extLst>
              <a:ext uri="{FF2B5EF4-FFF2-40B4-BE49-F238E27FC236}">
                <a16:creationId xmlns:a16="http://schemas.microsoft.com/office/drawing/2014/main" id="{79CF6F13-7124-DE69-62C5-FCC1BE1280E1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 rot="2287547">
            <a:off x="5006088" y="1210833"/>
            <a:ext cx="6381219" cy="4785914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D82D70-BAA4-0BF7-B828-5CBD21DCD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s-MX" noProof="0" smtClean="0"/>
              <a:pPr/>
              <a:t>4</a:t>
            </a:fld>
            <a:endParaRPr lang="es-MX" noProof="0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93DBC02-610F-81CE-A167-AD088FA931F1}"/>
              </a:ext>
            </a:extLst>
          </p:cNvPr>
          <p:cNvSpPr txBox="1">
            <a:spLocks/>
          </p:cNvSpPr>
          <p:nvPr/>
        </p:nvSpPr>
        <p:spPr>
          <a:xfrm>
            <a:off x="630936" y="619645"/>
            <a:ext cx="10005434" cy="65788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kern="1200" spc="100" baseline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algn="just"/>
            <a:r>
              <a:rPr lang="es-MX" sz="3600" b="1" dirty="0"/>
              <a:t>Intuición geométrica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AC2A5CB2-E86B-755F-BF19-2FBBE7E23F21}"/>
              </a:ext>
            </a:extLst>
          </p:cNvPr>
          <p:cNvSpPr txBox="1">
            <a:spLocks/>
          </p:cNvSpPr>
          <p:nvPr/>
        </p:nvSpPr>
        <p:spPr>
          <a:xfrm>
            <a:off x="630937" y="1937350"/>
            <a:ext cx="3878001" cy="4224682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2400" dirty="0">
                <a:solidFill>
                  <a:schemeClr val="accent4">
                    <a:lumMod val="75000"/>
                  </a:schemeClr>
                </a:solidFill>
              </a:rPr>
              <a:t>Se toman los ejes donde los datos varían más</a:t>
            </a:r>
          </a:p>
        </p:txBody>
      </p:sp>
    </p:spTree>
    <p:extLst>
      <p:ext uri="{BB962C8B-B14F-4D97-AF65-F5344CB8AC3E}">
        <p14:creationId xmlns:p14="http://schemas.microsoft.com/office/powerpoint/2010/main" val="876327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4C6F7-ABC7-7B11-5F9D-551A1385E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graph showing a line of dots&#10;&#10;AI-generated content may be incorrect.">
            <a:extLst>
              <a:ext uri="{FF2B5EF4-FFF2-40B4-BE49-F238E27FC236}">
                <a16:creationId xmlns:a16="http://schemas.microsoft.com/office/drawing/2014/main" id="{71AEDB17-2415-7DDE-823F-10C216C607E7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 rot="2287547">
            <a:off x="5006088" y="1210833"/>
            <a:ext cx="6381219" cy="4785914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5E6A33-C9F2-057D-A1ED-9FCDB9600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s-MX" noProof="0" smtClean="0"/>
              <a:pPr/>
              <a:t>5</a:t>
            </a:fld>
            <a:endParaRPr lang="es-MX" noProof="0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9DE25FD3-7791-D698-B64B-A2260ADA4562}"/>
              </a:ext>
            </a:extLst>
          </p:cNvPr>
          <p:cNvSpPr txBox="1">
            <a:spLocks/>
          </p:cNvSpPr>
          <p:nvPr/>
        </p:nvSpPr>
        <p:spPr>
          <a:xfrm>
            <a:off x="630936" y="619645"/>
            <a:ext cx="10005434" cy="65788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kern="1200" spc="100" baseline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algn="just"/>
            <a:r>
              <a:rPr lang="es-MX" sz="3600" b="1" dirty="0"/>
              <a:t>Intuición geométrica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1404D639-9532-9A30-C021-62F359B7000F}"/>
              </a:ext>
            </a:extLst>
          </p:cNvPr>
          <p:cNvSpPr txBox="1">
            <a:spLocks/>
          </p:cNvSpPr>
          <p:nvPr/>
        </p:nvSpPr>
        <p:spPr>
          <a:xfrm>
            <a:off x="630937" y="1937350"/>
            <a:ext cx="3878001" cy="4224682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>
                <a:solidFill>
                  <a:schemeClr val="accent4">
                    <a:lumMod val="75000"/>
                  </a:schemeClr>
                </a:solidFill>
              </a:rPr>
              <a:t>La intención del algoritmo es ir seleccionando las direcciones </a:t>
            </a:r>
            <a:r>
              <a:rPr lang="es-MX" sz="2400" i="1" dirty="0">
                <a:solidFill>
                  <a:schemeClr val="accent4">
                    <a:lumMod val="75000"/>
                  </a:schemeClr>
                </a:solidFill>
              </a:rPr>
              <a:t>más importantes</a:t>
            </a:r>
            <a:r>
              <a:rPr lang="es-MX" sz="2400" dirty="0">
                <a:solidFill>
                  <a:schemeClr val="accent4">
                    <a:lumMod val="75000"/>
                  </a:schemeClr>
                </a:solidFill>
              </a:rPr>
              <a:t>, de manera que cada dirección subsecuente es significativamente menos importante.</a:t>
            </a:r>
          </a:p>
        </p:txBody>
      </p:sp>
    </p:spTree>
    <p:extLst>
      <p:ext uri="{BB962C8B-B14F-4D97-AF65-F5344CB8AC3E}">
        <p14:creationId xmlns:p14="http://schemas.microsoft.com/office/powerpoint/2010/main" val="3294580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0AEFE-DD88-67F7-E8F7-9203C704F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EDAFE52-9CE4-E607-A071-DB8520BFB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19645"/>
            <a:ext cx="10005434" cy="657882"/>
          </a:xfr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just"/>
            <a:r>
              <a:rPr lang="es-MX" sz="3600" b="1" noProof="0" dirty="0"/>
              <a:t>Cómo se eligen las direcciones?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90E1F028-A19A-E476-0B58-88EC9EBAAE5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937" y="1937350"/>
            <a:ext cx="4508622" cy="4224682"/>
          </a:xfrm>
        </p:spPr>
        <p:txBody>
          <a:bodyPr anchor="t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2400" noProof="0" dirty="0">
                <a:solidFill>
                  <a:schemeClr val="accent4">
                    <a:lumMod val="75000"/>
                  </a:schemeClr>
                </a:solidFill>
              </a:rPr>
              <a:t>Se calcula la dirección donde la varianza es máxima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B69A29-3A81-9862-69FA-629309CE5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33903" y="6356350"/>
            <a:ext cx="2743200" cy="365125"/>
          </a:xfrm>
        </p:spPr>
        <p:txBody>
          <a:bodyPr/>
          <a:lstStyle/>
          <a:p>
            <a:fld id="{18D65601-5AE2-46FC-B138-694DDD2B510D}" type="slidenum">
              <a:rPr lang="es-MX" noProof="0" smtClean="0"/>
              <a:pPr/>
              <a:t>6</a:t>
            </a:fld>
            <a:endParaRPr lang="es-MX" noProof="0" dirty="0"/>
          </a:p>
        </p:txBody>
      </p:sp>
      <p:pic>
        <p:nvPicPr>
          <p:cNvPr id="4" name="Picture 3" descr="A graph with a dotted line&#10;&#10;AI-generated content may be incorrect.">
            <a:extLst>
              <a:ext uri="{FF2B5EF4-FFF2-40B4-BE49-F238E27FC236}">
                <a16:creationId xmlns:a16="http://schemas.microsoft.com/office/drawing/2014/main" id="{D41CBF90-20FF-FF6D-FEF5-B79ACA6B1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653" y="1622374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961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CC171-DE7C-3D55-800C-390B22D7F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DED52AA-6AA9-F24E-805F-6D983EA8E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19645"/>
            <a:ext cx="10005434" cy="657882"/>
          </a:xfr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just"/>
            <a:r>
              <a:rPr lang="es-MX" sz="3600" b="1" noProof="0" dirty="0"/>
              <a:t>Cómo se eligen las direcciones?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D13F80F-BD4F-2EB3-B6B5-7D74C1DF915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937" y="1937350"/>
            <a:ext cx="4508622" cy="4224682"/>
          </a:xfrm>
        </p:spPr>
        <p:txBody>
          <a:bodyPr anchor="t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2400" noProof="0" dirty="0">
                <a:solidFill>
                  <a:schemeClr val="accent4">
                    <a:lumMod val="75000"/>
                  </a:schemeClr>
                </a:solidFill>
              </a:rPr>
              <a:t>Se calcula la dirección donde la varianza es máxima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2400" noProof="0" dirty="0">
                <a:solidFill>
                  <a:schemeClr val="accent4">
                    <a:lumMod val="75000"/>
                  </a:schemeClr>
                </a:solidFill>
              </a:rPr>
              <a:t>Aquí corresponde al vector (1.25, 1.25)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BA10C8-6376-4C3F-6DEA-5A0D9086D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33903" y="6356350"/>
            <a:ext cx="2743200" cy="365125"/>
          </a:xfrm>
        </p:spPr>
        <p:txBody>
          <a:bodyPr/>
          <a:lstStyle/>
          <a:p>
            <a:fld id="{18D65601-5AE2-46FC-B138-694DDD2B510D}" type="slidenum">
              <a:rPr lang="es-MX" noProof="0" smtClean="0"/>
              <a:pPr/>
              <a:t>7</a:t>
            </a:fld>
            <a:endParaRPr lang="es-MX" noProof="0" dirty="0"/>
          </a:p>
        </p:txBody>
      </p:sp>
      <p:pic>
        <p:nvPicPr>
          <p:cNvPr id="4" name="Picture 3" descr="A graph with a dotted line&#10;&#10;AI-generated content may be incorrect.">
            <a:extLst>
              <a:ext uri="{FF2B5EF4-FFF2-40B4-BE49-F238E27FC236}">
                <a16:creationId xmlns:a16="http://schemas.microsoft.com/office/drawing/2014/main" id="{FCFC6E9A-0159-8CCC-1470-9358A22BB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653" y="1622374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19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E94ED-BF7A-C49E-ACFB-00F76512B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4264B38-2A47-9EF0-6DD3-A59FEF359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19645"/>
            <a:ext cx="10005434" cy="657882"/>
          </a:xfr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just"/>
            <a:r>
              <a:rPr lang="es-MX" sz="3600" b="1" noProof="0" dirty="0"/>
              <a:t>Cómo se eligen las direcciones?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089471E-4F29-3AF7-8018-E23E6E84181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937" y="1937350"/>
            <a:ext cx="4508622" cy="4224682"/>
          </a:xfrm>
        </p:spPr>
        <p:txBody>
          <a:bodyPr anchor="t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2400" noProof="0" dirty="0">
                <a:solidFill>
                  <a:schemeClr val="accent4">
                    <a:lumMod val="75000"/>
                  </a:schemeClr>
                </a:solidFill>
              </a:rPr>
              <a:t>Se colapsan los datos en la dirección perpendicular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2400" noProof="0" dirty="0">
                <a:solidFill>
                  <a:schemeClr val="accent4">
                    <a:lumMod val="75000"/>
                  </a:schemeClr>
                </a:solidFill>
              </a:rPr>
              <a:t>Se calcula la dirección de máxima varianza con los nuevos datos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MX" sz="2400" noProof="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691D48-4071-5EC4-C206-312B9544A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33903" y="6356350"/>
            <a:ext cx="2743200" cy="365125"/>
          </a:xfrm>
        </p:spPr>
        <p:txBody>
          <a:bodyPr/>
          <a:lstStyle/>
          <a:p>
            <a:fld id="{18D65601-5AE2-46FC-B138-694DDD2B510D}" type="slidenum">
              <a:rPr lang="es-MX" noProof="0" smtClean="0"/>
              <a:pPr/>
              <a:t>8</a:t>
            </a:fld>
            <a:endParaRPr lang="es-MX" noProof="0" dirty="0"/>
          </a:p>
        </p:txBody>
      </p:sp>
      <p:pic>
        <p:nvPicPr>
          <p:cNvPr id="7" name="Picture 6" descr="A graph with a red arrow pointing to the point&#10;&#10;AI-generated content may be incorrect.">
            <a:extLst>
              <a:ext uri="{FF2B5EF4-FFF2-40B4-BE49-F238E27FC236}">
                <a16:creationId xmlns:a16="http://schemas.microsoft.com/office/drawing/2014/main" id="{8E686AB4-0EFA-64D5-8E94-8B6A1621C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891" y="1622374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86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282A2-9023-D84B-E06D-30E0BBF12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with a dotted line&#10;&#10;AI-generated content may be incorrect.">
            <a:extLst>
              <a:ext uri="{FF2B5EF4-FFF2-40B4-BE49-F238E27FC236}">
                <a16:creationId xmlns:a16="http://schemas.microsoft.com/office/drawing/2014/main" id="{EA71F813-8826-9A44-A322-94CA24891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891" y="1622373"/>
            <a:ext cx="5852172" cy="4389129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2047392-A763-3D70-138B-1EDBA1995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19645"/>
            <a:ext cx="10005434" cy="657882"/>
          </a:xfr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just"/>
            <a:r>
              <a:rPr lang="es-MX" sz="3600" b="1" noProof="0" dirty="0"/>
              <a:t>Cómo se eligen las direcciones?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BAEE6027-F4F9-CF60-8881-0141E912B2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937" y="1937350"/>
            <a:ext cx="4508622" cy="4224682"/>
          </a:xfrm>
        </p:spPr>
        <p:txBody>
          <a:bodyPr anchor="t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2400" noProof="0" dirty="0">
                <a:solidFill>
                  <a:schemeClr val="accent4">
                    <a:lumMod val="75000"/>
                  </a:schemeClr>
                </a:solidFill>
              </a:rPr>
              <a:t>Se transforman los datos a los nuevos ejes coordenados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F4A3C5-644A-59FF-BBC8-4CF6E183B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33903" y="6356350"/>
            <a:ext cx="2743200" cy="365125"/>
          </a:xfrm>
        </p:spPr>
        <p:txBody>
          <a:bodyPr/>
          <a:lstStyle/>
          <a:p>
            <a:fld id="{18D65601-5AE2-46FC-B138-694DDD2B510D}" type="slidenum">
              <a:rPr lang="es-MX" noProof="0" smtClean="0"/>
              <a:pPr/>
              <a:t>9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816394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9ACB3-DF89-E0D8-4BA3-32CE12583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4D55A16-D87D-24A8-88ED-3C79C928D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19645"/>
            <a:ext cx="11067078" cy="657882"/>
          </a:xfr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just"/>
            <a:r>
              <a:rPr lang="es-MX" sz="3600" b="1" noProof="0" dirty="0"/>
              <a:t>Reducción de dimensionalidad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FC8271-8294-0128-1304-1FAB14318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33903" y="6356350"/>
            <a:ext cx="2743200" cy="365125"/>
          </a:xfrm>
        </p:spPr>
        <p:txBody>
          <a:bodyPr/>
          <a:lstStyle/>
          <a:p>
            <a:fld id="{18D65601-5AE2-46FC-B138-694DDD2B510D}" type="slidenum">
              <a:rPr lang="es-MX" noProof="0" smtClean="0"/>
              <a:pPr/>
              <a:t>10</a:t>
            </a:fld>
            <a:endParaRPr lang="es-MX" noProof="0" dirty="0"/>
          </a:p>
        </p:txBody>
      </p:sp>
      <p:sp>
        <p:nvSpPr>
          <p:cNvPr id="4" name="Content Placeholder 16">
            <a:extLst>
              <a:ext uri="{FF2B5EF4-FFF2-40B4-BE49-F238E27FC236}">
                <a16:creationId xmlns:a16="http://schemas.microsoft.com/office/drawing/2014/main" id="{CE722676-17EC-F4D1-2A33-3F024D211D3A}"/>
              </a:ext>
            </a:extLst>
          </p:cNvPr>
          <p:cNvSpPr txBox="1">
            <a:spLocks/>
          </p:cNvSpPr>
          <p:nvPr/>
        </p:nvSpPr>
        <p:spPr>
          <a:xfrm>
            <a:off x="630937" y="1937350"/>
            <a:ext cx="10346166" cy="4224682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sz="2400" dirty="0">
                <a:solidFill>
                  <a:schemeClr val="accent4">
                    <a:lumMod val="75000"/>
                  </a:schemeClr>
                </a:solidFill>
              </a:rPr>
              <a:t>El algoritmo se puede detener en el momento que sea para conservar las dimensiones deseadas.</a:t>
            </a:r>
          </a:p>
          <a:p>
            <a:pPr marL="1143000" lvl="1" indent="-457200"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s-MX" spc="100" dirty="0">
                <a:solidFill>
                  <a:schemeClr val="accent4">
                    <a:lumMod val="75000"/>
                  </a:schemeClr>
                </a:solidFill>
              </a:rPr>
              <a:t>Es aceptable descartar las dimensiones restantes ya que estas capturan relativamente menos variabilidad de los datos</a:t>
            </a:r>
            <a:r>
              <a:rPr lang="es-MX" sz="3400" dirty="0">
                <a:solidFill>
                  <a:schemeClr val="accent4">
                    <a:lumMod val="75000"/>
                  </a:schemeClr>
                </a:solidFill>
              </a:rPr>
              <a:t>.</a:t>
            </a:r>
          </a:p>
          <a:p>
            <a:pPr marL="1143000" lvl="1" indent="-457200"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endParaRPr lang="es-MX" sz="2400" noProof="0" dirty="0">
              <a:solidFill>
                <a:schemeClr val="accent4">
                  <a:lumMod val="75000"/>
                </a:schemeClr>
              </a:solidFill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sz="2400" noProof="0" dirty="0">
                <a:solidFill>
                  <a:schemeClr val="accent4">
                    <a:lumMod val="75000"/>
                  </a:schemeClr>
                </a:solidFill>
              </a:rPr>
              <a:t>U</a:t>
            </a:r>
            <a:r>
              <a:rPr lang="es-MX" sz="2400" dirty="0">
                <a:solidFill>
                  <a:schemeClr val="accent4">
                    <a:lumMod val="75000"/>
                  </a:schemeClr>
                </a:solidFill>
              </a:rPr>
              <a:t>n uso muy común es reducir las dimensiones a 2 para poder hacer una gráfica plana de los datos.</a:t>
            </a:r>
            <a:endParaRPr lang="es-MX" sz="2400" noProof="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349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661FB-09CA-4437-3219-4D93629A9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4426939-80AD-B465-7401-F8E1B7F95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19645"/>
            <a:ext cx="11067078" cy="657882"/>
          </a:xfr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just"/>
            <a:r>
              <a:rPr lang="es-MX" sz="3600" b="1" noProof="0" dirty="0"/>
              <a:t>Cuidado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50C56-EBEF-FA48-E176-23DC23CD6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33903" y="6356350"/>
            <a:ext cx="2743200" cy="365125"/>
          </a:xfrm>
        </p:spPr>
        <p:txBody>
          <a:bodyPr/>
          <a:lstStyle/>
          <a:p>
            <a:fld id="{18D65601-5AE2-46FC-B138-694DDD2B510D}" type="slidenum">
              <a:rPr lang="es-MX" noProof="0" smtClean="0"/>
              <a:pPr/>
              <a:t>11</a:t>
            </a:fld>
            <a:endParaRPr lang="es-MX" noProof="0" dirty="0"/>
          </a:p>
        </p:txBody>
      </p:sp>
      <p:sp>
        <p:nvSpPr>
          <p:cNvPr id="4" name="Content Placeholder 16">
            <a:extLst>
              <a:ext uri="{FF2B5EF4-FFF2-40B4-BE49-F238E27FC236}">
                <a16:creationId xmlns:a16="http://schemas.microsoft.com/office/drawing/2014/main" id="{6E41F7FB-4696-63F5-9DB4-CA88D4198865}"/>
              </a:ext>
            </a:extLst>
          </p:cNvPr>
          <p:cNvSpPr txBox="1">
            <a:spLocks/>
          </p:cNvSpPr>
          <p:nvPr/>
        </p:nvSpPr>
        <p:spPr>
          <a:xfrm>
            <a:off x="630937" y="1937350"/>
            <a:ext cx="10346166" cy="4224682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sz="2400" dirty="0">
                <a:solidFill>
                  <a:schemeClr val="accent4">
                    <a:lumMod val="75000"/>
                  </a:schemeClr>
                </a:solidFill>
              </a:rPr>
              <a:t>Cuando se está trabajando en una predicción, siempre existe el riesgo de que las dimensiones restantes son las que capturan las variables más predictivas.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s-MX" sz="2400" noProof="0" dirty="0">
              <a:solidFill>
                <a:schemeClr val="accent4">
                  <a:lumMod val="75000"/>
                </a:schemeClr>
              </a:solidFill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sz="2400" dirty="0">
                <a:solidFill>
                  <a:schemeClr val="accent4">
                    <a:lumMod val="75000"/>
                  </a:schemeClr>
                </a:solidFill>
              </a:rPr>
              <a:t>A pesar de que se está reduciendo la dimensión de los datos, las nuevas dimensiones son abstractas y típicamente incorporan todas las dimensiones originales</a:t>
            </a:r>
            <a:endParaRPr lang="es-MX" sz="2400" noProof="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34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3F972-62B3-04B3-3A8F-DE9B9AF5A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CF6017B-96D8-83A5-EC82-D437AF934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19645"/>
            <a:ext cx="11067078" cy="657882"/>
          </a:xfr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just"/>
            <a:r>
              <a:rPr lang="es-MX" sz="3600" b="1" noProof="0" dirty="0"/>
              <a:t>Cuidado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86A59E-0EFF-83C6-3F64-5E9EE8F55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33903" y="6356350"/>
            <a:ext cx="2743200" cy="365125"/>
          </a:xfrm>
        </p:spPr>
        <p:txBody>
          <a:bodyPr/>
          <a:lstStyle/>
          <a:p>
            <a:fld id="{18D65601-5AE2-46FC-B138-694DDD2B510D}" type="slidenum">
              <a:rPr lang="es-MX" noProof="0" smtClean="0"/>
              <a:pPr/>
              <a:t>12</a:t>
            </a:fld>
            <a:endParaRPr lang="es-MX" noProof="0" dirty="0"/>
          </a:p>
        </p:txBody>
      </p:sp>
      <p:sp>
        <p:nvSpPr>
          <p:cNvPr id="4" name="Content Placeholder 16">
            <a:extLst>
              <a:ext uri="{FF2B5EF4-FFF2-40B4-BE49-F238E27FC236}">
                <a16:creationId xmlns:a16="http://schemas.microsoft.com/office/drawing/2014/main" id="{59C2ED90-6A40-F967-83AA-C15C749FB167}"/>
              </a:ext>
            </a:extLst>
          </p:cNvPr>
          <p:cNvSpPr txBox="1">
            <a:spLocks/>
          </p:cNvSpPr>
          <p:nvPr/>
        </p:nvSpPr>
        <p:spPr>
          <a:xfrm>
            <a:off x="630937" y="1937350"/>
            <a:ext cx="10346166" cy="4224682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sz="2400" dirty="0">
                <a:solidFill>
                  <a:schemeClr val="accent4">
                    <a:lumMod val="75000"/>
                  </a:schemeClr>
                </a:solidFill>
              </a:rPr>
              <a:t>En el ejemplo los datos estaban expresados en los ejes coordenados (1,0) y (0,1).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s-MX" sz="2400" dirty="0">
              <a:solidFill>
                <a:schemeClr val="accent4">
                  <a:lumMod val="75000"/>
                </a:schemeClr>
              </a:solidFill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sz="2400" noProof="0" dirty="0">
                <a:solidFill>
                  <a:schemeClr val="accent4">
                    <a:lumMod val="75000"/>
                  </a:schemeClr>
                </a:solidFill>
              </a:rPr>
              <a:t>Las componentes resultantes son (1,1) y (-1,1), que son una combinación de los dos ejes originales.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s-MX" sz="2400" noProof="0" dirty="0">
              <a:solidFill>
                <a:schemeClr val="accent4">
                  <a:lumMod val="75000"/>
                </a:schemeClr>
              </a:solidFill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sz="2400" dirty="0">
                <a:solidFill>
                  <a:schemeClr val="accent4">
                    <a:lumMod val="75000"/>
                  </a:schemeClr>
                </a:solidFill>
              </a:rPr>
              <a:t>Esto significa que para poder obtener la representación de los es necesario contar con todas las componentes originales.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s-MX" sz="2400" dirty="0">
              <a:solidFill>
                <a:schemeClr val="accent4">
                  <a:lumMod val="75000"/>
                </a:schemeClr>
              </a:solidFill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sz="2400" noProof="0" dirty="0">
                <a:solidFill>
                  <a:schemeClr val="accent4">
                    <a:lumMod val="75000"/>
                  </a:schemeClr>
                </a:solidFill>
              </a:rPr>
              <a:t>En el contexto de análisis de datos, esto implica que siempre tenemos que capturar la información completa de todas las características, aún cuando hagamos la reducción de dimensionalidad</a:t>
            </a:r>
          </a:p>
        </p:txBody>
      </p:sp>
    </p:spTree>
    <p:extLst>
      <p:ext uri="{BB962C8B-B14F-4D97-AF65-F5344CB8AC3E}">
        <p14:creationId xmlns:p14="http://schemas.microsoft.com/office/powerpoint/2010/main" val="3371595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7FFF9-9054-4CD6-4638-608E747E1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B787100-02F1-85E0-81E1-607C1C8C8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19645"/>
            <a:ext cx="11067078" cy="657882"/>
          </a:xfr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just"/>
            <a:r>
              <a:rPr lang="es-MX" sz="3600" b="1" noProof="0" dirty="0"/>
              <a:t>Matemáticamente cómo se obtienen las direcciones?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F15554-B6FE-9C2B-E1B3-AC7CF34E9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33903" y="6356350"/>
            <a:ext cx="2743200" cy="365125"/>
          </a:xfrm>
        </p:spPr>
        <p:txBody>
          <a:bodyPr/>
          <a:lstStyle/>
          <a:p>
            <a:fld id="{18D65601-5AE2-46FC-B138-694DDD2B510D}" type="slidenum">
              <a:rPr lang="es-MX" noProof="0" smtClean="0"/>
              <a:pPr/>
              <a:t>13</a:t>
            </a:fld>
            <a:endParaRPr lang="es-MX" noProof="0" dirty="0"/>
          </a:p>
        </p:txBody>
      </p:sp>
      <p:sp>
        <p:nvSpPr>
          <p:cNvPr id="4" name="Content Placeholder 16">
            <a:extLst>
              <a:ext uri="{FF2B5EF4-FFF2-40B4-BE49-F238E27FC236}">
                <a16:creationId xmlns:a16="http://schemas.microsoft.com/office/drawing/2014/main" id="{9A4FBC45-6B56-E5B5-2AFB-BA59CD6ABA35}"/>
              </a:ext>
            </a:extLst>
          </p:cNvPr>
          <p:cNvSpPr txBox="1">
            <a:spLocks/>
          </p:cNvSpPr>
          <p:nvPr/>
        </p:nvSpPr>
        <p:spPr>
          <a:xfrm>
            <a:off x="630937" y="1937350"/>
            <a:ext cx="10346166" cy="4224682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2400" noProof="0" dirty="0">
                <a:solidFill>
                  <a:schemeClr val="accent4">
                    <a:lumMod val="75000"/>
                  </a:schemeClr>
                </a:solidFill>
              </a:rPr>
              <a:t>Las direcciones de máxima varianza corresponden con los </a:t>
            </a:r>
            <a:r>
              <a:rPr lang="es-MX" sz="2400" noProof="0" dirty="0" err="1">
                <a:solidFill>
                  <a:schemeClr val="accent4">
                    <a:lumMod val="75000"/>
                  </a:schemeClr>
                </a:solidFill>
              </a:rPr>
              <a:t>eigen</a:t>
            </a:r>
            <a:r>
              <a:rPr lang="es-MX" sz="2400" noProof="0" dirty="0">
                <a:solidFill>
                  <a:schemeClr val="accent4">
                    <a:lumMod val="75000"/>
                  </a:schemeClr>
                </a:solidFill>
              </a:rPr>
              <a:t>-vectores de la matriz de covarianza.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MX" sz="2400" noProof="0" dirty="0">
              <a:solidFill>
                <a:schemeClr val="accent4">
                  <a:lumMod val="75000"/>
                </a:schemeClr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2400" dirty="0">
                <a:solidFill>
                  <a:schemeClr val="accent4">
                    <a:lumMod val="75000"/>
                  </a:schemeClr>
                </a:solidFill>
              </a:rPr>
              <a:t>Para obtener estos se puede utilizar el algoritmo del método de la potencia, los </a:t>
            </a:r>
            <a:r>
              <a:rPr lang="es-MX" sz="2400" dirty="0" err="1">
                <a:solidFill>
                  <a:schemeClr val="accent4">
                    <a:lumMod val="75000"/>
                  </a:schemeClr>
                </a:solidFill>
              </a:rPr>
              <a:t>eigen</a:t>
            </a:r>
            <a:r>
              <a:rPr lang="es-MX" sz="2400" dirty="0">
                <a:solidFill>
                  <a:schemeClr val="accent4">
                    <a:lumMod val="75000"/>
                  </a:schemeClr>
                </a:solidFill>
              </a:rPr>
              <a:t>-vectores se van obteniendo acorde al tamaño de sus </a:t>
            </a:r>
            <a:r>
              <a:rPr lang="es-MX" sz="2400" dirty="0" err="1">
                <a:solidFill>
                  <a:schemeClr val="accent4">
                    <a:lumMod val="75000"/>
                  </a:schemeClr>
                </a:solidFill>
              </a:rPr>
              <a:t>eigen</a:t>
            </a:r>
            <a:r>
              <a:rPr lang="es-MX" sz="2400" dirty="0">
                <a:solidFill>
                  <a:schemeClr val="accent4">
                    <a:lumMod val="75000"/>
                  </a:schemeClr>
                </a:solidFill>
              </a:rPr>
              <a:t>-valores. Estos últimos corresponden a la máxima varianza, así que las direcciones se obtienen en el orden deseado.</a:t>
            </a:r>
            <a:endParaRPr lang="es-MX" sz="2400" noProof="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8809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1863C-45D5-D978-841E-973116668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65C2BBE-D4F1-8FD4-04B9-1197DB8A8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8073"/>
            <a:ext cx="6963747" cy="3677163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CFFFB37-BE3E-8981-9DE1-270A961AF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19645"/>
            <a:ext cx="11067078" cy="657882"/>
          </a:xfr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just"/>
            <a:r>
              <a:rPr lang="en-US" sz="3600" b="1" dirty="0"/>
              <a:t>I</a:t>
            </a:r>
            <a:r>
              <a:rPr lang="es-MX" sz="3600" b="1" dirty="0" err="1"/>
              <a:t>mplementación</a:t>
            </a:r>
            <a:r>
              <a:rPr lang="es-MX" sz="3600" b="1" dirty="0"/>
              <a:t> en Python lista con </a:t>
            </a:r>
            <a:r>
              <a:rPr lang="es-MX" sz="3600" b="1" dirty="0" err="1"/>
              <a:t>scikit-learn</a:t>
            </a:r>
            <a:endParaRPr lang="es-MX" sz="3600" b="1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91FA1F-27DA-5B0E-8108-4DF0F8EB1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33903" y="6356350"/>
            <a:ext cx="2743200" cy="365125"/>
          </a:xfrm>
        </p:spPr>
        <p:txBody>
          <a:bodyPr/>
          <a:lstStyle/>
          <a:p>
            <a:fld id="{18D65601-5AE2-46FC-B138-694DDD2B510D}" type="slidenum">
              <a:rPr lang="es-MX" noProof="0" smtClean="0"/>
              <a:pPr/>
              <a:t>14</a:t>
            </a:fld>
            <a:endParaRPr lang="es-MX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885B79-5779-A58F-AFFC-DFB21643D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779" y="1748073"/>
            <a:ext cx="7135221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320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3 Idea 1">
      <a:dk1>
        <a:srgbClr val="0F6082"/>
      </a:dk1>
      <a:lt1>
        <a:srgbClr val="F6EAD1"/>
      </a:lt1>
      <a:dk2>
        <a:srgbClr val="093C51"/>
      </a:dk2>
      <a:lt2>
        <a:srgbClr val="E9F4FB"/>
      </a:lt2>
      <a:accent1>
        <a:srgbClr val="5386A4"/>
      </a:accent1>
      <a:accent2>
        <a:srgbClr val="E9CB8D"/>
      </a:accent2>
      <a:accent3>
        <a:srgbClr val="C9E3F6"/>
      </a:accent3>
      <a:accent4>
        <a:srgbClr val="71A9BF"/>
      </a:accent4>
      <a:accent5>
        <a:srgbClr val="0F6082"/>
      </a:accent5>
      <a:accent6>
        <a:srgbClr val="6FAEC8"/>
      </a:accent6>
      <a:hlink>
        <a:srgbClr val="E9CB8D"/>
      </a:hlink>
      <a:folHlink>
        <a:srgbClr val="E9CB8D"/>
      </a:folHlink>
    </a:clrScheme>
    <a:fontScheme name="Custom 1">
      <a:majorFont>
        <a:latin typeface="Exo"/>
        <a:ea typeface=""/>
        <a:cs typeface=""/>
      </a:majorFont>
      <a:minorFont>
        <a:latin typeface="Alegrey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odern Conference PPT_TM78544816_Win32_JC_v2.potx" id="{35CB27CA-E61E-4531-88B2-D5572B8A3A01}" vid="{854ED03E-8373-4C81-B2CB-0118884FF5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AC34B31-7353-4357-814E-0E5916A110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1DE3569-F02A-48B1-8F6E-F11E8BF870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9B3369-3F0F-499C-9EE7-8EC46B6E8A79}">
  <ds:schemaRefs>
    <ds:schemaRef ds:uri="http://purl.org/dc/elements/1.1/"/>
    <ds:schemaRef ds:uri="http://schemas.microsoft.com/sharepoint/v3"/>
    <ds:schemaRef ds:uri="http://schemas.openxmlformats.org/package/2006/metadata/core-properties"/>
    <ds:schemaRef ds:uri="71af3243-3dd4-4a8d-8c0d-dd76da1f02a5"/>
    <ds:schemaRef ds:uri="http://schemas.microsoft.com/office/2006/documentManagement/types"/>
    <ds:schemaRef ds:uri="http://schemas.microsoft.com/office/infopath/2007/PartnerControls"/>
    <ds:schemaRef ds:uri="230e9df3-be65-4c73-a93b-d1236ebd677e"/>
    <ds:schemaRef ds:uri="16c05727-aa75-4e4a-9b5f-8a80a1165891"/>
    <ds:schemaRef ds:uri="http://www.w3.org/XML/1998/namespace"/>
    <ds:schemaRef ds:uri="http://schemas.microsoft.com/office/2006/metadata/properties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Modern conference presentation</Template>
  <TotalTime>3401</TotalTime>
  <Words>465</Words>
  <Application>Microsoft Office PowerPoint</Application>
  <PresentationFormat>Widescreen</PresentationFormat>
  <Paragraphs>68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Alegreya Sans</vt:lpstr>
      <vt:lpstr>Arial</vt:lpstr>
      <vt:lpstr>Calibri</vt:lpstr>
      <vt:lpstr>Courier New</vt:lpstr>
      <vt:lpstr>Univers Light</vt:lpstr>
      <vt:lpstr>Univers LT Std 45 Light</vt:lpstr>
      <vt:lpstr>Office Theme</vt:lpstr>
      <vt:lpstr>Análisis de Componentes Principales</vt:lpstr>
      <vt:lpstr>Es una técnica de reducción de dimensionalidad</vt:lpstr>
      <vt:lpstr>Es una técnica de reducción de dimensionalidad</vt:lpstr>
      <vt:lpstr>PowerPoint Presentation</vt:lpstr>
      <vt:lpstr>PowerPoint Presentation</vt:lpstr>
      <vt:lpstr>Cómo se eligen las direcciones?</vt:lpstr>
      <vt:lpstr>Cómo se eligen las direcciones?</vt:lpstr>
      <vt:lpstr>Cómo se eligen las direcciones?</vt:lpstr>
      <vt:lpstr>Cómo se eligen las direcciones?</vt:lpstr>
      <vt:lpstr>Reducción de dimensionalidad</vt:lpstr>
      <vt:lpstr>Cuidado</vt:lpstr>
      <vt:lpstr>Cuidado</vt:lpstr>
      <vt:lpstr>Matemáticamente cómo se obtienen las direcciones?</vt:lpstr>
      <vt:lpstr>Implementación en Python lista con scikit-learn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Conference presentation</dc:title>
  <dc:creator>Chema Ibarra</dc:creator>
  <cp:lastModifiedBy>Fernando Fontove</cp:lastModifiedBy>
  <cp:revision>17</cp:revision>
  <dcterms:created xsi:type="dcterms:W3CDTF">2022-11-02T18:28:23Z</dcterms:created>
  <dcterms:modified xsi:type="dcterms:W3CDTF">2025-10-31T20:07:50Z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