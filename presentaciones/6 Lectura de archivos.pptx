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2"/>
  </p:notesMasterIdLst>
  <p:handoutMasterIdLst>
    <p:handoutMasterId r:id="rId43"/>
  </p:handoutMasterIdLst>
  <p:sldIdLst>
    <p:sldId id="256" r:id="rId2"/>
    <p:sldId id="262" r:id="rId3"/>
    <p:sldId id="264" r:id="rId4"/>
    <p:sldId id="265" r:id="rId5"/>
    <p:sldId id="283" r:id="rId6"/>
    <p:sldId id="284" r:id="rId7"/>
    <p:sldId id="285" r:id="rId8"/>
    <p:sldId id="286" r:id="rId9"/>
    <p:sldId id="288" r:id="rId10"/>
    <p:sldId id="266" r:id="rId11"/>
    <p:sldId id="267" r:id="rId12"/>
    <p:sldId id="268" r:id="rId13"/>
    <p:sldId id="270" r:id="rId14"/>
    <p:sldId id="272" r:id="rId15"/>
    <p:sldId id="271" r:id="rId16"/>
    <p:sldId id="273" r:id="rId17"/>
    <p:sldId id="269" r:id="rId18"/>
    <p:sldId id="274" r:id="rId19"/>
    <p:sldId id="275" r:id="rId20"/>
    <p:sldId id="276" r:id="rId21"/>
    <p:sldId id="277" r:id="rId22"/>
    <p:sldId id="278" r:id="rId23"/>
    <p:sldId id="281" r:id="rId24"/>
    <p:sldId id="282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2" r:id="rId38"/>
    <p:sldId id="303" r:id="rId39"/>
    <p:sldId id="301" r:id="rId40"/>
    <p:sldId id="304" r:id="rId41"/>
  </p:sldIdLst>
  <p:sldSz cx="9144000" cy="5143500" type="screen16x9"/>
  <p:notesSz cx="6858000" cy="9144000"/>
  <p:embeddedFontLst>
    <p:embeddedFont>
      <p:font typeface="Dosis ExtraLight" pitchFamily="2" charset="0"/>
      <p:regular r:id="rId44"/>
      <p:bold r:id="rId45"/>
    </p:embeddedFont>
    <p:embeddedFont>
      <p:font typeface="Titillium Web Light" panose="00000400000000000000" pitchFamily="2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652" autoAdjust="0"/>
  </p:normalViewPr>
  <p:slideViewPr>
    <p:cSldViewPr snapToGrid="0">
      <p:cViewPr varScale="1">
        <p:scale>
          <a:sx n="98" d="100"/>
          <a:sy n="98" d="100"/>
        </p:scale>
        <p:origin x="5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9D6E8B82-6ADF-4099-BE36-0A7748D859B7}"/>
    <pc:docChg chg="modSld">
      <pc:chgData name="Fernando Fontove" userId="39bcb981d82c3800" providerId="LiveId" clId="{9D6E8B82-6ADF-4099-BE36-0A7748D859B7}" dt="2025-10-09T21:30:19.005" v="17" actId="114"/>
      <pc:docMkLst>
        <pc:docMk/>
      </pc:docMkLst>
      <pc:sldChg chg="modSp mod">
        <pc:chgData name="Fernando Fontove" userId="39bcb981d82c3800" providerId="LiveId" clId="{9D6E8B82-6ADF-4099-BE36-0A7748D859B7}" dt="2025-10-02T17:44:20.337" v="8" actId="20577"/>
        <pc:sldMkLst>
          <pc:docMk/>
          <pc:sldMk cId="620655336" sldId="266"/>
        </pc:sldMkLst>
        <pc:spChg chg="mod">
          <ac:chgData name="Fernando Fontove" userId="39bcb981d82c3800" providerId="LiveId" clId="{9D6E8B82-6ADF-4099-BE36-0A7748D859B7}" dt="2025-10-02T17:44:20.337" v="8" actId="20577"/>
          <ac:spMkLst>
            <pc:docMk/>
            <pc:sldMk cId="620655336" sldId="266"/>
            <ac:spMk id="2" creationId="{30196D73-FD7C-3A45-EA5E-CC37BDD1C1D1}"/>
          </ac:spMkLst>
        </pc:spChg>
      </pc:sldChg>
      <pc:sldChg chg="modSp mod">
        <pc:chgData name="Fernando Fontove" userId="39bcb981d82c3800" providerId="LiveId" clId="{9D6E8B82-6ADF-4099-BE36-0A7748D859B7}" dt="2025-10-09T21:30:19.005" v="17" actId="114"/>
        <pc:sldMkLst>
          <pc:docMk/>
          <pc:sldMk cId="960570211" sldId="299"/>
        </pc:sldMkLst>
        <pc:spChg chg="mod">
          <ac:chgData name="Fernando Fontove" userId="39bcb981d82c3800" providerId="LiveId" clId="{9D6E8B82-6ADF-4099-BE36-0A7748D859B7}" dt="2025-10-09T21:30:19.005" v="17" actId="114"/>
          <ac:spMkLst>
            <pc:docMk/>
            <pc:sldMk cId="960570211" sldId="299"/>
            <ac:spMk id="2" creationId="{10E1C05A-5FDA-A7FD-2D69-8437CB9DF454}"/>
          </ac:spMkLst>
        </pc:spChg>
      </pc:sldChg>
    </pc:docChg>
  </pc:docChgLst>
  <pc:docChgLst>
    <pc:chgData name="Fernando Fontove" userId="39bcb981d82c3800" providerId="LiveId" clId="{E9E8534A-C1ED-47EE-9F87-F2538308680D}"/>
    <pc:docChg chg="custSel delSld modSld">
      <pc:chgData name="Fernando Fontove" userId="39bcb981d82c3800" providerId="LiveId" clId="{E9E8534A-C1ED-47EE-9F87-F2538308680D}" dt="2024-10-30T19:54:24.831" v="4" actId="20577"/>
      <pc:docMkLst>
        <pc:docMk/>
      </pc:docMkLst>
      <pc:sldChg chg="delSp mod">
        <pc:chgData name="Fernando Fontove" userId="39bcb981d82c3800" providerId="LiveId" clId="{E9E8534A-C1ED-47EE-9F87-F2538308680D}" dt="2024-10-03T20:54:12.240" v="0" actId="478"/>
        <pc:sldMkLst>
          <pc:docMk/>
          <pc:sldMk cId="614817203" sldId="269"/>
        </pc:sldMkLst>
      </pc:sldChg>
      <pc:sldChg chg="del">
        <pc:chgData name="Fernando Fontove" userId="39bcb981d82c3800" providerId="LiveId" clId="{E9E8534A-C1ED-47EE-9F87-F2538308680D}" dt="2024-10-03T20:57:43.964" v="1" actId="47"/>
        <pc:sldMkLst>
          <pc:docMk/>
          <pc:sldMk cId="2702125440" sldId="279"/>
        </pc:sldMkLst>
      </pc:sldChg>
      <pc:sldChg chg="modSp mod">
        <pc:chgData name="Fernando Fontove" userId="39bcb981d82c3800" providerId="LiveId" clId="{E9E8534A-C1ED-47EE-9F87-F2538308680D}" dt="2024-10-30T19:54:24.831" v="4" actId="20577"/>
        <pc:sldMkLst>
          <pc:docMk/>
          <pc:sldMk cId="2941827233" sldId="294"/>
        </pc:sldMkLst>
      </pc:sldChg>
    </pc:docChg>
  </pc:docChgLst>
  <pc:docChgLst>
    <pc:chgData name="Fernando Fontove" userId="39bcb981d82c3800" providerId="LiveId" clId="{3EF3BC35-D20B-4FEE-860A-C6405EA7A32B}"/>
    <pc:docChg chg="undo custSel addSld modSld">
      <pc:chgData name="Fernando Fontove" userId="39bcb981d82c3800" providerId="LiveId" clId="{3EF3BC35-D20B-4FEE-860A-C6405EA7A32B}" dt="2023-10-03T03:22:32.279" v="956" actId="1076"/>
      <pc:docMkLst>
        <pc:docMk/>
      </pc:docMkLst>
      <pc:sldChg chg="addSp modSp new mod">
        <pc:chgData name="Fernando Fontove" userId="39bcb981d82c3800" providerId="LiveId" clId="{3EF3BC35-D20B-4FEE-860A-C6405EA7A32B}" dt="2023-10-03T03:06:04.110" v="61" actId="14100"/>
        <pc:sldMkLst>
          <pc:docMk/>
          <pc:sldMk cId="2907384208" sldId="279"/>
        </pc:sldMkLst>
      </pc:sldChg>
      <pc:sldChg chg="modSp add mod">
        <pc:chgData name="Fernando Fontove" userId="39bcb981d82c3800" providerId="LiveId" clId="{3EF3BC35-D20B-4FEE-860A-C6405EA7A32B}" dt="2023-10-03T03:06:41.846" v="161" actId="20577"/>
        <pc:sldMkLst>
          <pc:docMk/>
          <pc:sldMk cId="3777351056" sldId="280"/>
        </pc:sldMkLst>
      </pc:sldChg>
      <pc:sldChg chg="addSp delSp modSp add mod">
        <pc:chgData name="Fernando Fontove" userId="39bcb981d82c3800" providerId="LiveId" clId="{3EF3BC35-D20B-4FEE-860A-C6405EA7A32B}" dt="2023-10-03T03:08:47.332" v="172" actId="478"/>
        <pc:sldMkLst>
          <pc:docMk/>
          <pc:sldMk cId="3614157062" sldId="281"/>
        </pc:sldMkLst>
      </pc:sldChg>
      <pc:sldChg chg="addSp delSp modSp new mod">
        <pc:chgData name="Fernando Fontove" userId="39bcb981d82c3800" providerId="LiveId" clId="{3EF3BC35-D20B-4FEE-860A-C6405EA7A32B}" dt="2023-10-03T03:12:50.072" v="368" actId="114"/>
        <pc:sldMkLst>
          <pc:docMk/>
          <pc:sldMk cId="2993439966" sldId="282"/>
        </pc:sldMkLst>
      </pc:sldChg>
      <pc:sldChg chg="addSp modSp new mod">
        <pc:chgData name="Fernando Fontove" userId="39bcb981d82c3800" providerId="LiveId" clId="{3EF3BC35-D20B-4FEE-860A-C6405EA7A32B}" dt="2023-10-03T03:16:17.265" v="474" actId="14100"/>
        <pc:sldMkLst>
          <pc:docMk/>
          <pc:sldMk cId="2575599280" sldId="283"/>
        </pc:sldMkLst>
      </pc:sldChg>
      <pc:sldChg chg="addSp delSp modSp add mod">
        <pc:chgData name="Fernando Fontove" userId="39bcb981d82c3800" providerId="LiveId" clId="{3EF3BC35-D20B-4FEE-860A-C6405EA7A32B}" dt="2023-10-03T03:18:35.552" v="605" actId="478"/>
        <pc:sldMkLst>
          <pc:docMk/>
          <pc:sldMk cId="3428166178" sldId="284"/>
        </pc:sldMkLst>
      </pc:sldChg>
      <pc:sldChg chg="delSp modSp add mod">
        <pc:chgData name="Fernando Fontove" userId="39bcb981d82c3800" providerId="LiveId" clId="{3EF3BC35-D20B-4FEE-860A-C6405EA7A32B}" dt="2023-10-03T03:19:28.560" v="686" actId="20577"/>
        <pc:sldMkLst>
          <pc:docMk/>
          <pc:sldMk cId="1197321745" sldId="285"/>
        </pc:sldMkLst>
      </pc:sldChg>
      <pc:sldChg chg="addSp delSp modSp add mod">
        <pc:chgData name="Fernando Fontove" userId="39bcb981d82c3800" providerId="LiveId" clId="{3EF3BC35-D20B-4FEE-860A-C6405EA7A32B}" dt="2023-10-03T03:20:35.414" v="761" actId="1076"/>
        <pc:sldMkLst>
          <pc:docMk/>
          <pc:sldMk cId="3809083301" sldId="286"/>
        </pc:sldMkLst>
      </pc:sldChg>
      <pc:sldChg chg="addSp modSp new mod">
        <pc:chgData name="Fernando Fontove" userId="39bcb981d82c3800" providerId="LiveId" clId="{3EF3BC35-D20B-4FEE-860A-C6405EA7A32B}" dt="2023-10-03T03:22:32.279" v="956" actId="1076"/>
        <pc:sldMkLst>
          <pc:docMk/>
          <pc:sldMk cId="3762214050" sldId="287"/>
        </pc:sldMkLst>
      </pc:sldChg>
    </pc:docChg>
  </pc:docChgLst>
  <pc:docChgLst>
    <pc:chgData name="Fernando Fontove" userId="39bcb981d82c3800" providerId="LiveId" clId="{F4C63BE8-E3A5-4AB2-9214-13CABF02652A}"/>
    <pc:docChg chg="undo redo custSel addSld delSld modSld">
      <pc:chgData name="Fernando Fontove" userId="39bcb981d82c3800" providerId="LiveId" clId="{F4C63BE8-E3A5-4AB2-9214-13CABF02652A}" dt="2023-10-12T04:50:51.347" v="5214" actId="313"/>
      <pc:docMkLst>
        <pc:docMk/>
      </pc:docMkLst>
      <pc:sldChg chg="modSp mod">
        <pc:chgData name="Fernando Fontove" userId="39bcb981d82c3800" providerId="LiveId" clId="{F4C63BE8-E3A5-4AB2-9214-13CABF02652A}" dt="2023-10-11T23:40:09.836" v="3537" actId="20577"/>
        <pc:sldMkLst>
          <pc:docMk/>
          <pc:sldMk cId="0" sldId="256"/>
        </pc:sldMkLst>
      </pc:sldChg>
      <pc:sldChg chg="addSp delSp modSp mod">
        <pc:chgData name="Fernando Fontove" userId="39bcb981d82c3800" providerId="LiveId" clId="{F4C63BE8-E3A5-4AB2-9214-13CABF02652A}" dt="2023-10-12T04:50:51.347" v="5214" actId="313"/>
        <pc:sldMkLst>
          <pc:docMk/>
          <pc:sldMk cId="1905306405" sldId="262"/>
        </pc:sldMkLst>
      </pc:sldChg>
      <pc:sldChg chg="addSp delSp modSp mod">
        <pc:chgData name="Fernando Fontove" userId="39bcb981d82c3800" providerId="LiveId" clId="{F4C63BE8-E3A5-4AB2-9214-13CABF02652A}" dt="2023-10-04T17:35:32.370" v="283"/>
        <pc:sldMkLst>
          <pc:docMk/>
          <pc:sldMk cId="860822654" sldId="264"/>
        </pc:sldMkLst>
      </pc:sldChg>
      <pc:sldChg chg="add">
        <pc:chgData name="Fernando Fontove" userId="39bcb981d82c3800" providerId="LiveId" clId="{F4C63BE8-E3A5-4AB2-9214-13CABF02652A}" dt="2023-10-04T17:35:24.444" v="280"/>
        <pc:sldMkLst>
          <pc:docMk/>
          <pc:sldMk cId="1681442814" sldId="265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48578708" sldId="266"/>
        </pc:sldMkLst>
      </pc:sldChg>
      <pc:sldChg chg="addSp delSp modSp new mod">
        <pc:chgData name="Fernando Fontove" userId="39bcb981d82c3800" providerId="LiveId" clId="{F4C63BE8-E3A5-4AB2-9214-13CABF02652A}" dt="2023-10-04T17:40:53.574" v="484" actId="1076"/>
        <pc:sldMkLst>
          <pc:docMk/>
          <pc:sldMk cId="620655336" sldId="266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542286832" sldId="267"/>
        </pc:sldMkLst>
      </pc:sldChg>
      <pc:sldChg chg="delSp modSp add mod">
        <pc:chgData name="Fernando Fontove" userId="39bcb981d82c3800" providerId="LiveId" clId="{F4C63BE8-E3A5-4AB2-9214-13CABF02652A}" dt="2023-10-04T17:42:44.385" v="596" actId="114"/>
        <pc:sldMkLst>
          <pc:docMk/>
          <pc:sldMk cId="4220986048" sldId="26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081408953" sldId="268"/>
        </pc:sldMkLst>
      </pc:sldChg>
      <pc:sldChg chg="addSp modSp new mod">
        <pc:chgData name="Fernando Fontove" userId="39bcb981d82c3800" providerId="LiveId" clId="{F4C63BE8-E3A5-4AB2-9214-13CABF02652A}" dt="2023-10-04T17:44:09.840" v="725" actId="20577"/>
        <pc:sldMkLst>
          <pc:docMk/>
          <pc:sldMk cId="1788963926" sldId="268"/>
        </pc:sldMkLst>
      </pc:sldChg>
      <pc:sldChg chg="addSp modSp new mod">
        <pc:chgData name="Fernando Fontove" userId="39bcb981d82c3800" providerId="LiveId" clId="{F4C63BE8-E3A5-4AB2-9214-13CABF02652A}" dt="2023-10-04T17:55:13.397" v="1627" actId="1076"/>
        <pc:sldMkLst>
          <pc:docMk/>
          <pc:sldMk cId="614817203" sldId="269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50595264" sldId="269"/>
        </pc:sldMkLst>
      </pc:sldChg>
      <pc:sldChg chg="addSp delSp modSp new mod">
        <pc:chgData name="Fernando Fontove" userId="39bcb981d82c3800" providerId="LiveId" clId="{F4C63BE8-E3A5-4AB2-9214-13CABF02652A}" dt="2023-10-04T17:47:58.260" v="898" actId="14100"/>
        <pc:sldMkLst>
          <pc:docMk/>
          <pc:sldMk cId="949055272" sldId="270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462750760" sldId="270"/>
        </pc:sldMkLst>
      </pc:sldChg>
      <pc:sldChg chg="addSp modSp new mod">
        <pc:chgData name="Fernando Fontove" userId="39bcb981d82c3800" providerId="LiveId" clId="{F4C63BE8-E3A5-4AB2-9214-13CABF02652A}" dt="2023-10-04T17:50:35.485" v="1110" actId="1076"/>
        <pc:sldMkLst>
          <pc:docMk/>
          <pc:sldMk cId="1262989655" sldId="271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940837265" sldId="271"/>
        </pc:sldMkLst>
      </pc:sldChg>
      <pc:sldChg chg="addSp modSp add mod">
        <pc:chgData name="Fernando Fontove" userId="39bcb981d82c3800" providerId="LiveId" clId="{F4C63BE8-E3A5-4AB2-9214-13CABF02652A}" dt="2023-10-04T17:49:10.649" v="982" actId="14100"/>
        <pc:sldMkLst>
          <pc:docMk/>
          <pc:sldMk cId="314425507" sldId="27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409832962" sldId="27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692563733" sldId="273"/>
        </pc:sldMkLst>
      </pc:sldChg>
      <pc:sldChg chg="modSp new mod">
        <pc:chgData name="Fernando Fontove" userId="39bcb981d82c3800" providerId="LiveId" clId="{F4C63BE8-E3A5-4AB2-9214-13CABF02652A}" dt="2023-10-04T17:53:52.225" v="1623" actId="20577"/>
        <pc:sldMkLst>
          <pc:docMk/>
          <pc:sldMk cId="2112397207" sldId="273"/>
        </pc:sldMkLst>
      </pc:sldChg>
      <pc:sldChg chg="addSp modSp new mod">
        <pc:chgData name="Fernando Fontove" userId="39bcb981d82c3800" providerId="LiveId" clId="{F4C63BE8-E3A5-4AB2-9214-13CABF02652A}" dt="2023-10-04T17:57:36.934" v="1677" actId="14100"/>
        <pc:sldMkLst>
          <pc:docMk/>
          <pc:sldMk cId="2249712072" sldId="27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552824779" sldId="27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540957780" sldId="275"/>
        </pc:sldMkLst>
      </pc:sldChg>
      <pc:sldChg chg="modSp add mod">
        <pc:chgData name="Fernando Fontove" userId="39bcb981d82c3800" providerId="LiveId" clId="{F4C63BE8-E3A5-4AB2-9214-13CABF02652A}" dt="2023-10-04T17:58:13.528" v="1771" actId="20577"/>
        <pc:sldMkLst>
          <pc:docMk/>
          <pc:sldMk cId="4002436094" sldId="275"/>
        </pc:sldMkLst>
      </pc:sldChg>
      <pc:sldChg chg="addSp delSp modSp new mod">
        <pc:chgData name="Fernando Fontove" userId="39bcb981d82c3800" providerId="LiveId" clId="{F4C63BE8-E3A5-4AB2-9214-13CABF02652A}" dt="2023-10-04T18:00:43.106" v="1972" actId="14100"/>
        <pc:sldMkLst>
          <pc:docMk/>
          <pc:sldMk cId="1448514978" sldId="276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00809582" sldId="276"/>
        </pc:sldMkLst>
      </pc:sldChg>
      <pc:sldChg chg="modSp add mod">
        <pc:chgData name="Fernando Fontove" userId="39bcb981d82c3800" providerId="LiveId" clId="{F4C63BE8-E3A5-4AB2-9214-13CABF02652A}" dt="2023-10-04T18:00:52.511" v="1975" actId="1076"/>
        <pc:sldMkLst>
          <pc:docMk/>
          <pc:sldMk cId="1441599412" sldId="27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4275750078" sldId="27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72966575" sldId="278"/>
        </pc:sldMkLst>
      </pc:sldChg>
      <pc:sldChg chg="modSp add mod">
        <pc:chgData name="Fernando Fontove" userId="39bcb981d82c3800" providerId="LiveId" clId="{F4C63BE8-E3A5-4AB2-9214-13CABF02652A}" dt="2023-10-04T18:00:57.031" v="1977" actId="14100"/>
        <pc:sldMkLst>
          <pc:docMk/>
          <pc:sldMk cId="3017140369" sldId="278"/>
        </pc:sldMkLst>
      </pc:sldChg>
      <pc:sldChg chg="add">
        <pc:chgData name="Fernando Fontove" userId="39bcb981d82c3800" providerId="LiveId" clId="{F4C63BE8-E3A5-4AB2-9214-13CABF02652A}" dt="2023-10-04T18:01:08.603" v="1978"/>
        <pc:sldMkLst>
          <pc:docMk/>
          <pc:sldMk cId="2702125440" sldId="279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907384208" sldId="279"/>
        </pc:sldMkLst>
      </pc:sldChg>
      <pc:sldChg chg="modSp add del mod">
        <pc:chgData name="Fernando Fontove" userId="39bcb981d82c3800" providerId="LiveId" clId="{F4C63BE8-E3A5-4AB2-9214-13CABF02652A}" dt="2023-10-04T18:02:28.295" v="2055" actId="47"/>
        <pc:sldMkLst>
          <pc:docMk/>
          <pc:sldMk cId="3230019784" sldId="280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777351056" sldId="280"/>
        </pc:sldMkLst>
      </pc:sldChg>
      <pc:sldChg chg="addSp delSp modSp add mod">
        <pc:chgData name="Fernando Fontove" userId="39bcb981d82c3800" providerId="LiveId" clId="{F4C63BE8-E3A5-4AB2-9214-13CABF02652A}" dt="2023-10-04T18:02:22.989" v="2054" actId="478"/>
        <pc:sldMkLst>
          <pc:docMk/>
          <pc:sldMk cId="1753243267" sldId="281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614157062" sldId="281"/>
        </pc:sldMkLst>
      </pc:sldChg>
      <pc:sldChg chg="addSp delSp modSp new mod">
        <pc:chgData name="Fernando Fontove" userId="39bcb981d82c3800" providerId="LiveId" clId="{F4C63BE8-E3A5-4AB2-9214-13CABF02652A}" dt="2023-10-04T18:04:24.933" v="2191" actId="14100"/>
        <pc:sldMkLst>
          <pc:docMk/>
          <pc:sldMk cId="2187979709" sldId="28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993439966" sldId="28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575599280" sldId="283"/>
        </pc:sldMkLst>
      </pc:sldChg>
      <pc:sldChg chg="addSp delSp modSp new mod modShow">
        <pc:chgData name="Fernando Fontove" userId="39bcb981d82c3800" providerId="LiveId" clId="{F4C63BE8-E3A5-4AB2-9214-13CABF02652A}" dt="2023-10-04T22:22:17.698" v="2740" actId="729"/>
        <pc:sldMkLst>
          <pc:docMk/>
          <pc:sldMk cId="3869626013" sldId="283"/>
        </pc:sldMkLst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178941492" sldId="28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428166178" sldId="28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197321745" sldId="285"/>
        </pc:sldMkLst>
      </pc:sldChg>
      <pc:sldChg chg="add del">
        <pc:chgData name="Fernando Fontove" userId="39bcb981d82c3800" providerId="LiveId" clId="{F4C63BE8-E3A5-4AB2-9214-13CABF02652A}" dt="2023-10-04T22:07:04.876" v="2360"/>
        <pc:sldMkLst>
          <pc:docMk/>
          <pc:sldMk cId="1205473694" sldId="285"/>
        </pc:sldMkLst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1989563038" sldId="285"/>
        </pc:sldMkLst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914013965" sldId="286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09083301" sldId="286"/>
        </pc:sldMkLst>
      </pc:sldChg>
      <pc:sldChg chg="delSp modSp add del mod">
        <pc:chgData name="Fernando Fontove" userId="39bcb981d82c3800" providerId="LiveId" clId="{F4C63BE8-E3A5-4AB2-9214-13CABF02652A}" dt="2023-10-04T22:22:05.998" v="2739" actId="47"/>
        <pc:sldMkLst>
          <pc:docMk/>
          <pc:sldMk cId="3034611661" sldId="28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762214050" sldId="287"/>
        </pc:sldMkLst>
      </pc:sldChg>
      <pc:sldChg chg="addSp modSp new mod modShow">
        <pc:chgData name="Fernando Fontove" userId="39bcb981d82c3800" providerId="LiveId" clId="{F4C63BE8-E3A5-4AB2-9214-13CABF02652A}" dt="2023-10-04T22:22:17.698" v="2740" actId="729"/>
        <pc:sldMkLst>
          <pc:docMk/>
          <pc:sldMk cId="61323127" sldId="288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2992294385" sldId="289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715270411" sldId="290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3752736754" sldId="291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427195007" sldId="292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3312557566" sldId="293"/>
        </pc:sldMkLst>
      </pc:sldChg>
      <pc:sldChg chg="addSp delSp modSp new mod">
        <pc:chgData name="Fernando Fontove" userId="39bcb981d82c3800" providerId="LiveId" clId="{F4C63BE8-E3A5-4AB2-9214-13CABF02652A}" dt="2023-10-04T22:27:33.688" v="3178" actId="1076"/>
        <pc:sldMkLst>
          <pc:docMk/>
          <pc:sldMk cId="2941827233" sldId="294"/>
        </pc:sldMkLst>
      </pc:sldChg>
      <pc:sldChg chg="add del">
        <pc:chgData name="Fernando Fontove" userId="39bcb981d82c3800" providerId="LiveId" clId="{F4C63BE8-E3A5-4AB2-9214-13CABF02652A}" dt="2023-10-04T22:27:40.046" v="3179" actId="47"/>
        <pc:sldMkLst>
          <pc:docMk/>
          <pc:sldMk cId="3365764179" sldId="295"/>
        </pc:sldMkLst>
      </pc:sldChg>
      <pc:sldChg chg="modSp new mod">
        <pc:chgData name="Fernando Fontove" userId="39bcb981d82c3800" providerId="LiveId" clId="{F4C63BE8-E3A5-4AB2-9214-13CABF02652A}" dt="2023-10-04T22:28:03.483" v="3241" actId="20577"/>
        <pc:sldMkLst>
          <pc:docMk/>
          <pc:sldMk cId="3742723039" sldId="295"/>
        </pc:sldMkLst>
      </pc:sldChg>
      <pc:sldChg chg="modSp add del mod">
        <pc:chgData name="Fernando Fontove" userId="39bcb981d82c3800" providerId="LiveId" clId="{F4C63BE8-E3A5-4AB2-9214-13CABF02652A}" dt="2023-10-04T22:29:47.060" v="3534" actId="948"/>
        <pc:sldMkLst>
          <pc:docMk/>
          <pc:sldMk cId="397135802" sldId="296"/>
        </pc:sldMkLst>
      </pc:sldChg>
      <pc:sldChg chg="addSp modSp new mod">
        <pc:chgData name="Fernando Fontove" userId="39bcb981d82c3800" providerId="LiveId" clId="{F4C63BE8-E3A5-4AB2-9214-13CABF02652A}" dt="2023-10-11T23:44:50.791" v="3796" actId="14100"/>
        <pc:sldMkLst>
          <pc:docMk/>
          <pc:sldMk cId="89833393" sldId="297"/>
        </pc:sldMkLst>
      </pc:sldChg>
      <pc:sldChg chg="addSp modSp new mod">
        <pc:chgData name="Fernando Fontove" userId="39bcb981d82c3800" providerId="LiveId" clId="{F4C63BE8-E3A5-4AB2-9214-13CABF02652A}" dt="2023-10-11T23:46:12.352" v="3891" actId="1076"/>
        <pc:sldMkLst>
          <pc:docMk/>
          <pc:sldMk cId="393614348" sldId="298"/>
        </pc:sldMkLst>
      </pc:sldChg>
      <pc:sldChg chg="add del">
        <pc:chgData name="Fernando Fontove" userId="39bcb981d82c3800" providerId="LiveId" clId="{F4C63BE8-E3A5-4AB2-9214-13CABF02652A}" dt="2023-10-11T23:45:38.456" v="3798" actId="47"/>
        <pc:sldMkLst>
          <pc:docMk/>
          <pc:sldMk cId="2951096345" sldId="298"/>
        </pc:sldMkLst>
      </pc:sldChg>
      <pc:sldChg chg="addSp delSp modSp new mod">
        <pc:chgData name="Fernando Fontove" userId="39bcb981d82c3800" providerId="LiveId" clId="{F4C63BE8-E3A5-4AB2-9214-13CABF02652A}" dt="2023-10-11T23:47:39.979" v="3976" actId="1076"/>
        <pc:sldMkLst>
          <pc:docMk/>
          <pc:sldMk cId="960570211" sldId="299"/>
        </pc:sldMkLst>
      </pc:sldChg>
      <pc:sldChg chg="addSp delSp modSp new mod">
        <pc:chgData name="Fernando Fontove" userId="39bcb981d82c3800" providerId="LiveId" clId="{F4C63BE8-E3A5-4AB2-9214-13CABF02652A}" dt="2023-10-11T23:53:49.082" v="4625" actId="6549"/>
        <pc:sldMkLst>
          <pc:docMk/>
          <pc:sldMk cId="3199902092" sldId="300"/>
        </pc:sldMkLst>
      </pc:sldChg>
      <pc:sldChg chg="addSp modSp add mod">
        <pc:chgData name="Fernando Fontove" userId="39bcb981d82c3800" providerId="LiveId" clId="{F4C63BE8-E3A5-4AB2-9214-13CABF02652A}" dt="2023-10-12T00:03:10.320" v="5045" actId="20577"/>
        <pc:sldMkLst>
          <pc:docMk/>
          <pc:sldMk cId="22306976" sldId="301"/>
        </pc:sldMkLst>
      </pc:sldChg>
      <pc:sldChg chg="addSp delSp modSp new mod">
        <pc:chgData name="Fernando Fontove" userId="39bcb981d82c3800" providerId="LiveId" clId="{F4C63BE8-E3A5-4AB2-9214-13CABF02652A}" dt="2023-10-11T23:59:01.331" v="4931" actId="1076"/>
        <pc:sldMkLst>
          <pc:docMk/>
          <pc:sldMk cId="2301423340" sldId="302"/>
        </pc:sldMkLst>
      </pc:sldChg>
      <pc:sldChg chg="addSp delSp modSp add mod">
        <pc:chgData name="Fernando Fontove" userId="39bcb981d82c3800" providerId="LiveId" clId="{F4C63BE8-E3A5-4AB2-9214-13CABF02652A}" dt="2023-10-12T00:02:39.240" v="5025" actId="1076"/>
        <pc:sldMkLst>
          <pc:docMk/>
          <pc:sldMk cId="4067434810" sldId="303"/>
        </pc:sldMkLst>
      </pc:sldChg>
      <pc:sldChg chg="modSp new mod">
        <pc:chgData name="Fernando Fontove" userId="39bcb981d82c3800" providerId="LiveId" clId="{F4C63BE8-E3A5-4AB2-9214-13CABF02652A}" dt="2023-10-12T00:04:15.896" v="5213" actId="20577"/>
        <pc:sldMkLst>
          <pc:docMk/>
          <pc:sldMk cId="2978494099" sldId="304"/>
        </pc:sldMkLst>
      </pc:sldChg>
    </pc:docChg>
  </pc:docChgLst>
  <pc:docChgLst>
    <pc:chgData name="Fernando Fontove" userId="39bcb981d82c3800" providerId="LiveId" clId="{9FF6258F-8260-451D-925F-7EE58614B07F}"/>
    <pc:docChg chg="undo redo custSel addSld delSld modSld sldOrd">
      <pc:chgData name="Fernando Fontove" userId="39bcb981d82c3800" providerId="LiveId" clId="{9FF6258F-8260-451D-925F-7EE58614B07F}" dt="2023-08-20T07:43:22.317" v="3541" actId="20577"/>
      <pc:docMkLst>
        <pc:docMk/>
      </pc:docMkLst>
      <pc:sldChg chg="addSp delSp modSp mod">
        <pc:chgData name="Fernando Fontove" userId="39bcb981d82c3800" providerId="LiveId" clId="{9FF6258F-8260-451D-925F-7EE58614B07F}" dt="2023-08-20T07:41:27.701" v="3374" actId="113"/>
        <pc:sldMkLst>
          <pc:docMk/>
          <pc:sldMk cId="1905306405" sldId="262"/>
        </pc:sldMkLst>
      </pc:sldChg>
      <pc:sldChg chg="addSp modSp mod">
        <pc:chgData name="Fernando Fontove" userId="39bcb981d82c3800" providerId="LiveId" clId="{9FF6258F-8260-451D-925F-7EE58614B07F}" dt="2023-08-20T06:33:02.271" v="330" actId="113"/>
        <pc:sldMkLst>
          <pc:docMk/>
          <pc:sldMk cId="3211320243" sldId="263"/>
        </pc:sldMkLst>
      </pc:sldChg>
      <pc:sldChg chg="modSp add del mod">
        <pc:chgData name="Fernando Fontove" userId="39bcb981d82c3800" providerId="LiveId" clId="{9FF6258F-8260-451D-925F-7EE58614B07F}" dt="2023-08-20T07:41:34.606" v="3376" actId="113"/>
        <pc:sldMkLst>
          <pc:docMk/>
          <pc:sldMk cId="2748836241" sldId="264"/>
        </pc:sldMkLst>
      </pc:sldChg>
      <pc:sldChg chg="modSp add mod">
        <pc:chgData name="Fernando Fontove" userId="39bcb981d82c3800" providerId="LiveId" clId="{9FF6258F-8260-451D-925F-7EE58614B07F}" dt="2023-08-20T06:39:20.112" v="1007" actId="20577"/>
        <pc:sldMkLst>
          <pc:docMk/>
          <pc:sldMk cId="3538344461" sldId="265"/>
        </pc:sldMkLst>
      </pc:sldChg>
      <pc:sldChg chg="modSp add mod">
        <pc:chgData name="Fernando Fontove" userId="39bcb981d82c3800" providerId="LiveId" clId="{9FF6258F-8260-451D-925F-7EE58614B07F}" dt="2023-08-20T06:35:44.511" v="592" actId="113"/>
        <pc:sldMkLst>
          <pc:docMk/>
          <pc:sldMk cId="164792882" sldId="266"/>
        </pc:sldMkLst>
      </pc:sldChg>
      <pc:sldChg chg="modSp add mod">
        <pc:chgData name="Fernando Fontove" userId="39bcb981d82c3800" providerId="LiveId" clId="{9FF6258F-8260-451D-925F-7EE58614B07F}" dt="2023-08-20T06:39:24.792" v="1009" actId="20577"/>
        <pc:sldMkLst>
          <pc:docMk/>
          <pc:sldMk cId="3409955188" sldId="267"/>
        </pc:sldMkLst>
      </pc:sldChg>
      <pc:sldChg chg="addSp modSp add mod">
        <pc:chgData name="Fernando Fontove" userId="39bcb981d82c3800" providerId="LiveId" clId="{9FF6258F-8260-451D-925F-7EE58614B07F}" dt="2023-08-20T06:46:30.040" v="1305" actId="6549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9FF6258F-8260-451D-925F-7EE58614B07F}" dt="2023-08-20T06:51:57.095" v="1512" actId="478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9FF6258F-8260-451D-925F-7EE58614B07F}" dt="2023-08-20T06:52:14.039" v="1520" actId="478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9FF6258F-8260-451D-925F-7EE58614B07F}" dt="2023-08-20T06:53:02.482" v="1587" actId="1076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9FF6258F-8260-451D-925F-7EE58614B07F}" dt="2023-08-20T06:59:30.462" v="1779" actId="20577"/>
        <pc:sldMkLst>
          <pc:docMk/>
          <pc:sldMk cId="2854023657" sldId="272"/>
        </pc:sldMkLst>
      </pc:sldChg>
      <pc:sldChg chg="addSp delSp modSp add mod">
        <pc:chgData name="Fernando Fontove" userId="39bcb981d82c3800" providerId="LiveId" clId="{9FF6258F-8260-451D-925F-7EE58614B07F}" dt="2023-08-20T07:01:49.701" v="1888" actId="1076"/>
        <pc:sldMkLst>
          <pc:docMk/>
          <pc:sldMk cId="3260095051" sldId="273"/>
        </pc:sldMkLst>
      </pc:sldChg>
      <pc:sldChg chg="addSp delSp modSp add mod">
        <pc:chgData name="Fernando Fontove" userId="39bcb981d82c3800" providerId="LiveId" clId="{9FF6258F-8260-451D-925F-7EE58614B07F}" dt="2023-08-20T07:03:49.541" v="2051" actId="1035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9FF6258F-8260-451D-925F-7EE58614B07F}" dt="2023-08-20T07:04:41.846" v="2059" actId="478"/>
        <pc:sldMkLst>
          <pc:docMk/>
          <pc:sldMk cId="2509672677" sldId="275"/>
        </pc:sldMkLst>
      </pc:sldChg>
      <pc:sldChg chg="add">
        <pc:chgData name="Fernando Fontove" userId="39bcb981d82c3800" providerId="LiveId" clId="{9FF6258F-8260-451D-925F-7EE58614B07F}" dt="2023-08-20T07:04:36.107" v="2056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9FF6258F-8260-451D-925F-7EE58614B07F}" dt="2023-08-20T07:14:31.633" v="2216" actId="1076"/>
        <pc:sldMkLst>
          <pc:docMk/>
          <pc:sldMk cId="2897022490" sldId="277"/>
        </pc:sldMkLst>
      </pc:sldChg>
      <pc:sldChg chg="addSp delSp modSp add mod">
        <pc:chgData name="Fernando Fontove" userId="39bcb981d82c3800" providerId="LiveId" clId="{9FF6258F-8260-451D-925F-7EE58614B07F}" dt="2023-08-20T07:18:27.483" v="2467" actId="14100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9FF6258F-8260-451D-925F-7EE58614B07F}" dt="2023-08-20T07:20:33.831" v="2589" actId="1076"/>
        <pc:sldMkLst>
          <pc:docMk/>
          <pc:sldMk cId="3569834345" sldId="279"/>
        </pc:sldMkLst>
      </pc:sldChg>
      <pc:sldChg chg="addSp delSp modSp add mod">
        <pc:chgData name="Fernando Fontove" userId="39bcb981d82c3800" providerId="LiveId" clId="{9FF6258F-8260-451D-925F-7EE58614B07F}" dt="2023-08-20T07:21:18.168" v="2641" actId="14100"/>
        <pc:sldMkLst>
          <pc:docMk/>
          <pc:sldMk cId="2952870153" sldId="280"/>
        </pc:sldMkLst>
      </pc:sldChg>
      <pc:sldChg chg="addSp delSp modSp add mod">
        <pc:chgData name="Fernando Fontove" userId="39bcb981d82c3800" providerId="LiveId" clId="{9FF6258F-8260-451D-925F-7EE58614B07F}" dt="2023-08-20T07:25:46.828" v="2753" actId="732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9FF6258F-8260-451D-925F-7EE58614B07F}" dt="2023-08-20T07:28:26.009" v="2906" actId="1076"/>
        <pc:sldMkLst>
          <pc:docMk/>
          <pc:sldMk cId="3911022418" sldId="282"/>
        </pc:sldMkLst>
      </pc:sldChg>
      <pc:sldChg chg="addSp delSp modSp add mod ord">
        <pc:chgData name="Fernando Fontove" userId="39bcb981d82c3800" providerId="LiveId" clId="{9FF6258F-8260-451D-925F-7EE58614B07F}" dt="2023-08-20T07:30:12.334" v="2991" actId="1076"/>
        <pc:sldMkLst>
          <pc:docMk/>
          <pc:sldMk cId="879351787" sldId="283"/>
        </pc:sldMkLst>
      </pc:sldChg>
      <pc:sldChg chg="modSp add del mod">
        <pc:chgData name="Fernando Fontove" userId="39bcb981d82c3800" providerId="LiveId" clId="{9FF6258F-8260-451D-925F-7EE58614B07F}" dt="2023-08-20T07:29:01.032" v="2912"/>
        <pc:sldMkLst>
          <pc:docMk/>
          <pc:sldMk cId="2049057121" sldId="283"/>
        </pc:sldMkLst>
      </pc:sldChg>
      <pc:sldChg chg="addSp delSp modSp add mod">
        <pc:chgData name="Fernando Fontove" userId="39bcb981d82c3800" providerId="LiveId" clId="{9FF6258F-8260-451D-925F-7EE58614B07F}" dt="2023-08-20T07:33:52.229" v="3146" actId="478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9FF6258F-8260-451D-925F-7EE58614B07F}" dt="2023-08-20T07:35:24.005" v="3157" actId="14100"/>
        <pc:sldMkLst>
          <pc:docMk/>
          <pc:sldMk cId="2962578790" sldId="285"/>
        </pc:sldMkLst>
      </pc:sldChg>
      <pc:sldChg chg="addSp modSp add mod">
        <pc:chgData name="Fernando Fontove" userId="39bcb981d82c3800" providerId="LiveId" clId="{9FF6258F-8260-451D-925F-7EE58614B07F}" dt="2023-08-20T07:34:29.268" v="3150" actId="14100"/>
        <pc:sldMkLst>
          <pc:docMk/>
          <pc:sldMk cId="1501306380" sldId="286"/>
        </pc:sldMkLst>
      </pc:sldChg>
      <pc:sldChg chg="addSp delSp modSp add mod modNotesTx">
        <pc:chgData name="Fernando Fontove" userId="39bcb981d82c3800" providerId="LiveId" clId="{9FF6258F-8260-451D-925F-7EE58614B07F}" dt="2023-08-20T07:38:34.685" v="3287" actId="20577"/>
        <pc:sldMkLst>
          <pc:docMk/>
          <pc:sldMk cId="3054216919" sldId="287"/>
        </pc:sldMkLst>
      </pc:sldChg>
      <pc:sldChg chg="addSp delSp modSp add mod">
        <pc:chgData name="Fernando Fontove" userId="39bcb981d82c3800" providerId="LiveId" clId="{9FF6258F-8260-451D-925F-7EE58614B07F}" dt="2023-08-20T07:39:51.566" v="3322" actId="14100"/>
        <pc:sldMkLst>
          <pc:docMk/>
          <pc:sldMk cId="2171580333" sldId="288"/>
        </pc:sldMkLst>
      </pc:sldChg>
      <pc:sldChg chg="modSp new mod">
        <pc:chgData name="Fernando Fontove" userId="39bcb981d82c3800" providerId="LiveId" clId="{9FF6258F-8260-451D-925F-7EE58614B07F}" dt="2023-08-20T07:43:00.109" v="3522" actId="20577"/>
        <pc:sldMkLst>
          <pc:docMk/>
          <pc:sldMk cId="3550021727" sldId="289"/>
        </pc:sldMkLst>
      </pc:sldChg>
      <pc:sldChg chg="modSp add mod">
        <pc:chgData name="Fernando Fontove" userId="39bcb981d82c3800" providerId="LiveId" clId="{9FF6258F-8260-451D-925F-7EE58614B07F}" dt="2023-08-20T07:43:22.317" v="3541" actId="2057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773A2956-375E-4F3D-8FF9-44222280ABD9}"/>
    <pc:docChg chg="undo redo custSel addSld delSld modSld sldOrd">
      <pc:chgData name="Fernando Fontove" userId="39bcb981d82c3800" providerId="LiveId" clId="{773A2956-375E-4F3D-8FF9-44222280ABD9}" dt="2023-08-27T05:22:21.126" v="3394" actId="20577"/>
      <pc:docMkLst>
        <pc:docMk/>
      </pc:docMkLst>
      <pc:sldChg chg="modSp mod">
        <pc:chgData name="Fernando Fontove" userId="39bcb981d82c3800" providerId="LiveId" clId="{773A2956-375E-4F3D-8FF9-44222280ABD9}" dt="2023-08-27T03:29:48.478" v="12" actId="20577"/>
        <pc:sldMkLst>
          <pc:docMk/>
          <pc:sldMk cId="0" sldId="256"/>
        </pc:sldMkLst>
      </pc:sldChg>
      <pc:sldChg chg="del">
        <pc:chgData name="Fernando Fontove" userId="39bcb981d82c3800" providerId="LiveId" clId="{773A2956-375E-4F3D-8FF9-44222280ABD9}" dt="2023-08-27T03:30:13.375" v="13" actId="47"/>
        <pc:sldMkLst>
          <pc:docMk/>
          <pc:sldMk cId="0" sldId="261"/>
        </pc:sldMkLst>
      </pc:sldChg>
      <pc:sldChg chg="addSp delSp modSp mod">
        <pc:chgData name="Fernando Fontove" userId="39bcb981d82c3800" providerId="LiveId" clId="{773A2956-375E-4F3D-8FF9-44222280ABD9}" dt="2023-08-27T03:59:59.679" v="184" actId="1076"/>
        <pc:sldMkLst>
          <pc:docMk/>
          <pc:sldMk cId="1905306405" sldId="262"/>
        </pc:sldMkLst>
      </pc:sldChg>
      <pc:sldChg chg="addSp delSp modSp add mod">
        <pc:chgData name="Fernando Fontove" userId="39bcb981d82c3800" providerId="LiveId" clId="{773A2956-375E-4F3D-8FF9-44222280ABD9}" dt="2023-08-27T04:04:53.077" v="283" actId="1076"/>
        <pc:sldMkLst>
          <pc:docMk/>
          <pc:sldMk cId="2425842636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11320243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8836241" sldId="264"/>
        </pc:sldMkLst>
      </pc:sldChg>
      <pc:sldChg chg="addSp delSp modSp add mod">
        <pc:chgData name="Fernando Fontove" userId="39bcb981d82c3800" providerId="LiveId" clId="{773A2956-375E-4F3D-8FF9-44222280ABD9}" dt="2023-08-27T04:06:22.393" v="310" actId="20577"/>
        <pc:sldMkLst>
          <pc:docMk/>
          <pc:sldMk cId="3211320243" sldId="264"/>
        </pc:sldMkLst>
      </pc:sldChg>
      <pc:sldChg chg="modSp add mod">
        <pc:chgData name="Fernando Fontove" userId="39bcb981d82c3800" providerId="LiveId" clId="{773A2956-375E-4F3D-8FF9-44222280ABD9}" dt="2023-08-27T04:08:09.209" v="469" actId="20577"/>
        <pc:sldMkLst>
          <pc:docMk/>
          <pc:sldMk cId="2475177088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38344461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64792882" sldId="266"/>
        </pc:sldMkLst>
      </pc:sldChg>
      <pc:sldChg chg="addSp delSp modSp add mod">
        <pc:chgData name="Fernando Fontove" userId="39bcb981d82c3800" providerId="LiveId" clId="{773A2956-375E-4F3D-8FF9-44222280ABD9}" dt="2023-08-27T04:11:08.993" v="677" actId="20577"/>
        <pc:sldMkLst>
          <pc:docMk/>
          <pc:sldMk cId="4181118197" sldId="266"/>
        </pc:sldMkLst>
      </pc:sldChg>
      <pc:sldChg chg="addSp delSp modSp add mod ord">
        <pc:chgData name="Fernando Fontove" userId="39bcb981d82c3800" providerId="LiveId" clId="{773A2956-375E-4F3D-8FF9-44222280ABD9}" dt="2023-08-27T04:15:03.882" v="800"/>
        <pc:sldMkLst>
          <pc:docMk/>
          <pc:sldMk cId="1181575153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409955188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773A2956-375E-4F3D-8FF9-44222280ABD9}" dt="2023-08-27T04:32:20.827" v="1449" actId="20577"/>
        <pc:sldMkLst>
          <pc:docMk/>
          <pc:sldMk cId="4251482419" sldId="26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773A2956-375E-4F3D-8FF9-44222280ABD9}" dt="2023-08-27T04:32:28.506" v="1461" actId="20577"/>
        <pc:sldMkLst>
          <pc:docMk/>
          <pc:sldMk cId="1770984478" sldId="26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773A2956-375E-4F3D-8FF9-44222280ABD9}" dt="2023-08-27T04:32:35.354" v="1473" actId="20577"/>
        <pc:sldMkLst>
          <pc:docMk/>
          <pc:sldMk cId="1619404823" sldId="270"/>
        </pc:sldMkLst>
      </pc:sldChg>
      <pc:sldChg chg="addSp delSp modSp add mod">
        <pc:chgData name="Fernando Fontove" userId="39bcb981d82c3800" providerId="LiveId" clId="{773A2956-375E-4F3D-8FF9-44222280ABD9}" dt="2023-08-27T04:34:25.299" v="1592" actId="20577"/>
        <pc:sldMkLst>
          <pc:docMk/>
          <pc:sldMk cId="397979297" sldId="27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773A2956-375E-4F3D-8FF9-44222280ABD9}" dt="2023-08-27T04:38:29.578" v="1784" actId="1076"/>
        <pc:sldMkLst>
          <pc:docMk/>
          <pc:sldMk cId="2116488560" sldId="27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54023657" sldId="272"/>
        </pc:sldMkLst>
      </pc:sldChg>
      <pc:sldChg chg="addSp modSp add mod">
        <pc:chgData name="Fernando Fontove" userId="39bcb981d82c3800" providerId="LiveId" clId="{773A2956-375E-4F3D-8FF9-44222280ABD9}" dt="2023-08-27T04:35:54.882" v="1615" actId="1036"/>
        <pc:sldMkLst>
          <pc:docMk/>
          <pc:sldMk cId="115295469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6009505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773A2956-375E-4F3D-8FF9-44222280ABD9}" dt="2023-08-27T04:41:34.148" v="1969" actId="1076"/>
        <pc:sldMkLst>
          <pc:docMk/>
          <pc:sldMk cId="1908251498" sldId="274"/>
        </pc:sldMkLst>
      </pc:sldChg>
      <pc:sldChg chg="addSp delSp modSp add mod ord">
        <pc:chgData name="Fernando Fontove" userId="39bcb981d82c3800" providerId="LiveId" clId="{773A2956-375E-4F3D-8FF9-44222280ABD9}" dt="2023-08-27T04:48:53.576" v="2317" actId="1076"/>
        <pc:sldMkLst>
          <pc:docMk/>
          <pc:sldMk cId="2101120470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509672677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773A2956-375E-4F3D-8FF9-44222280ABD9}" dt="2023-08-27T04:49:34.981" v="2341" actId="20577"/>
        <pc:sldMkLst>
          <pc:docMk/>
          <pc:sldMk cId="3396250151" sldId="276"/>
        </pc:sldMkLst>
      </pc:sldChg>
      <pc:sldChg chg="add del">
        <pc:chgData name="Fernando Fontove" userId="39bcb981d82c3800" providerId="LiveId" clId="{773A2956-375E-4F3D-8FF9-44222280ABD9}" dt="2023-08-27T04:47:50.910" v="2239"/>
        <pc:sldMkLst>
          <pc:docMk/>
          <pc:sldMk cId="340643032" sldId="277"/>
        </pc:sldMkLst>
      </pc:sldChg>
      <pc:sldChg chg="add del">
        <pc:chgData name="Fernando Fontove" userId="39bcb981d82c3800" providerId="LiveId" clId="{773A2956-375E-4F3D-8FF9-44222280ABD9}" dt="2023-08-27T04:49:46.982" v="2343"/>
        <pc:sldMkLst>
          <pc:docMk/>
          <pc:sldMk cId="1564057248" sldId="277"/>
        </pc:sldMkLst>
      </pc:sldChg>
      <pc:sldChg chg="addSp delSp modSp add mod ord">
        <pc:chgData name="Fernando Fontove" userId="39bcb981d82c3800" providerId="LiveId" clId="{773A2956-375E-4F3D-8FF9-44222280ABD9}" dt="2023-08-27T04:56:30.095" v="2836" actId="21"/>
        <pc:sldMkLst>
          <pc:docMk/>
          <pc:sldMk cId="2116581737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97022490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773A2956-375E-4F3D-8FF9-44222280ABD9}" dt="2023-08-27T04:56:08.527" v="2828" actId="1076"/>
        <pc:sldMkLst>
          <pc:docMk/>
          <pc:sldMk cId="1248256059" sldId="278"/>
        </pc:sldMkLst>
      </pc:sldChg>
      <pc:sldChg chg="addSp delSp modSp add mod">
        <pc:chgData name="Fernando Fontove" userId="39bcb981d82c3800" providerId="LiveId" clId="{773A2956-375E-4F3D-8FF9-44222280ABD9}" dt="2023-08-27T04:58:32.187" v="2877" actId="1076"/>
        <pc:sldMkLst>
          <pc:docMk/>
          <pc:sldMk cId="779110085" sldId="27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69834345" sldId="279"/>
        </pc:sldMkLst>
      </pc:sldChg>
      <pc:sldChg chg="addSp modSp add mod">
        <pc:chgData name="Fernando Fontove" userId="39bcb981d82c3800" providerId="LiveId" clId="{773A2956-375E-4F3D-8FF9-44222280ABD9}" dt="2023-08-27T05:01:37.197" v="2889" actId="114"/>
        <pc:sldMkLst>
          <pc:docMk/>
          <pc:sldMk cId="237153273" sldId="280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52870153" sldId="280"/>
        </pc:sldMkLst>
      </pc:sldChg>
      <pc:sldChg chg="modSp new mod">
        <pc:chgData name="Fernando Fontove" userId="39bcb981d82c3800" providerId="LiveId" clId="{773A2956-375E-4F3D-8FF9-44222280ABD9}" dt="2023-08-27T05:22:21.126" v="3394" actId="20577"/>
        <pc:sldMkLst>
          <pc:docMk/>
          <pc:sldMk cId="1406954335" sldId="28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773A2956-375E-4F3D-8FF9-44222280ABD9}" dt="2023-08-27T05:17:01.109" v="3207" actId="20577"/>
        <pc:sldMkLst>
          <pc:docMk/>
          <pc:sldMk cId="2623804289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911022418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879351787" sldId="283"/>
        </pc:sldMkLst>
      </pc:sldChg>
      <pc:sldChg chg="add del">
        <pc:chgData name="Fernando Fontove" userId="39bcb981d82c3800" providerId="LiveId" clId="{773A2956-375E-4F3D-8FF9-44222280ABD9}" dt="2023-08-27T05:12:10.577" v="3065"/>
        <pc:sldMkLst>
          <pc:docMk/>
          <pc:sldMk cId="1127660294" sldId="283"/>
        </pc:sldMkLst>
      </pc:sldChg>
      <pc:sldChg chg="addSp delSp modSp add mod">
        <pc:chgData name="Fernando Fontove" userId="39bcb981d82c3800" providerId="LiveId" clId="{773A2956-375E-4F3D-8FF9-44222280ABD9}" dt="2023-08-27T05:16:21.869" v="3170" actId="20577"/>
        <pc:sldMkLst>
          <pc:docMk/>
          <pc:sldMk cId="3597499166" sldId="283"/>
        </pc:sldMkLst>
      </pc:sldChg>
      <pc:sldChg chg="addSp delSp modSp add mod">
        <pc:chgData name="Fernando Fontove" userId="39bcb981d82c3800" providerId="LiveId" clId="{773A2956-375E-4F3D-8FF9-44222280ABD9}" dt="2023-08-27T05:18:12.448" v="3259" actId="14100"/>
        <pc:sldMkLst>
          <pc:docMk/>
          <pc:sldMk cId="2061830983" sldId="284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773A2956-375E-4F3D-8FF9-44222280ABD9}" dt="2023-08-27T05:21:15.111" v="3321" actId="1076"/>
        <pc:sldMkLst>
          <pc:docMk/>
          <pc:sldMk cId="920556278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62578790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01306380" sldId="286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054216919" sldId="28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171580333" sldId="28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50021727" sldId="28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94990C3B-5971-4F6D-968E-79A2E87E6973}"/>
    <pc:docChg chg="undo redo custSel addSld delSld modSld sldOrd">
      <pc:chgData name="Fernando Fontove" userId="39bcb981d82c3800" providerId="LiveId" clId="{94990C3B-5971-4F6D-968E-79A2E87E6973}" dt="2023-09-21T18:23:09.123" v="2390" actId="1076"/>
      <pc:docMkLst>
        <pc:docMk/>
      </pc:docMkLst>
      <pc:sldChg chg="modSp mod">
        <pc:chgData name="Fernando Fontove" userId="39bcb981d82c3800" providerId="LiveId" clId="{94990C3B-5971-4F6D-968E-79A2E87E6973}" dt="2023-09-21T17:36:19.153" v="9" actId="20577"/>
        <pc:sldMkLst>
          <pc:docMk/>
          <pc:sldMk cId="0" sldId="256"/>
        </pc:sldMkLst>
      </pc:sldChg>
      <pc:sldChg chg="addSp delSp modSp mod">
        <pc:chgData name="Fernando Fontove" userId="39bcb981d82c3800" providerId="LiveId" clId="{94990C3B-5971-4F6D-968E-79A2E87E6973}" dt="2023-09-21T17:55:14.835" v="440" actId="14100"/>
        <pc:sldMkLst>
          <pc:docMk/>
          <pc:sldMk cId="1905306405" sldId="262"/>
        </pc:sldMkLst>
      </pc:sldChg>
      <pc:sldChg chg="add del">
        <pc:chgData name="Fernando Fontove" userId="39bcb981d82c3800" providerId="LiveId" clId="{94990C3B-5971-4F6D-968E-79A2E87E6973}" dt="2023-09-21T17:40:57.751" v="132" actId="47"/>
        <pc:sldMkLst>
          <pc:docMk/>
          <pc:sldMk cId="2143041481" sldId="26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25842636" sldId="263"/>
        </pc:sldMkLst>
      </pc:sldChg>
      <pc:sldChg chg="addSp delSp modSp add mod">
        <pc:chgData name="Fernando Fontove" userId="39bcb981d82c3800" providerId="LiveId" clId="{94990C3B-5971-4F6D-968E-79A2E87E6973}" dt="2023-09-21T17:46:04.115" v="299" actId="478"/>
        <pc:sldMkLst>
          <pc:docMk/>
          <pc:sldMk cId="860822654" sldId="264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211320243" sldId="264"/>
        </pc:sldMkLst>
      </pc:sldChg>
      <pc:sldChg chg="add del">
        <pc:chgData name="Fernando Fontove" userId="39bcb981d82c3800" providerId="LiveId" clId="{94990C3B-5971-4F6D-968E-79A2E87E6973}" dt="2023-09-21T17:44:59.401" v="266" actId="47"/>
        <pc:sldMkLst>
          <pc:docMk/>
          <pc:sldMk cId="2425842636" sldId="26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75177088" sldId="265"/>
        </pc:sldMkLst>
      </pc:sldChg>
      <pc:sldChg chg="addSp delSp modSp add mod">
        <pc:chgData name="Fernando Fontove" userId="39bcb981d82c3800" providerId="LiveId" clId="{94990C3B-5971-4F6D-968E-79A2E87E6973}" dt="2023-09-21T17:52:22.402" v="328" actId="20577"/>
        <pc:sldMkLst>
          <pc:docMk/>
          <pc:sldMk cId="248578708" sldId="266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181118197" sldId="266"/>
        </pc:sldMkLst>
      </pc:sldChg>
      <pc:sldChg chg="add del">
        <pc:chgData name="Fernando Fontove" userId="39bcb981d82c3800" providerId="LiveId" clId="{94990C3B-5971-4F6D-968E-79A2E87E6973}" dt="2023-09-21T17:45:25.566" v="268"/>
        <pc:sldMkLst>
          <pc:docMk/>
          <pc:sldMk cId="408223840" sldId="267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81575153" sldId="267"/>
        </pc:sldMkLst>
      </pc:sldChg>
      <pc:sldChg chg="addSp modSp add mod">
        <pc:chgData name="Fernando Fontove" userId="39bcb981d82c3800" providerId="LiveId" clId="{94990C3B-5971-4F6D-968E-79A2E87E6973}" dt="2023-09-21T17:53:11.133" v="360" actId="14100"/>
        <pc:sldMkLst>
          <pc:docMk/>
          <pc:sldMk cId="3542286832" sldId="267"/>
        </pc:sldMkLst>
      </pc:sldChg>
      <pc:sldChg chg="delSp modSp add mod">
        <pc:chgData name="Fernando Fontove" userId="39bcb981d82c3800" providerId="LiveId" clId="{94990C3B-5971-4F6D-968E-79A2E87E6973}" dt="2023-09-21T17:55:34.460" v="445" actId="20577"/>
        <pc:sldMkLst>
          <pc:docMk/>
          <pc:sldMk cId="1081408953" sldId="26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251482419" sldId="26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770984478" sldId="269"/>
        </pc:sldMkLst>
      </pc:sldChg>
      <pc:sldChg chg="modSp add mod">
        <pc:chgData name="Fernando Fontove" userId="39bcb981d82c3800" providerId="LiveId" clId="{94990C3B-5971-4F6D-968E-79A2E87E6973}" dt="2023-09-21T17:57:05.990" v="737" actId="404"/>
        <pc:sldMkLst>
          <pc:docMk/>
          <pc:sldMk cId="3850595264" sldId="269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619404823" sldId="270"/>
        </pc:sldMkLst>
      </pc:sldChg>
      <pc:sldChg chg="modSp add mod ord">
        <pc:chgData name="Fernando Fontove" userId="39bcb981d82c3800" providerId="LiveId" clId="{94990C3B-5971-4F6D-968E-79A2E87E6973}" dt="2023-09-21T18:03:17.497" v="1345" actId="20577"/>
        <pc:sldMkLst>
          <pc:docMk/>
          <pc:sldMk cId="3462750760" sldId="270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97979297" sldId="271"/>
        </pc:sldMkLst>
      </pc:sldChg>
      <pc:sldChg chg="modSp add mod">
        <pc:chgData name="Fernando Fontove" userId="39bcb981d82c3800" providerId="LiveId" clId="{94990C3B-5971-4F6D-968E-79A2E87E6973}" dt="2023-09-21T18:02:20.231" v="1342" actId="6549"/>
        <pc:sldMkLst>
          <pc:docMk/>
          <pc:sldMk cId="1940837265" sldId="271"/>
        </pc:sldMkLst>
      </pc:sldChg>
      <pc:sldChg chg="addSp delSp modSp add mod">
        <pc:chgData name="Fernando Fontove" userId="39bcb981d82c3800" providerId="LiveId" clId="{94990C3B-5971-4F6D-968E-79A2E87E6973}" dt="2023-09-21T18:06:35.114" v="1547" actId="14100"/>
        <pc:sldMkLst>
          <pc:docMk/>
          <pc:sldMk cId="409832962" sldId="272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488560" sldId="272"/>
        </pc:sldMkLst>
      </pc:sldChg>
      <pc:sldChg chg="addSp delSp modSp add mod">
        <pc:chgData name="Fernando Fontove" userId="39bcb981d82c3800" providerId="LiveId" clId="{94990C3B-5971-4F6D-968E-79A2E87E6973}" dt="2023-09-21T18:03:51.988" v="1354" actId="6549"/>
        <pc:sldMkLst>
          <pc:docMk/>
          <pc:sldMk cId="692563733" sldId="27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52954691" sldId="27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908251498" sldId="274"/>
        </pc:sldMkLst>
      </pc:sldChg>
      <pc:sldChg chg="modSp new mod">
        <pc:chgData name="Fernando Fontove" userId="39bcb981d82c3800" providerId="LiveId" clId="{94990C3B-5971-4F6D-968E-79A2E87E6973}" dt="2023-09-21T18:08:57.131" v="1748" actId="14100"/>
        <pc:sldMkLst>
          <pc:docMk/>
          <pc:sldMk cId="3552824779" sldId="274"/>
        </pc:sldMkLst>
      </pc:sldChg>
      <pc:sldChg chg="addSp modSp add mod">
        <pc:chgData name="Fernando Fontove" userId="39bcb981d82c3800" providerId="LiveId" clId="{94990C3B-5971-4F6D-968E-79A2E87E6973}" dt="2023-09-21T18:10:41.555" v="1905" actId="1076"/>
        <pc:sldMkLst>
          <pc:docMk/>
          <pc:sldMk cId="1540957780" sldId="27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01120470" sldId="27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396250151" sldId="276"/>
        </pc:sldMkLst>
      </pc:sldChg>
      <pc:sldChg chg="addSp delSp modSp add mod">
        <pc:chgData name="Fernando Fontove" userId="39bcb981d82c3800" providerId="LiveId" clId="{94990C3B-5971-4F6D-968E-79A2E87E6973}" dt="2023-09-21T18:20:29.353" v="2166" actId="1076"/>
        <pc:sldMkLst>
          <pc:docMk/>
          <pc:sldMk cId="3800809582" sldId="276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581737" sldId="277"/>
        </pc:sldMkLst>
      </pc:sldChg>
      <pc:sldChg chg="modSp add mod">
        <pc:chgData name="Fernando Fontove" userId="39bcb981d82c3800" providerId="LiveId" clId="{94990C3B-5971-4F6D-968E-79A2E87E6973}" dt="2023-09-21T18:21:40.268" v="2284" actId="1076"/>
        <pc:sldMkLst>
          <pc:docMk/>
          <pc:sldMk cId="4275750078" sldId="277"/>
        </pc:sldMkLst>
      </pc:sldChg>
      <pc:sldChg chg="addSp delSp modSp add mod">
        <pc:chgData name="Fernando Fontove" userId="39bcb981d82c3800" providerId="LiveId" clId="{94990C3B-5971-4F6D-968E-79A2E87E6973}" dt="2023-09-21T18:23:09.123" v="2390" actId="1076"/>
        <pc:sldMkLst>
          <pc:docMk/>
          <pc:sldMk cId="272966575" sldId="27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248256059" sldId="27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779110085" sldId="279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37153273" sldId="280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406954335" sldId="281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623804289" sldId="282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597499166" sldId="28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061830983" sldId="284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920556278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913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8560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18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Introducción a Python: Archivos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640231" y="1047506"/>
            <a:ext cx="73652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Cuando trabajamos datos “de verdad” normalmente tenemos que obtenerlos de archivos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14041-9E58-F909-1778-26FB797C6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956" y="2309496"/>
            <a:ext cx="6001795" cy="8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0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Sintaxis: abrir archivos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C39BE6-2C23-B6BC-97FB-D3F1C01A73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0" t="-54317" r="-1420" b="54317"/>
          <a:stretch/>
        </p:blipFill>
        <p:spPr>
          <a:xfrm>
            <a:off x="718300" y="1735577"/>
            <a:ext cx="7090596" cy="101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2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D9F38B-4CBA-D6D7-9BDD-EC73E8C1DE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0" t="-54317" r="-1420" b="54317"/>
          <a:stretch/>
        </p:blipFill>
        <p:spPr>
          <a:xfrm>
            <a:off x="718300" y="1735577"/>
            <a:ext cx="7090596" cy="1012942"/>
          </a:xfrm>
          <a:prstGeom prst="rect">
            <a:avLst/>
          </a:prstGeom>
        </p:spPr>
      </p:pic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264163"/>
            <a:ext cx="7365250" cy="873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Sintaxis: abrir archivos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5A773-5949-3585-A60E-44EAE520743A}"/>
              </a:ext>
            </a:extLst>
          </p:cNvPr>
          <p:cNvSpPr txBox="1">
            <a:spLocks/>
          </p:cNvSpPr>
          <p:nvPr/>
        </p:nvSpPr>
        <p:spPr>
          <a:xfrm>
            <a:off x="2006417" y="1472509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Palabra clave</a:t>
            </a:r>
            <a:endParaRPr lang="es-MX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926CEA3-0575-7E82-D8ED-AE1317A5A99D}"/>
              </a:ext>
            </a:extLst>
          </p:cNvPr>
          <p:cNvCxnSpPr>
            <a:cxnSpLocks/>
          </p:cNvCxnSpPr>
          <p:nvPr/>
        </p:nvCxnSpPr>
        <p:spPr>
          <a:xfrm>
            <a:off x="2912127" y="1976688"/>
            <a:ext cx="502119" cy="4835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D56292-55B7-91FF-73F7-7721B8AEE25D}"/>
              </a:ext>
            </a:extLst>
          </p:cNvPr>
          <p:cNvCxnSpPr>
            <a:cxnSpLocks/>
          </p:cNvCxnSpPr>
          <p:nvPr/>
        </p:nvCxnSpPr>
        <p:spPr>
          <a:xfrm flipH="1">
            <a:off x="7103526" y="1830601"/>
            <a:ext cx="68113" cy="5691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EFB2097-25DE-22B9-FD78-71EDF35115EB}"/>
              </a:ext>
            </a:extLst>
          </p:cNvPr>
          <p:cNvSpPr txBox="1">
            <a:spLocks/>
          </p:cNvSpPr>
          <p:nvPr/>
        </p:nvSpPr>
        <p:spPr>
          <a:xfrm>
            <a:off x="6511078" y="984198"/>
            <a:ext cx="1816364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Modo de archivo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C657EDB-4C58-504C-C677-5F7AF8176221}"/>
              </a:ext>
            </a:extLst>
          </p:cNvPr>
          <p:cNvSpPr txBox="1">
            <a:spLocks/>
          </p:cNvSpPr>
          <p:nvPr/>
        </p:nvSpPr>
        <p:spPr>
          <a:xfrm>
            <a:off x="640230" y="3362572"/>
            <a:ext cx="2774016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Variable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guardará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archivo</a:t>
            </a:r>
            <a:endParaRPr lang="es-MX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2DEC50-1534-EBD2-584B-ACEBE3D4505D}"/>
              </a:ext>
            </a:extLst>
          </p:cNvPr>
          <p:cNvCxnSpPr>
            <a:cxnSpLocks/>
          </p:cNvCxnSpPr>
          <p:nvPr/>
        </p:nvCxnSpPr>
        <p:spPr>
          <a:xfrm flipV="1">
            <a:off x="1831691" y="2713312"/>
            <a:ext cx="352828" cy="816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6B0294B-6312-8757-FFA1-E2DE7C63CB8E}"/>
              </a:ext>
            </a:extLst>
          </p:cNvPr>
          <p:cNvSpPr txBox="1">
            <a:spLocks/>
          </p:cNvSpPr>
          <p:nvPr/>
        </p:nvSpPr>
        <p:spPr>
          <a:xfrm>
            <a:off x="4633239" y="2914290"/>
            <a:ext cx="1671307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 err="1"/>
              <a:t>Nombre</a:t>
            </a:r>
            <a:r>
              <a:rPr lang="en-US" dirty="0"/>
              <a:t> del </a:t>
            </a:r>
            <a:r>
              <a:rPr lang="en-US" dirty="0" err="1"/>
              <a:t>archivo</a:t>
            </a:r>
            <a:endParaRPr lang="es-MX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730DEF2-837B-5317-F53C-963726F985CC}"/>
              </a:ext>
            </a:extLst>
          </p:cNvPr>
          <p:cNvCxnSpPr>
            <a:cxnSpLocks/>
          </p:cNvCxnSpPr>
          <p:nvPr/>
        </p:nvCxnSpPr>
        <p:spPr>
          <a:xfrm flipV="1">
            <a:off x="5355808" y="2748519"/>
            <a:ext cx="0" cy="4192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442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02A1-9CBC-F37B-4374-7160472E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Python busca el archivo en el mismo lugar del que corre el código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74A8D-8AE4-6A61-7828-7873CEEA3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4204" y="1733550"/>
            <a:ext cx="5115195" cy="2980500"/>
          </a:xfrm>
        </p:spPr>
        <p:txBody>
          <a:bodyPr/>
          <a:lstStyle/>
          <a:p>
            <a:r>
              <a:rPr lang="es-MX" dirty="0"/>
              <a:t>Aquí tengo el archivo en la misma carpeta que el código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92B8-0743-91C7-78E6-D24D91346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62BF93-7DB2-5DAC-52C6-9D0E3D7AC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95" y="1630417"/>
            <a:ext cx="193384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2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02A1-9CBC-F37B-4374-7160472E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Python busca el archivo en el mismo lugar del que corre el código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74A8D-8AE4-6A61-7828-7873CEEA3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4204" y="1733550"/>
            <a:ext cx="5115195" cy="2980500"/>
          </a:xfrm>
        </p:spPr>
        <p:txBody>
          <a:bodyPr/>
          <a:lstStyle/>
          <a:p>
            <a:r>
              <a:rPr lang="es-MX" dirty="0"/>
              <a:t>Aquí tengo el archivo en la misma carpeta que el código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92B8-0743-91C7-78E6-D24D91346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A4E84-83D9-47B4-CDC2-2B67445251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0" t="-54317" r="-1420" b="54317"/>
          <a:stretch/>
        </p:blipFill>
        <p:spPr>
          <a:xfrm>
            <a:off x="2210215" y="2201779"/>
            <a:ext cx="6690700" cy="9558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76D60D-07EE-E791-5AE3-3CFCF4A5E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75" y="1514301"/>
            <a:ext cx="193384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1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02A1-9CBC-F37B-4374-7160472E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Python busca el archivo en el mismo lugar del que corre el código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74A8D-8AE4-6A61-7828-7873CEEA3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4204" y="1733550"/>
            <a:ext cx="5115195" cy="2980500"/>
          </a:xfrm>
        </p:spPr>
        <p:txBody>
          <a:bodyPr/>
          <a:lstStyle/>
          <a:p>
            <a:r>
              <a:rPr lang="es-MX" dirty="0"/>
              <a:t>Aquí tengo el archivo en la misma carpeta que el código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92B8-0743-91C7-78E6-D24D91346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A4E84-83D9-47B4-CDC2-2B67445251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0" t="-54317" r="-1420" b="54317"/>
          <a:stretch/>
        </p:blipFill>
        <p:spPr>
          <a:xfrm>
            <a:off x="2210215" y="2201779"/>
            <a:ext cx="6690700" cy="9558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E14F31-5FE4-07BF-F062-7FDC3946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" y="3625822"/>
            <a:ext cx="9011908" cy="1019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7E2C0F-5E47-70B7-FA2F-5DBEE405C8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0778"/>
          <a:stretch/>
        </p:blipFill>
        <p:spPr>
          <a:xfrm>
            <a:off x="276370" y="1514301"/>
            <a:ext cx="1933845" cy="12890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69C5AE-2D39-4590-30D6-377A050E72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742" b="14967"/>
          <a:stretch/>
        </p:blipFill>
        <p:spPr>
          <a:xfrm>
            <a:off x="276370" y="2803358"/>
            <a:ext cx="1933845" cy="5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63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02A1-9CBC-F37B-4374-7160472E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739374"/>
            <a:ext cx="6761100" cy="1263883"/>
          </a:xfrm>
        </p:spPr>
        <p:txBody>
          <a:bodyPr/>
          <a:lstStyle/>
          <a:p>
            <a:r>
              <a:rPr lang="es-MX" dirty="0"/>
              <a:t>Nos da error porque aunque estén juntos, el código lo corre desde otra carpeta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92B8-0743-91C7-78E6-D24D91346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E14F31-5FE4-07BF-F062-7FDC3946C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6" y="3894467"/>
            <a:ext cx="9011908" cy="101931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891E93B-78DD-4C53-FAB7-AA3C6EF7D2E4}"/>
              </a:ext>
            </a:extLst>
          </p:cNvPr>
          <p:cNvGrpSpPr/>
          <p:nvPr/>
        </p:nvGrpSpPr>
        <p:grpSpPr>
          <a:xfrm>
            <a:off x="2983721" y="1869988"/>
            <a:ext cx="1933845" cy="1824462"/>
            <a:chOff x="535295" y="1901778"/>
            <a:chExt cx="1933845" cy="18244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C658BF9-4838-7708-3231-1BEC1A965E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60778"/>
            <a:stretch/>
          </p:blipFill>
          <p:spPr>
            <a:xfrm>
              <a:off x="535295" y="1901778"/>
              <a:ext cx="1933845" cy="128905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47DF7C9-6FBF-848A-94A5-F958BD713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8742" b="14967"/>
            <a:stretch/>
          </p:blipFill>
          <p:spPr>
            <a:xfrm>
              <a:off x="535295" y="3190835"/>
              <a:ext cx="1933845" cy="535405"/>
            </a:xfrm>
            <a:prstGeom prst="rect">
              <a:avLst/>
            </a:prstGeom>
          </p:spPr>
        </p:pic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82535B-CF47-DA5C-2663-B50E2249E98A}"/>
              </a:ext>
            </a:extLst>
          </p:cNvPr>
          <p:cNvCxnSpPr>
            <a:cxnSpLocks/>
          </p:cNvCxnSpPr>
          <p:nvPr/>
        </p:nvCxnSpPr>
        <p:spPr>
          <a:xfrm>
            <a:off x="4030579" y="2117558"/>
            <a:ext cx="886987" cy="18588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01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C32E-B110-C3F6-A04E-F636DB956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10085"/>
            <a:ext cx="6761100" cy="857400"/>
          </a:xfrm>
        </p:spPr>
        <p:txBody>
          <a:bodyPr/>
          <a:lstStyle/>
          <a:p>
            <a:r>
              <a:rPr lang="es-MX" dirty="0"/>
              <a:t>Python nos dice el folder desde el que corre con </a:t>
            </a:r>
            <a:r>
              <a:rPr lang="es-MX" b="1" i="1" dirty="0" err="1"/>
              <a:t>os.getcwd</a:t>
            </a:r>
            <a:r>
              <a:rPr lang="es-MX" b="1" i="1" dirty="0"/>
              <a:t>()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22FD1-B08D-4EA4-EB8C-2C0DBD5F5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051384"/>
            <a:ext cx="6761100" cy="2662666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55F56-8433-85BD-7E63-932F3D8E82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C21A90-6D0A-9072-C9CE-82864DB9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666" y="2199898"/>
            <a:ext cx="3662368" cy="828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A24ECA-3B5D-0949-B46B-722380826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509" r="41118"/>
          <a:stretch/>
        </p:blipFill>
        <p:spPr>
          <a:xfrm>
            <a:off x="0" y="3027911"/>
            <a:ext cx="8999621" cy="36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3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6D73-FD7C-3A45-EA5E-CC37BDD1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archivo es una </a:t>
            </a:r>
            <a:r>
              <a:rPr lang="es-MX" b="1" i="1" dirty="0"/>
              <a:t>variable compleja </a:t>
            </a:r>
            <a:r>
              <a:rPr lang="es-MX" b="1" i="1"/>
              <a:t>(objeto)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D2CE6-74F1-DD4F-1B8C-0D80D309D3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13C005-A0A4-081D-32AB-465EC7610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6" y="2235956"/>
            <a:ext cx="7242136" cy="97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55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6D73-FD7C-3A45-EA5E-CC37BDD1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 los tipos de variables “sencillas” se les llama </a:t>
            </a:r>
            <a:r>
              <a:rPr lang="es-MX" b="1" i="1" dirty="0"/>
              <a:t>primitivas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9DE4D-D880-83CE-4390-D17A6FAB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003258"/>
            <a:ext cx="6536742" cy="2710791"/>
          </a:xfrm>
        </p:spPr>
        <p:txBody>
          <a:bodyPr/>
          <a:lstStyle/>
          <a:p>
            <a:r>
              <a:rPr lang="es-MX" dirty="0"/>
              <a:t>En Python estos son:</a:t>
            </a:r>
          </a:p>
          <a:p>
            <a:pPr lvl="1"/>
            <a:r>
              <a:rPr lang="es-MX" i="1" dirty="0" err="1"/>
              <a:t>int</a:t>
            </a:r>
            <a:endParaRPr lang="es-MX" i="1" dirty="0"/>
          </a:p>
          <a:p>
            <a:pPr lvl="1"/>
            <a:r>
              <a:rPr lang="es-MX" i="1" dirty="0" err="1"/>
              <a:t>float</a:t>
            </a:r>
            <a:endParaRPr lang="es-MX" i="1" dirty="0"/>
          </a:p>
          <a:p>
            <a:pPr lvl="1"/>
            <a:r>
              <a:rPr lang="es-MX" i="1" dirty="0" err="1"/>
              <a:t>string</a:t>
            </a:r>
            <a:endParaRPr lang="es-MX" i="1" dirty="0"/>
          </a:p>
          <a:p>
            <a:pPr lvl="1"/>
            <a:r>
              <a:rPr lang="es-MX" i="1" dirty="0" err="1"/>
              <a:t>boolean</a:t>
            </a:r>
            <a:endParaRPr lang="es-MX" i="1" dirty="0"/>
          </a:p>
          <a:p>
            <a:r>
              <a:rPr lang="es-MX" dirty="0"/>
              <a:t>En otros lenguajes el </a:t>
            </a:r>
            <a:r>
              <a:rPr lang="es-MX" i="1" dirty="0" err="1"/>
              <a:t>string</a:t>
            </a:r>
            <a:r>
              <a:rPr lang="es-MX" dirty="0"/>
              <a:t> no es primitivo y se usa </a:t>
            </a:r>
            <a:r>
              <a:rPr lang="es-MX" i="1" dirty="0" err="1"/>
              <a:t>char</a:t>
            </a:r>
            <a:endParaRPr lang="es-MX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D2CE6-74F1-DD4F-1B8C-0D80D309D3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98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BA64-5F10-529D-00E4-FAB5ECEE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 ser una variable compleja ya tiene varios métodos implementados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17895-4716-5DB8-0C76-1C387E45D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188368"/>
            <a:ext cx="6761100" cy="1525682"/>
          </a:xfrm>
        </p:spPr>
        <p:txBody>
          <a:bodyPr/>
          <a:lstStyle/>
          <a:p>
            <a:r>
              <a:rPr lang="es-MX" dirty="0"/>
              <a:t>read() lee todas las líneas del archivo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863BF-4913-87E3-1A4F-59C1A2A6FF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931D0E-68E2-E249-C572-256207D6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656" y="2038786"/>
            <a:ext cx="6001795" cy="8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63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DA56-3F34-916B-4A0F-7D48A3CA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i="1" dirty="0" err="1"/>
              <a:t>readline</a:t>
            </a:r>
            <a:r>
              <a:rPr lang="es-MX" i="1" dirty="0"/>
              <a:t>()  </a:t>
            </a:r>
            <a:r>
              <a:rPr lang="es-MX" dirty="0"/>
              <a:t>nos permite leer una línea a la vez</a:t>
            </a:r>
            <a:endParaRPr lang="es-MX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C8140-C600-FD6A-2703-E34A44C25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28F23-9C66-4C3C-F629-1506EF6E38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0AAAF-D364-9383-03C0-63D405B1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9" y="1676060"/>
            <a:ext cx="6090183" cy="2047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8AD0AD-FEA0-7DB5-2FFC-7757C9ACA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0" y="3723773"/>
            <a:ext cx="8885195" cy="68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55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DA56-3F34-916B-4A0F-7D48A3CA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i="1" dirty="0" err="1"/>
              <a:t>readline</a:t>
            </a:r>
            <a:r>
              <a:rPr lang="es-MX" i="1" dirty="0"/>
              <a:t>()  </a:t>
            </a:r>
            <a:r>
              <a:rPr lang="es-MX" dirty="0"/>
              <a:t>nos permite leer una línea a la vez</a:t>
            </a:r>
            <a:endParaRPr lang="es-MX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C8140-C600-FD6A-2703-E34A44C2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4404124"/>
            <a:ext cx="6761100" cy="309925"/>
          </a:xfrm>
        </p:spPr>
        <p:txBody>
          <a:bodyPr/>
          <a:lstStyle/>
          <a:p>
            <a:pPr marL="76200" indent="0">
              <a:buNone/>
            </a:pPr>
            <a:r>
              <a:rPr lang="es-MX" i="1" dirty="0"/>
              <a:t>Nota: Por qué hay una línea en blanco?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28F23-9C66-4C3C-F629-1506EF6E38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0AAAF-D364-9383-03C0-63D405B1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9" y="1676060"/>
            <a:ext cx="6090183" cy="2047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8AD0AD-FEA0-7DB5-2FFC-7757C9ACA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0" y="3723773"/>
            <a:ext cx="8885195" cy="68035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587F80-D788-3AD7-B103-9661D1AC158B}"/>
              </a:ext>
            </a:extLst>
          </p:cNvPr>
          <p:cNvCxnSpPr>
            <a:cxnSpLocks/>
          </p:cNvCxnSpPr>
          <p:nvPr/>
        </p:nvCxnSpPr>
        <p:spPr>
          <a:xfrm flipH="1" flipV="1">
            <a:off x="770021" y="4193005"/>
            <a:ext cx="466107" cy="4266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25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B7B8-4826-477F-F792-724086FC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739375"/>
            <a:ext cx="6761100" cy="1113488"/>
          </a:xfrm>
        </p:spPr>
        <p:txBody>
          <a:bodyPr/>
          <a:lstStyle/>
          <a:p>
            <a:r>
              <a:rPr lang="es-MX" dirty="0"/>
              <a:t>Al leer, Python incluye el salto de línea en el valor de la variable (al imprimirla no se ve)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A1CDA-C04E-6652-07B8-6D5DA8E7E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BD5DC-1817-1748-BC6D-D6C6D486CE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3705C0-710F-1B3B-F924-E69AF683E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8" y="1733550"/>
            <a:ext cx="5909756" cy="1975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15B0BF-C835-AF9F-AE5E-353D56B14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997" y="3708823"/>
            <a:ext cx="9189997" cy="3703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73B1B9-D63E-38C0-9338-BFEBEE7B0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79152"/>
            <a:ext cx="6753624" cy="38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89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3823-12CB-D654-5555-DA461097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salto de línea se denota con el carácter “</a:t>
            </a:r>
            <a:r>
              <a:rPr lang="en-US" dirty="0"/>
              <a:t>\n”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751DE-457E-DF64-FBC1-FC453E06E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windows, </a:t>
            </a:r>
            <a:r>
              <a:rPr lang="en-US" dirty="0" err="1"/>
              <a:t>adem</a:t>
            </a:r>
            <a:r>
              <a:rPr lang="es-MX" dirty="0" err="1"/>
              <a:t>ás</a:t>
            </a:r>
            <a:r>
              <a:rPr lang="es-MX" dirty="0"/>
              <a:t> del salto de línea se incluye otro carácter denotando </a:t>
            </a:r>
            <a:r>
              <a:rPr lang="es-MX" i="1" dirty="0"/>
              <a:t>car </a:t>
            </a:r>
            <a:r>
              <a:rPr lang="es-MX" i="1" dirty="0" err="1"/>
              <a:t>return</a:t>
            </a:r>
            <a:endParaRPr lang="es-MX" i="1" dirty="0"/>
          </a:p>
          <a:p>
            <a:pPr lvl="1"/>
            <a:r>
              <a:rPr lang="en-US" i="1" dirty="0"/>
              <a:t>\r</a:t>
            </a:r>
            <a:endParaRPr lang="es-MX" i="1" dirty="0"/>
          </a:p>
          <a:p>
            <a:r>
              <a:rPr lang="es-MX" dirty="0"/>
              <a:t>Cuando cambiamos de sistema (Windows a Linux o </a:t>
            </a:r>
            <a:r>
              <a:rPr lang="es-MX" dirty="0" err="1"/>
              <a:t>mac</a:t>
            </a:r>
            <a:r>
              <a:rPr lang="es-MX" dirty="0"/>
              <a:t>), hay que tener cuidado con el formato de los archivos</a:t>
            </a:r>
          </a:p>
          <a:p>
            <a:pPr lvl="1"/>
            <a:r>
              <a:rPr lang="es-MX" dirty="0"/>
              <a:t>Es una fuente de error muy común y difícil de detectar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E32A5-95A8-D903-A1D8-FD2AC2C05C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2397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DC91-7306-3B89-A556-F1F3430A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archivo también se puede utilizar como una lista sobre la cual iterar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4229B-96EE-EE03-9F24-66A36882D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AF104-5E4B-69C4-4A24-1A9699EE3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" y="2115971"/>
            <a:ext cx="6791314" cy="143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17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1424-6488-53CD-0B92-A65B4091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</a:t>
            </a:r>
            <a:r>
              <a:rPr lang="es-MX" dirty="0"/>
              <a:t>é pasa si corro este código?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3EB0C-4486-FEE1-CFF9-F3843AD84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29485-95E3-0F10-4E84-FF15248FDE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4B9A28-6B85-AE1A-93E8-7AFB8364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2219276"/>
            <a:ext cx="6726705" cy="142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12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1424-6488-53CD-0B92-A65B4091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</a:t>
            </a:r>
            <a:r>
              <a:rPr lang="es-MX" dirty="0"/>
              <a:t>é pasa si corro este código?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3EB0C-4486-FEE1-CFF9-F3843AD84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747836"/>
            <a:ext cx="6761100" cy="966213"/>
          </a:xfrm>
        </p:spPr>
        <p:txBody>
          <a:bodyPr/>
          <a:lstStyle/>
          <a:p>
            <a:r>
              <a:rPr lang="es-MX" dirty="0"/>
              <a:t>Va a leer todo el archivo y luego una línea más. Cuál línea nos va a poner?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29485-95E3-0F10-4E84-FF15248FDE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4B9A28-6B85-AE1A-93E8-7AFB8364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2219276"/>
            <a:ext cx="6726705" cy="142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36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4F3C-EDE4-C5B2-440E-E5D905CB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40165"/>
            <a:ext cx="6761100" cy="857400"/>
          </a:xfrm>
        </p:spPr>
        <p:txBody>
          <a:bodyPr/>
          <a:lstStyle/>
          <a:p>
            <a:r>
              <a:rPr lang="es-MX" dirty="0"/>
              <a:t>Entre las cosas que tiene internamente una variable de archivo, tiene un apuntador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D00BE-300C-B86A-4893-F8B44B690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967164"/>
            <a:ext cx="6761100" cy="2746886"/>
          </a:xfrm>
        </p:spPr>
        <p:txBody>
          <a:bodyPr/>
          <a:lstStyle/>
          <a:p>
            <a:r>
              <a:rPr lang="es-MX" dirty="0"/>
              <a:t>Este apuntador le sirve para recordar en qué parte del archivo se quedó leyendo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F97AB-0E8F-20F4-8F9C-4E8D264452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E46C6F-6389-B4D9-410A-BD04E2B208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646"/>
          <a:stretch/>
        </p:blipFill>
        <p:spPr>
          <a:xfrm>
            <a:off x="4645857" y="2945622"/>
            <a:ext cx="4498143" cy="1562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0425C2-01AB-280D-628B-E9499F815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5622"/>
            <a:ext cx="4214541" cy="85739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BFEDB2-D6C6-A8AB-5F28-FCD17825A7A3}"/>
              </a:ext>
            </a:extLst>
          </p:cNvPr>
          <p:cNvCxnSpPr>
            <a:cxnSpLocks/>
          </p:cNvCxnSpPr>
          <p:nvPr/>
        </p:nvCxnSpPr>
        <p:spPr>
          <a:xfrm>
            <a:off x="4253785" y="3122386"/>
            <a:ext cx="7930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514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4F3C-EDE4-C5B2-440E-E5D905CB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40165"/>
            <a:ext cx="6761100" cy="857400"/>
          </a:xfrm>
        </p:spPr>
        <p:txBody>
          <a:bodyPr/>
          <a:lstStyle/>
          <a:p>
            <a:r>
              <a:rPr lang="es-MX" dirty="0"/>
              <a:t>Entre las cosas que tiene internamente una variable de archivo, tiene un apuntador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D00BE-300C-B86A-4893-F8B44B690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967164"/>
            <a:ext cx="6761100" cy="2746886"/>
          </a:xfrm>
        </p:spPr>
        <p:txBody>
          <a:bodyPr/>
          <a:lstStyle/>
          <a:p>
            <a:r>
              <a:rPr lang="es-MX" dirty="0"/>
              <a:t>Este apuntador le sirve para recordar en qué parte del archivo se quedó leyendo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F97AB-0E8F-20F4-8F9C-4E8D264452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E46C6F-6389-B4D9-410A-BD04E2B208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646"/>
          <a:stretch/>
        </p:blipFill>
        <p:spPr>
          <a:xfrm>
            <a:off x="4645857" y="2945622"/>
            <a:ext cx="4498143" cy="1562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0425C2-01AB-280D-628B-E9499F815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5622"/>
            <a:ext cx="4214541" cy="85739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BFEDB2-D6C6-A8AB-5F28-FCD17825A7A3}"/>
              </a:ext>
            </a:extLst>
          </p:cNvPr>
          <p:cNvCxnSpPr>
            <a:cxnSpLocks/>
          </p:cNvCxnSpPr>
          <p:nvPr/>
        </p:nvCxnSpPr>
        <p:spPr>
          <a:xfrm>
            <a:off x="4214541" y="3338954"/>
            <a:ext cx="7930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599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4F3C-EDE4-C5B2-440E-E5D905CB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40165"/>
            <a:ext cx="6761100" cy="857400"/>
          </a:xfrm>
        </p:spPr>
        <p:txBody>
          <a:bodyPr/>
          <a:lstStyle/>
          <a:p>
            <a:r>
              <a:rPr lang="es-MX" dirty="0"/>
              <a:t>Entre las cosas que tiene internamente una variable de archivo, tiene un apuntador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D00BE-300C-B86A-4893-F8B44B690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967164"/>
            <a:ext cx="6761100" cy="2746886"/>
          </a:xfrm>
        </p:spPr>
        <p:txBody>
          <a:bodyPr/>
          <a:lstStyle/>
          <a:p>
            <a:r>
              <a:rPr lang="es-MX" dirty="0"/>
              <a:t>Este apuntador le sirve para recordar en qué parte del archivo se quedó leyendo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F97AB-0E8F-20F4-8F9C-4E8D264452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E46C6F-6389-B4D9-410A-BD04E2B208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646"/>
          <a:stretch/>
        </p:blipFill>
        <p:spPr>
          <a:xfrm>
            <a:off x="4645857" y="2945622"/>
            <a:ext cx="4498143" cy="1562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0425C2-01AB-280D-628B-E9499F815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5622"/>
            <a:ext cx="4214541" cy="85739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BFEDB2-D6C6-A8AB-5F28-FCD17825A7A3}"/>
              </a:ext>
            </a:extLst>
          </p:cNvPr>
          <p:cNvCxnSpPr>
            <a:cxnSpLocks/>
          </p:cNvCxnSpPr>
          <p:nvPr/>
        </p:nvCxnSpPr>
        <p:spPr>
          <a:xfrm flipV="1">
            <a:off x="4214541" y="3543491"/>
            <a:ext cx="793056" cy="1080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140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1424-6488-53CD-0B92-A65B4091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Aquí dónde queda el apuntador en cada paso?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29485-95E3-0F10-4E84-FF15248FDE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4B9A28-6B85-AE1A-93E8-7AFB8364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2219276"/>
            <a:ext cx="6726705" cy="142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43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A702-BC44-BCDD-25FC-FC6A6BF0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apuntador lo podemos mover con el método </a:t>
            </a:r>
            <a:r>
              <a:rPr lang="es-MX" i="1" dirty="0" err="1"/>
              <a:t>seek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C5272-538B-1409-9714-5653BB371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regresarlo al inicio se usa </a:t>
            </a:r>
            <a:r>
              <a:rPr lang="es-MX" i="1" dirty="0" err="1"/>
              <a:t>seek</a:t>
            </a:r>
            <a:r>
              <a:rPr lang="es-MX" i="1" dirty="0"/>
              <a:t>(0)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632F-4BEB-39D6-BCA5-C7E4118AEA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149F03-EB05-6DE7-DA83-6FE45ABC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91" y="2571750"/>
            <a:ext cx="5760587" cy="154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79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02A1-9CBC-F37B-4374-7160472E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Python busca el archivo en el mismo lugar del que corre el código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74A8D-8AE4-6A61-7828-7873CEEA3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4204" y="1733550"/>
            <a:ext cx="5115195" cy="2980500"/>
          </a:xfrm>
        </p:spPr>
        <p:txBody>
          <a:bodyPr/>
          <a:lstStyle/>
          <a:p>
            <a:r>
              <a:rPr lang="es-MX" dirty="0"/>
              <a:t>Aquí tengo el archivo en la misma carpeta que el código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92B8-0743-91C7-78E6-D24D91346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62BF93-7DB2-5DAC-52C6-9D0E3D7AC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95" y="1630417"/>
            <a:ext cx="193384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94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02A1-9CBC-F37B-4374-7160472E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Python busca el archivo en el mismo lugar del que corre el código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74A8D-8AE4-6A61-7828-7873CEEA3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4204" y="1733550"/>
            <a:ext cx="5115195" cy="2980500"/>
          </a:xfrm>
        </p:spPr>
        <p:txBody>
          <a:bodyPr/>
          <a:lstStyle/>
          <a:p>
            <a:r>
              <a:rPr lang="es-MX" dirty="0"/>
              <a:t>Aquí tengo el archivo en la misma carpeta que el código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92B8-0743-91C7-78E6-D24D91346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A4E84-83D9-47B4-CDC2-2B67445251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0" t="-54317" r="-1420" b="54317"/>
          <a:stretch/>
        </p:blipFill>
        <p:spPr>
          <a:xfrm>
            <a:off x="2210215" y="2201779"/>
            <a:ext cx="6690700" cy="9558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76D60D-07EE-E791-5AE3-3CFCF4A5E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75" y="1514301"/>
            <a:ext cx="193384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70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02A1-9CBC-F37B-4374-7160472E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Python busca el archivo en el mismo lugar del que corre el código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74A8D-8AE4-6A61-7828-7873CEEA3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4204" y="1733550"/>
            <a:ext cx="5115195" cy="2980500"/>
          </a:xfrm>
        </p:spPr>
        <p:txBody>
          <a:bodyPr/>
          <a:lstStyle/>
          <a:p>
            <a:r>
              <a:rPr lang="es-MX" dirty="0"/>
              <a:t>Aquí tengo el archivo en la misma carpeta que el código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92B8-0743-91C7-78E6-D24D91346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A4E84-83D9-47B4-CDC2-2B67445251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0" t="-54317" r="-1420" b="54317"/>
          <a:stretch/>
        </p:blipFill>
        <p:spPr>
          <a:xfrm>
            <a:off x="2210215" y="2201779"/>
            <a:ext cx="6690700" cy="9558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E14F31-5FE4-07BF-F062-7FDC3946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" y="3625822"/>
            <a:ext cx="9011908" cy="1019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7E2C0F-5E47-70B7-FA2F-5DBEE405C8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0778"/>
          <a:stretch/>
        </p:blipFill>
        <p:spPr>
          <a:xfrm>
            <a:off x="276370" y="1514301"/>
            <a:ext cx="1933845" cy="12890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69C5AE-2D39-4590-30D6-377A050E72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742" b="14967"/>
          <a:stretch/>
        </p:blipFill>
        <p:spPr>
          <a:xfrm>
            <a:off x="276370" y="2803358"/>
            <a:ext cx="1933845" cy="5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36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02A1-9CBC-F37B-4374-7160472E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739374"/>
            <a:ext cx="6761100" cy="1263883"/>
          </a:xfrm>
        </p:spPr>
        <p:txBody>
          <a:bodyPr/>
          <a:lstStyle/>
          <a:p>
            <a:r>
              <a:rPr lang="es-MX" dirty="0"/>
              <a:t>Nos da error porque aunque estén juntos, el código lo corre desde otra carpeta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92B8-0743-91C7-78E6-D24D91346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E14F31-5FE4-07BF-F062-7FDC3946C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6" y="3894467"/>
            <a:ext cx="9011908" cy="101931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891E93B-78DD-4C53-FAB7-AA3C6EF7D2E4}"/>
              </a:ext>
            </a:extLst>
          </p:cNvPr>
          <p:cNvGrpSpPr/>
          <p:nvPr/>
        </p:nvGrpSpPr>
        <p:grpSpPr>
          <a:xfrm>
            <a:off x="2983721" y="1869988"/>
            <a:ext cx="1933845" cy="1824462"/>
            <a:chOff x="535295" y="1901778"/>
            <a:chExt cx="1933845" cy="18244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C658BF9-4838-7708-3231-1BEC1A965E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60778"/>
            <a:stretch/>
          </p:blipFill>
          <p:spPr>
            <a:xfrm>
              <a:off x="535295" y="1901778"/>
              <a:ext cx="1933845" cy="128905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47DF7C9-6FBF-848A-94A5-F958BD713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8742" b="14967"/>
            <a:stretch/>
          </p:blipFill>
          <p:spPr>
            <a:xfrm>
              <a:off x="535295" y="3190835"/>
              <a:ext cx="1933845" cy="535405"/>
            </a:xfrm>
            <a:prstGeom prst="rect">
              <a:avLst/>
            </a:prstGeom>
          </p:spPr>
        </p:pic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82535B-CF47-DA5C-2663-B50E2249E98A}"/>
              </a:ext>
            </a:extLst>
          </p:cNvPr>
          <p:cNvCxnSpPr>
            <a:cxnSpLocks/>
          </p:cNvCxnSpPr>
          <p:nvPr/>
        </p:nvCxnSpPr>
        <p:spPr>
          <a:xfrm>
            <a:off x="4030579" y="2117558"/>
            <a:ext cx="886987" cy="18588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5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C32E-B110-C3F6-A04E-F636DB956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10085"/>
            <a:ext cx="6761100" cy="857400"/>
          </a:xfrm>
        </p:spPr>
        <p:txBody>
          <a:bodyPr/>
          <a:lstStyle/>
          <a:p>
            <a:r>
              <a:rPr lang="es-MX" dirty="0"/>
              <a:t>Python nos dice el folder desde el que corre con </a:t>
            </a:r>
            <a:r>
              <a:rPr lang="es-MX" b="1" i="1" dirty="0" err="1"/>
              <a:t>os.getcwd</a:t>
            </a:r>
            <a:r>
              <a:rPr lang="es-MX" b="1" i="1" dirty="0"/>
              <a:t>()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22FD1-B08D-4EA4-EB8C-2C0DBD5F5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051384"/>
            <a:ext cx="6761100" cy="2662666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55F56-8433-85BD-7E63-932F3D8E82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C21A90-6D0A-9072-C9CE-82864DB9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666" y="2199898"/>
            <a:ext cx="3662368" cy="828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A24ECA-3B5D-0949-B46B-722380826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509" r="41118"/>
          <a:stretch/>
        </p:blipFill>
        <p:spPr>
          <a:xfrm>
            <a:off x="0" y="3027911"/>
            <a:ext cx="8999621" cy="36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57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C5FB-B42B-1FB0-B02B-D4DDA7B3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Una ruta de archivo puede ser de dos tipos: </a:t>
            </a:r>
            <a:r>
              <a:rPr lang="es-MX" i="1" dirty="0"/>
              <a:t>absoluta</a:t>
            </a:r>
            <a:r>
              <a:rPr lang="es-MX" dirty="0"/>
              <a:t> </a:t>
            </a:r>
            <a:r>
              <a:rPr lang="es-MX"/>
              <a:t>o </a:t>
            </a:r>
            <a:r>
              <a:rPr lang="es-MX" i="1"/>
              <a:t>relativa   </a:t>
            </a:r>
            <a:endParaRPr lang="es-MX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09D8D-1FC7-1056-697F-D403F63CD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</p:spPr>
        <p:txBody>
          <a:bodyPr/>
          <a:lstStyle/>
          <a:p>
            <a:r>
              <a:rPr lang="es-MX" b="1" i="1" dirty="0"/>
              <a:t>Relativa</a:t>
            </a:r>
            <a:r>
              <a:rPr lang="es-MX" dirty="0"/>
              <a:t> es cómo llegar desde el directorio actual</a:t>
            </a:r>
          </a:p>
          <a:p>
            <a:endParaRPr lang="es-MX" b="1" i="1" dirty="0"/>
          </a:p>
          <a:p>
            <a:endParaRPr lang="es-MX" b="1" i="1" dirty="0"/>
          </a:p>
          <a:p>
            <a:r>
              <a:rPr lang="es-MX" b="1" i="1" dirty="0"/>
              <a:t>Absoluta</a:t>
            </a:r>
            <a:r>
              <a:rPr lang="es-MX" dirty="0"/>
              <a:t> es cómo llegar desde el directorio raíz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D7457-5006-1D2F-DDAA-BDA99ED7A1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A73A24-6F7B-36C4-92AA-F720C2830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00" y="2318308"/>
            <a:ext cx="4367122" cy="323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D778D7-C3E4-CD3C-2B10-3BE5F9E06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4428"/>
            <a:ext cx="9144000" cy="29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7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0F5A-DB1E-B72F-18CD-208D1585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 </a:t>
            </a:r>
            <a:r>
              <a:rPr lang="en-US" dirty="0" err="1"/>
              <a:t>qu</a:t>
            </a:r>
            <a:r>
              <a:rPr lang="es-MX" dirty="0"/>
              <a:t>é usamos algún tipo de ruta y no la otra?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DC3E1-165A-7F71-CCDA-F2640515B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07B4D-0049-0990-93CE-439760B584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42723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0F5A-DB1E-B72F-18CD-208D1585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 </a:t>
            </a:r>
            <a:r>
              <a:rPr lang="en-US" dirty="0" err="1"/>
              <a:t>qu</a:t>
            </a:r>
            <a:r>
              <a:rPr lang="es-MX" dirty="0"/>
              <a:t>é usamos algún tipo de ruta y no la otra?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DC3E1-165A-7F71-CCDA-F2640515B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Relativas</a:t>
            </a:r>
          </a:p>
          <a:p>
            <a:pPr lvl="1"/>
            <a:r>
              <a:rPr lang="es-MX" dirty="0"/>
              <a:t>Fáciles de ver</a:t>
            </a:r>
          </a:p>
          <a:p>
            <a:pPr lvl="1"/>
            <a:r>
              <a:rPr lang="es-MX" dirty="0"/>
              <a:t>Flexibles para correr en otra computadora</a:t>
            </a:r>
          </a:p>
          <a:p>
            <a:pPr>
              <a:lnSpc>
                <a:spcPct val="150000"/>
              </a:lnSpc>
            </a:pPr>
            <a:r>
              <a:rPr lang="es-MX" dirty="0"/>
              <a:t>Absolutas</a:t>
            </a:r>
          </a:p>
          <a:p>
            <a:pPr lvl="1"/>
            <a:r>
              <a:rPr lang="es-MX" dirty="0"/>
              <a:t>No hay duda de dónde está buscando</a:t>
            </a:r>
          </a:p>
          <a:p>
            <a:pPr lvl="1"/>
            <a:r>
              <a:rPr lang="es-MX" dirty="0"/>
              <a:t>Si cambian de computadora no va a funcionar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07B4D-0049-0990-93CE-439760B584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7135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8DAD7-F827-98F8-09C1-A6E466683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Para escribir un archivo hay que usar otro </a:t>
            </a:r>
            <a:r>
              <a:rPr lang="es-MX" i="1" dirty="0"/>
              <a:t>modo </a:t>
            </a:r>
            <a:r>
              <a:rPr lang="es-MX" dirty="0"/>
              <a:t>para abrirlo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F3C20-A479-28D3-E45D-7EE09D66C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801978"/>
            <a:ext cx="6761100" cy="912071"/>
          </a:xfrm>
        </p:spPr>
        <p:txBody>
          <a:bodyPr/>
          <a:lstStyle/>
          <a:p>
            <a:pPr marL="76200" indent="0">
              <a:buNone/>
            </a:pPr>
            <a:r>
              <a:rPr lang="es-MX" i="1" dirty="0"/>
              <a:t>Nota: es importante cerrar los archivos tanto de lectura como de escritura cuando ya no los vamos a usar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F7342-3042-FAB0-84D9-F01479C96C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42127D-AE81-181F-83DF-514F88042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28" y="2298485"/>
            <a:ext cx="6463654" cy="1190673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B942826-0ED2-DCEA-C09E-5C4978FBEBBA}"/>
              </a:ext>
            </a:extLst>
          </p:cNvPr>
          <p:cNvSpPr txBox="1">
            <a:spLocks/>
          </p:cNvSpPr>
          <p:nvPr/>
        </p:nvSpPr>
        <p:spPr>
          <a:xfrm>
            <a:off x="5598796" y="1412206"/>
            <a:ext cx="2299936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Modo escritura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9451F7-1D93-8631-C77E-4E6663412D66}"/>
              </a:ext>
            </a:extLst>
          </p:cNvPr>
          <p:cNvCxnSpPr>
            <a:cxnSpLocks/>
          </p:cNvCxnSpPr>
          <p:nvPr/>
        </p:nvCxnSpPr>
        <p:spPr>
          <a:xfrm>
            <a:off x="6743700" y="1900989"/>
            <a:ext cx="132347" cy="4993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DDB23D-E1D3-E039-384A-785ABF305161}"/>
              </a:ext>
            </a:extLst>
          </p:cNvPr>
          <p:cNvCxnSpPr>
            <a:cxnSpLocks/>
          </p:cNvCxnSpPr>
          <p:nvPr/>
        </p:nvCxnSpPr>
        <p:spPr>
          <a:xfrm flipV="1">
            <a:off x="3031958" y="3386889"/>
            <a:ext cx="330868" cy="6196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33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E069-A14B-66DA-1FA5-17242E9F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 diferencia de la función </a:t>
            </a:r>
            <a:r>
              <a:rPr lang="es-MX" i="1" dirty="0" err="1"/>
              <a:t>print</a:t>
            </a:r>
            <a:r>
              <a:rPr lang="es-MX" i="1" dirty="0"/>
              <a:t>()</a:t>
            </a:r>
            <a:r>
              <a:rPr lang="es-MX" dirty="0"/>
              <a:t>, no pone solo el salto de línea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9762D-0FE1-3811-7EAF-D301F73E0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89237-761C-A20A-6D4E-D746EEADD4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36AC85-4892-BCE4-0529-8586C2C3D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58" y="2079644"/>
            <a:ext cx="6470983" cy="165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4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C05A-5FDA-A7FD-2D69-8437CB9D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Tenemos que poner </a:t>
            </a:r>
            <a:r>
              <a:rPr lang="en-US" b="1" dirty="0"/>
              <a:t>\n</a:t>
            </a:r>
            <a:r>
              <a:rPr lang="es-MX" dirty="0"/>
              <a:t> a mano al final de cada línea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3F481-FE6B-47FD-9DFE-14DA246A20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4EEA5C-36D5-00E0-7937-7C0895F79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54" y="2063362"/>
            <a:ext cx="6150435" cy="146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44D2-5C4E-B6F6-5B64-0A1A0E0F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Formato para tablas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28A10-9394-AE1B-C108-E2E63AA23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Extensiones: </a:t>
            </a:r>
            <a:r>
              <a:rPr lang="es-MX" b="1" i="1" dirty="0"/>
              <a:t>.</a:t>
            </a:r>
            <a:r>
              <a:rPr lang="es-MX" b="1" i="1" dirty="0" err="1"/>
              <a:t>csv</a:t>
            </a:r>
            <a:r>
              <a:rPr lang="es-MX" b="1" i="1" dirty="0"/>
              <a:t> </a:t>
            </a:r>
            <a:r>
              <a:rPr lang="es-MX" dirty="0"/>
              <a:t>y </a:t>
            </a:r>
            <a:r>
              <a:rPr lang="es-MX" b="1" i="1" dirty="0"/>
              <a:t>.</a:t>
            </a:r>
            <a:r>
              <a:rPr lang="es-MX" b="1" i="1" dirty="0" err="1"/>
              <a:t>tsv</a:t>
            </a:r>
            <a:endParaRPr lang="es-MX" dirty="0"/>
          </a:p>
          <a:p>
            <a:r>
              <a:rPr lang="es-MX" dirty="0"/>
              <a:t>Significa </a:t>
            </a:r>
            <a:r>
              <a:rPr lang="en-US" i="1" dirty="0"/>
              <a:t>tab/comma separated value</a:t>
            </a:r>
            <a:endParaRPr lang="es-MX" i="1" dirty="0"/>
          </a:p>
          <a:p>
            <a:r>
              <a:rPr lang="es-MX" dirty="0"/>
              <a:t>Se utiliza para guardar información en forma de tablas en archivos de texto plano</a:t>
            </a:r>
          </a:p>
          <a:p>
            <a:r>
              <a:rPr lang="es-MX" dirty="0"/>
              <a:t>Las entradas de cada celda se separan ya sea con una </a:t>
            </a:r>
            <a:r>
              <a:rPr lang="es-MX" i="1" dirty="0"/>
              <a:t>coma</a:t>
            </a:r>
            <a:r>
              <a:rPr lang="es-MX" dirty="0"/>
              <a:t> o un </a:t>
            </a:r>
            <a:r>
              <a:rPr lang="es-MX" i="1" dirty="0"/>
              <a:t>tabulador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A65DD-D820-7B44-FEC3-4F2EA7C55F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999020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D7D0-C5AD-251F-B1EB-5075189C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Formato para tablas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FE0FA-8996-8F94-A2D0-DEB6B1E34F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430FD-47EA-52B2-52F6-ADB28A588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31" y="1883169"/>
            <a:ext cx="2147626" cy="1896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C35A41-B4AD-39F0-E8F3-1EE345419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57" y="1836607"/>
            <a:ext cx="4258269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233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D7D0-C5AD-251F-B1EB-5075189C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70" y="678634"/>
            <a:ext cx="6761100" cy="857400"/>
          </a:xfrm>
        </p:spPr>
        <p:txBody>
          <a:bodyPr/>
          <a:lstStyle/>
          <a:p>
            <a:r>
              <a:rPr lang="es-MX" dirty="0"/>
              <a:t>Formato para tablas: prácticas comunes (no estándar)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FE0FA-8996-8F94-A2D0-DEB6B1E34F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C35A41-B4AD-39F0-E8F3-1EE345419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86" y="1810481"/>
            <a:ext cx="4258269" cy="1943371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9602796-468B-A0DF-DC7A-3F2B498B06C6}"/>
              </a:ext>
            </a:extLst>
          </p:cNvPr>
          <p:cNvSpPr txBox="1">
            <a:spLocks/>
          </p:cNvSpPr>
          <p:nvPr/>
        </p:nvSpPr>
        <p:spPr>
          <a:xfrm>
            <a:off x="-170348" y="1810481"/>
            <a:ext cx="2162434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Primera línea es encabezado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F32F02-9878-FA34-6215-D3C5149B4023}"/>
              </a:ext>
            </a:extLst>
          </p:cNvPr>
          <p:cNvCxnSpPr>
            <a:cxnSpLocks/>
          </p:cNvCxnSpPr>
          <p:nvPr/>
        </p:nvCxnSpPr>
        <p:spPr>
          <a:xfrm>
            <a:off x="1828800" y="2340142"/>
            <a:ext cx="517358" cy="421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F1AD104-72E7-0B8F-8243-77633A1F8070}"/>
              </a:ext>
            </a:extLst>
          </p:cNvPr>
          <p:cNvSpPr txBox="1">
            <a:spLocks/>
          </p:cNvSpPr>
          <p:nvPr/>
        </p:nvSpPr>
        <p:spPr>
          <a:xfrm>
            <a:off x="3265346" y="3905766"/>
            <a:ext cx="2975899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Todas las filas suelen tener el mismo número de columnas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4814C075-6625-379C-626A-A0AF88DD4A52}"/>
              </a:ext>
            </a:extLst>
          </p:cNvPr>
          <p:cNvSpPr/>
          <p:nvPr/>
        </p:nvSpPr>
        <p:spPr>
          <a:xfrm rot="10800000">
            <a:off x="6241245" y="2298341"/>
            <a:ext cx="162896" cy="1480915"/>
          </a:xfrm>
          <a:prstGeom prst="leftBrace">
            <a:avLst>
              <a:gd name="adj1" fmla="val 112582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C218259-AF1B-03DD-8E80-2E612BD656DB}"/>
              </a:ext>
            </a:extLst>
          </p:cNvPr>
          <p:cNvSpPr txBox="1">
            <a:spLocks/>
          </p:cNvSpPr>
          <p:nvPr/>
        </p:nvSpPr>
        <p:spPr>
          <a:xfrm>
            <a:off x="6322693" y="2677734"/>
            <a:ext cx="169817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b="1" i="1" dirty="0"/>
              <a:t>Renglones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6D56F3A-58B2-F45B-47CD-2A2AE1352EFC}"/>
              </a:ext>
            </a:extLst>
          </p:cNvPr>
          <p:cNvSpPr txBox="1">
            <a:spLocks/>
          </p:cNvSpPr>
          <p:nvPr/>
        </p:nvSpPr>
        <p:spPr>
          <a:xfrm>
            <a:off x="3481251" y="1166075"/>
            <a:ext cx="169817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b="1" i="1" dirty="0"/>
              <a:t>Columnas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8FD7F6D9-6E29-D5D4-FCF3-A570988C620D}"/>
              </a:ext>
            </a:extLst>
          </p:cNvPr>
          <p:cNvSpPr/>
          <p:nvPr/>
        </p:nvSpPr>
        <p:spPr>
          <a:xfrm rot="5400000">
            <a:off x="4073072" y="-93609"/>
            <a:ext cx="162896" cy="3667249"/>
          </a:xfrm>
          <a:prstGeom prst="leftBrace">
            <a:avLst>
              <a:gd name="adj1" fmla="val 112582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CA76BA3-54EB-831A-3F18-AC178D5D59A6}"/>
              </a:ext>
            </a:extLst>
          </p:cNvPr>
          <p:cNvSpPr/>
          <p:nvPr/>
        </p:nvSpPr>
        <p:spPr>
          <a:xfrm rot="18793325">
            <a:off x="5861116" y="3411492"/>
            <a:ext cx="398938" cy="344461"/>
          </a:xfrm>
          <a:prstGeom prst="plus">
            <a:avLst>
              <a:gd name="adj" fmla="val 50000"/>
            </a:avLst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5906ED-A5DB-3102-BFF8-DE72CD17F681}"/>
              </a:ext>
            </a:extLst>
          </p:cNvPr>
          <p:cNvCxnSpPr>
            <a:cxnSpLocks/>
          </p:cNvCxnSpPr>
          <p:nvPr/>
        </p:nvCxnSpPr>
        <p:spPr>
          <a:xfrm flipV="1">
            <a:off x="5179423" y="3732797"/>
            <a:ext cx="619054" cy="4081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434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44D2-5C4E-B6F6-5B64-0A1A0E0F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Formato para tablas : prácticas comunes (no estándar)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28A10-9394-AE1B-C108-E2E63AA2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615222"/>
            <a:ext cx="6761100" cy="1098827"/>
          </a:xfrm>
        </p:spPr>
        <p:txBody>
          <a:bodyPr/>
          <a:lstStyle/>
          <a:p>
            <a:r>
              <a:rPr lang="es-MX" dirty="0"/>
              <a:t>Es posible tener valores dentro de las celdas que lleven comas si se pone entre comillas (no es recomendable hacerlo pero pasa)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A65DD-D820-7B44-FEC3-4F2EA7C55F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CA2865-A4AB-57FC-D375-238A9BFC6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62" y="1828718"/>
            <a:ext cx="3082998" cy="1554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80AE4D-85FF-9E31-2582-64DCBF269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83" y="1404773"/>
            <a:ext cx="4944165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9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5593-515B-3A82-12AC-D60C8C77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Formato para tablas : prácticas comunes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3BCAC-D9B7-4E17-CBD0-D0CA07188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Ambos formatos son de uso común e intercambiables</a:t>
            </a:r>
          </a:p>
          <a:p>
            <a:r>
              <a:rPr lang="es-MX" dirty="0"/>
              <a:t>Se recomienda más el formato con tabulador porque es de uso menos común en </a:t>
            </a:r>
            <a:r>
              <a:rPr lang="es-MX"/>
              <a:t>los textos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A4F5B-F67C-5777-4CD1-191E019B1A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78494099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692</TotalTime>
  <Words>893</Words>
  <Application>Microsoft Office PowerPoint</Application>
  <PresentationFormat>On-screen Show (16:9)</PresentationFormat>
  <Paragraphs>129</Paragraphs>
  <Slides>40</Slides>
  <Notes>4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Dosis ExtraLight</vt:lpstr>
      <vt:lpstr>Titillium Web Light</vt:lpstr>
      <vt:lpstr>Arial</vt:lpstr>
      <vt:lpstr>Mowbray template</vt:lpstr>
      <vt:lpstr>Introducción a Python: Archivos</vt:lpstr>
      <vt:lpstr>Cuando trabajamos datos “de verdad” normalmente tenemos que obtenerlos de archivos</vt:lpstr>
      <vt:lpstr>Sintaxis: abrir archivos</vt:lpstr>
      <vt:lpstr>Sintaxis: abrir archivos</vt:lpstr>
      <vt:lpstr>Python busca el archivo en el mismo lugar del que corre el código</vt:lpstr>
      <vt:lpstr>Python busca el archivo en el mismo lugar del que corre el código</vt:lpstr>
      <vt:lpstr>Python busca el archivo en el mismo lugar del que corre el código</vt:lpstr>
      <vt:lpstr>Nos da error porque aunque estén juntos, el código lo corre desde otra carpeta</vt:lpstr>
      <vt:lpstr>Python nos dice el folder desde el que corre con os.getcwd()</vt:lpstr>
      <vt:lpstr>El archivo es una variable compleja (objeto)</vt:lpstr>
      <vt:lpstr>A los tipos de variables “sencillas” se les llama primitivas</vt:lpstr>
      <vt:lpstr>Al ser una variable compleja ya tiene varios métodos implementados</vt:lpstr>
      <vt:lpstr>readline()  nos permite leer una línea a la vez</vt:lpstr>
      <vt:lpstr>readline()  nos permite leer una línea a la vez</vt:lpstr>
      <vt:lpstr>Al leer, Python incluye el salto de línea en el valor de la variable (al imprimirla no se ve)</vt:lpstr>
      <vt:lpstr>El salto de línea se denota con el carácter “\n”</vt:lpstr>
      <vt:lpstr>El archivo también se puede utilizar como una lista sobre la cual iterar</vt:lpstr>
      <vt:lpstr>Qué pasa si corro este código?</vt:lpstr>
      <vt:lpstr>Qué pasa si corro este código?</vt:lpstr>
      <vt:lpstr>Entre las cosas que tiene internamente una variable de archivo, tiene un apuntador</vt:lpstr>
      <vt:lpstr>Entre las cosas que tiene internamente una variable de archivo, tiene un apuntador</vt:lpstr>
      <vt:lpstr>Entre las cosas que tiene internamente una variable de archivo, tiene un apuntador</vt:lpstr>
      <vt:lpstr>Aquí dónde queda el apuntador en cada paso?</vt:lpstr>
      <vt:lpstr>El apuntador lo podemos mover con el método seek</vt:lpstr>
      <vt:lpstr>Python busca el archivo en el mismo lugar del que corre el código</vt:lpstr>
      <vt:lpstr>Python busca el archivo en el mismo lugar del que corre el código</vt:lpstr>
      <vt:lpstr>Python busca el archivo en el mismo lugar del que corre el código</vt:lpstr>
      <vt:lpstr>Nos da error porque aunque estén juntos, el código lo corre desde otra carpeta</vt:lpstr>
      <vt:lpstr>Python nos dice el folder desde el que corre con os.getcwd()</vt:lpstr>
      <vt:lpstr>Una ruta de archivo puede ser de dos tipos: absoluta o relativa   </vt:lpstr>
      <vt:lpstr>Por qué usamos algún tipo de ruta y no la otra?</vt:lpstr>
      <vt:lpstr>Por qué usamos algún tipo de ruta y no la otra?</vt:lpstr>
      <vt:lpstr>Para escribir un archivo hay que usar otro modo para abrirlo</vt:lpstr>
      <vt:lpstr>A diferencia de la función print(), no pone solo el salto de línea</vt:lpstr>
      <vt:lpstr>Tenemos que poner \n a mano al final de cada línea</vt:lpstr>
      <vt:lpstr>Formato para tablas</vt:lpstr>
      <vt:lpstr>Formato para tablas</vt:lpstr>
      <vt:lpstr>Formato para tablas: prácticas comunes (no estándar)</vt:lpstr>
      <vt:lpstr>Formato para tablas : prácticas comunes (no estándar)</vt:lpstr>
      <vt:lpstr>Formato para tablas : prácticas comunes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Python: Variables</dc:title>
  <dc:creator>Fernando Fontove</dc:creator>
  <cp:lastModifiedBy>Fernando Fontove</cp:lastModifiedBy>
  <cp:revision>2</cp:revision>
  <dcterms:created xsi:type="dcterms:W3CDTF">2023-08-17T04:46:33Z</dcterms:created>
  <dcterms:modified xsi:type="dcterms:W3CDTF">2025-10-09T21:30:20Z</dcterms:modified>
</cp:coreProperties>
</file>