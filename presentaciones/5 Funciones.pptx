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7"/>
  </p:notesMasterIdLst>
  <p:handoutMasterIdLst>
    <p:handoutMasterId r:id="rId28"/>
  </p:handoutMasterIdLst>
  <p:sldIdLst>
    <p:sldId id="256" r:id="rId2"/>
    <p:sldId id="262" r:id="rId3"/>
    <p:sldId id="264" r:id="rId4"/>
    <p:sldId id="266" r:id="rId5"/>
    <p:sldId id="267" r:id="rId6"/>
    <p:sldId id="268" r:id="rId7"/>
    <p:sldId id="269" r:id="rId8"/>
    <p:sldId id="270" r:id="rId9"/>
    <p:sldId id="273" r:id="rId10"/>
    <p:sldId id="271" r:id="rId11"/>
    <p:sldId id="272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</p:sldIdLst>
  <p:sldSz cx="9144000" cy="5143500" type="screen16x9"/>
  <p:notesSz cx="6858000" cy="9144000"/>
  <p:embeddedFontLst>
    <p:embeddedFont>
      <p:font typeface="Dosis ExtraLight" pitchFamily="2" charset="0"/>
      <p:regular r:id="rId29"/>
      <p:bold r:id="rId30"/>
    </p:embeddedFont>
    <p:embeddedFont>
      <p:font typeface="Titillium Web Light" panose="000004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24753E-8A85-4BEE-97E2-441CDA198357}">
  <a:tblStyle styleId="{0F24753E-8A85-4BEE-97E2-441CDA1983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A787F38-7B79-44E3-ACA7-109338EB0D0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6652" autoAdjust="0"/>
  </p:normalViewPr>
  <p:slideViewPr>
    <p:cSldViewPr snapToGrid="0">
      <p:cViewPr varScale="1">
        <p:scale>
          <a:sx n="98" d="100"/>
          <a:sy n="98" d="100"/>
        </p:scale>
        <p:origin x="5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Fontove" userId="39bcb981d82c3800" providerId="LiveId" clId="{3EF3BC35-D20B-4FEE-860A-C6405EA7A32B}"/>
    <pc:docChg chg="undo custSel addSld modSld">
      <pc:chgData name="Fernando Fontove" userId="39bcb981d82c3800" providerId="LiveId" clId="{3EF3BC35-D20B-4FEE-860A-C6405EA7A32B}" dt="2023-10-03T03:22:32.279" v="956" actId="1076"/>
      <pc:docMkLst>
        <pc:docMk/>
      </pc:docMkLst>
      <pc:sldChg chg="addSp modSp new mod">
        <pc:chgData name="Fernando Fontove" userId="39bcb981d82c3800" providerId="LiveId" clId="{3EF3BC35-D20B-4FEE-860A-C6405EA7A32B}" dt="2023-10-03T03:06:04.110" v="61" actId="14100"/>
        <pc:sldMkLst>
          <pc:docMk/>
          <pc:sldMk cId="2907384208" sldId="279"/>
        </pc:sldMkLst>
      </pc:sldChg>
      <pc:sldChg chg="modSp add mod">
        <pc:chgData name="Fernando Fontove" userId="39bcb981d82c3800" providerId="LiveId" clId="{3EF3BC35-D20B-4FEE-860A-C6405EA7A32B}" dt="2023-10-03T03:06:41.846" v="161" actId="20577"/>
        <pc:sldMkLst>
          <pc:docMk/>
          <pc:sldMk cId="3777351056" sldId="280"/>
        </pc:sldMkLst>
      </pc:sldChg>
      <pc:sldChg chg="addSp delSp modSp add mod">
        <pc:chgData name="Fernando Fontove" userId="39bcb981d82c3800" providerId="LiveId" clId="{3EF3BC35-D20B-4FEE-860A-C6405EA7A32B}" dt="2023-10-03T03:08:47.332" v="172" actId="478"/>
        <pc:sldMkLst>
          <pc:docMk/>
          <pc:sldMk cId="3614157062" sldId="281"/>
        </pc:sldMkLst>
      </pc:sldChg>
      <pc:sldChg chg="addSp delSp modSp new mod">
        <pc:chgData name="Fernando Fontove" userId="39bcb981d82c3800" providerId="LiveId" clId="{3EF3BC35-D20B-4FEE-860A-C6405EA7A32B}" dt="2023-10-03T03:12:50.072" v="368" actId="114"/>
        <pc:sldMkLst>
          <pc:docMk/>
          <pc:sldMk cId="2993439966" sldId="282"/>
        </pc:sldMkLst>
      </pc:sldChg>
      <pc:sldChg chg="addSp modSp new mod">
        <pc:chgData name="Fernando Fontove" userId="39bcb981d82c3800" providerId="LiveId" clId="{3EF3BC35-D20B-4FEE-860A-C6405EA7A32B}" dt="2023-10-03T03:16:17.265" v="474" actId="14100"/>
        <pc:sldMkLst>
          <pc:docMk/>
          <pc:sldMk cId="2575599280" sldId="283"/>
        </pc:sldMkLst>
      </pc:sldChg>
      <pc:sldChg chg="addSp delSp modSp add mod">
        <pc:chgData name="Fernando Fontove" userId="39bcb981d82c3800" providerId="LiveId" clId="{3EF3BC35-D20B-4FEE-860A-C6405EA7A32B}" dt="2023-10-03T03:18:35.552" v="605" actId="478"/>
        <pc:sldMkLst>
          <pc:docMk/>
          <pc:sldMk cId="3428166178" sldId="284"/>
        </pc:sldMkLst>
      </pc:sldChg>
      <pc:sldChg chg="delSp modSp add mod">
        <pc:chgData name="Fernando Fontove" userId="39bcb981d82c3800" providerId="LiveId" clId="{3EF3BC35-D20B-4FEE-860A-C6405EA7A32B}" dt="2023-10-03T03:19:28.560" v="686" actId="20577"/>
        <pc:sldMkLst>
          <pc:docMk/>
          <pc:sldMk cId="1197321745" sldId="285"/>
        </pc:sldMkLst>
      </pc:sldChg>
      <pc:sldChg chg="addSp delSp modSp add mod">
        <pc:chgData name="Fernando Fontove" userId="39bcb981d82c3800" providerId="LiveId" clId="{3EF3BC35-D20B-4FEE-860A-C6405EA7A32B}" dt="2023-10-03T03:20:35.414" v="761" actId="1076"/>
        <pc:sldMkLst>
          <pc:docMk/>
          <pc:sldMk cId="3809083301" sldId="286"/>
        </pc:sldMkLst>
      </pc:sldChg>
      <pc:sldChg chg="addSp modSp new mod">
        <pc:chgData name="Fernando Fontove" userId="39bcb981d82c3800" providerId="LiveId" clId="{3EF3BC35-D20B-4FEE-860A-C6405EA7A32B}" dt="2023-10-03T03:22:32.279" v="956" actId="1076"/>
        <pc:sldMkLst>
          <pc:docMk/>
          <pc:sldMk cId="3762214050" sldId="287"/>
        </pc:sldMkLst>
      </pc:sldChg>
    </pc:docChg>
  </pc:docChgLst>
  <pc:docChgLst>
    <pc:chgData name="Fernando Fontove" userId="39bcb981d82c3800" providerId="LiveId" clId="{9D6E8B82-6ADF-4099-BE36-0A7748D859B7}"/>
    <pc:docChg chg="modSld">
      <pc:chgData name="Fernando Fontove" userId="39bcb981d82c3800" providerId="LiveId" clId="{9D6E8B82-6ADF-4099-BE36-0A7748D859B7}" dt="2025-10-01T20:36:43.444" v="1" actId="732"/>
      <pc:docMkLst>
        <pc:docMk/>
      </pc:docMkLst>
      <pc:sldChg chg="modSp mod">
        <pc:chgData name="Fernando Fontove" userId="39bcb981d82c3800" providerId="LiveId" clId="{9D6E8B82-6ADF-4099-BE36-0A7748D859B7}" dt="2025-10-01T20:36:43.444" v="1" actId="732"/>
        <pc:sldMkLst>
          <pc:docMk/>
          <pc:sldMk cId="3762214050" sldId="287"/>
        </pc:sldMkLst>
        <pc:picChg chg="mod modCrop">
          <ac:chgData name="Fernando Fontove" userId="39bcb981d82c3800" providerId="LiveId" clId="{9D6E8B82-6ADF-4099-BE36-0A7748D859B7}" dt="2025-10-01T20:36:43.444" v="1" actId="732"/>
          <ac:picMkLst>
            <pc:docMk/>
            <pc:sldMk cId="3762214050" sldId="287"/>
            <ac:picMk id="6" creationId="{0B4B2436-1089-3A39-3748-A60A74193990}"/>
          </ac:picMkLst>
        </pc:picChg>
      </pc:sldChg>
    </pc:docChg>
  </pc:docChgLst>
  <pc:docChgLst>
    <pc:chgData name="Fernando Fontove" userId="39bcb981d82c3800" providerId="LiveId" clId="{773A2956-375E-4F3D-8FF9-44222280ABD9}"/>
    <pc:docChg chg="undo redo custSel addSld delSld modSld sldOrd">
      <pc:chgData name="Fernando Fontove" userId="39bcb981d82c3800" providerId="LiveId" clId="{773A2956-375E-4F3D-8FF9-44222280ABD9}" dt="2023-08-27T05:22:21.126" v="3394" actId="20577"/>
      <pc:docMkLst>
        <pc:docMk/>
      </pc:docMkLst>
      <pc:sldChg chg="modSp mod">
        <pc:chgData name="Fernando Fontove" userId="39bcb981d82c3800" providerId="LiveId" clId="{773A2956-375E-4F3D-8FF9-44222280ABD9}" dt="2023-08-27T03:29:48.478" v="12" actId="20577"/>
        <pc:sldMkLst>
          <pc:docMk/>
          <pc:sldMk cId="0" sldId="256"/>
        </pc:sldMkLst>
      </pc:sldChg>
      <pc:sldChg chg="del">
        <pc:chgData name="Fernando Fontove" userId="39bcb981d82c3800" providerId="LiveId" clId="{773A2956-375E-4F3D-8FF9-44222280ABD9}" dt="2023-08-27T03:30:13.375" v="13" actId="47"/>
        <pc:sldMkLst>
          <pc:docMk/>
          <pc:sldMk cId="0" sldId="261"/>
        </pc:sldMkLst>
      </pc:sldChg>
      <pc:sldChg chg="addSp delSp modSp mod">
        <pc:chgData name="Fernando Fontove" userId="39bcb981d82c3800" providerId="LiveId" clId="{773A2956-375E-4F3D-8FF9-44222280ABD9}" dt="2023-08-27T03:59:59.679" v="184" actId="1076"/>
        <pc:sldMkLst>
          <pc:docMk/>
          <pc:sldMk cId="1905306405" sldId="262"/>
        </pc:sldMkLst>
      </pc:sldChg>
      <pc:sldChg chg="addSp delSp modSp add mod">
        <pc:chgData name="Fernando Fontove" userId="39bcb981d82c3800" providerId="LiveId" clId="{773A2956-375E-4F3D-8FF9-44222280ABD9}" dt="2023-08-27T04:04:53.077" v="283" actId="1076"/>
        <pc:sldMkLst>
          <pc:docMk/>
          <pc:sldMk cId="2425842636" sldId="263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211320243" sldId="263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748836241" sldId="264"/>
        </pc:sldMkLst>
      </pc:sldChg>
      <pc:sldChg chg="addSp delSp modSp add mod">
        <pc:chgData name="Fernando Fontove" userId="39bcb981d82c3800" providerId="LiveId" clId="{773A2956-375E-4F3D-8FF9-44222280ABD9}" dt="2023-08-27T04:06:22.393" v="310" actId="20577"/>
        <pc:sldMkLst>
          <pc:docMk/>
          <pc:sldMk cId="3211320243" sldId="264"/>
        </pc:sldMkLst>
      </pc:sldChg>
      <pc:sldChg chg="modSp add mod">
        <pc:chgData name="Fernando Fontove" userId="39bcb981d82c3800" providerId="LiveId" clId="{773A2956-375E-4F3D-8FF9-44222280ABD9}" dt="2023-08-27T04:08:09.209" v="469" actId="20577"/>
        <pc:sldMkLst>
          <pc:docMk/>
          <pc:sldMk cId="2475177088" sldId="26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538344461" sldId="26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164792882" sldId="266"/>
        </pc:sldMkLst>
      </pc:sldChg>
      <pc:sldChg chg="addSp delSp modSp add mod">
        <pc:chgData name="Fernando Fontove" userId="39bcb981d82c3800" providerId="LiveId" clId="{773A2956-375E-4F3D-8FF9-44222280ABD9}" dt="2023-08-27T04:11:08.993" v="677" actId="20577"/>
        <pc:sldMkLst>
          <pc:docMk/>
          <pc:sldMk cId="4181118197" sldId="266"/>
        </pc:sldMkLst>
      </pc:sldChg>
      <pc:sldChg chg="addSp delSp modSp add mod ord">
        <pc:chgData name="Fernando Fontove" userId="39bcb981d82c3800" providerId="LiveId" clId="{773A2956-375E-4F3D-8FF9-44222280ABD9}" dt="2023-08-27T04:15:03.882" v="800"/>
        <pc:sldMkLst>
          <pc:docMk/>
          <pc:sldMk cId="1181575153" sldId="26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409955188" sldId="26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438447706" sldId="268"/>
        </pc:sldMkLst>
      </pc:sldChg>
      <pc:sldChg chg="addSp delSp modSp add mod">
        <pc:chgData name="Fernando Fontove" userId="39bcb981d82c3800" providerId="LiveId" clId="{773A2956-375E-4F3D-8FF9-44222280ABD9}" dt="2023-08-27T04:32:20.827" v="1449" actId="20577"/>
        <pc:sldMkLst>
          <pc:docMk/>
          <pc:sldMk cId="4251482419" sldId="268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10379265" sldId="269"/>
        </pc:sldMkLst>
      </pc:sldChg>
      <pc:sldChg chg="addSp delSp modSp add mod">
        <pc:chgData name="Fernando Fontove" userId="39bcb981d82c3800" providerId="LiveId" clId="{773A2956-375E-4F3D-8FF9-44222280ABD9}" dt="2023-08-27T04:32:28.506" v="1461" actId="20577"/>
        <pc:sldMkLst>
          <pc:docMk/>
          <pc:sldMk cId="1770984478" sldId="269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62036153" sldId="270"/>
        </pc:sldMkLst>
      </pc:sldChg>
      <pc:sldChg chg="addSp delSp modSp add mod">
        <pc:chgData name="Fernando Fontove" userId="39bcb981d82c3800" providerId="LiveId" clId="{773A2956-375E-4F3D-8FF9-44222280ABD9}" dt="2023-08-27T04:32:35.354" v="1473" actId="20577"/>
        <pc:sldMkLst>
          <pc:docMk/>
          <pc:sldMk cId="1619404823" sldId="270"/>
        </pc:sldMkLst>
      </pc:sldChg>
      <pc:sldChg chg="addSp delSp modSp add mod">
        <pc:chgData name="Fernando Fontove" userId="39bcb981d82c3800" providerId="LiveId" clId="{773A2956-375E-4F3D-8FF9-44222280ABD9}" dt="2023-08-27T04:34:25.299" v="1592" actId="20577"/>
        <pc:sldMkLst>
          <pc:docMk/>
          <pc:sldMk cId="397979297" sldId="271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535864890" sldId="271"/>
        </pc:sldMkLst>
      </pc:sldChg>
      <pc:sldChg chg="addSp delSp modSp add mod">
        <pc:chgData name="Fernando Fontove" userId="39bcb981d82c3800" providerId="LiveId" clId="{773A2956-375E-4F3D-8FF9-44222280ABD9}" dt="2023-08-27T04:38:29.578" v="1784" actId="1076"/>
        <pc:sldMkLst>
          <pc:docMk/>
          <pc:sldMk cId="2116488560" sldId="272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854023657" sldId="272"/>
        </pc:sldMkLst>
      </pc:sldChg>
      <pc:sldChg chg="addSp modSp add mod">
        <pc:chgData name="Fernando Fontove" userId="39bcb981d82c3800" providerId="LiveId" clId="{773A2956-375E-4F3D-8FF9-44222280ABD9}" dt="2023-08-27T04:35:54.882" v="1615" actId="1036"/>
        <pc:sldMkLst>
          <pc:docMk/>
          <pc:sldMk cId="1152954691" sldId="273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260095051" sldId="273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419206261" sldId="274"/>
        </pc:sldMkLst>
      </pc:sldChg>
      <pc:sldChg chg="addSp delSp modSp add mod">
        <pc:chgData name="Fernando Fontove" userId="39bcb981d82c3800" providerId="LiveId" clId="{773A2956-375E-4F3D-8FF9-44222280ABD9}" dt="2023-08-27T04:41:34.148" v="1969" actId="1076"/>
        <pc:sldMkLst>
          <pc:docMk/>
          <pc:sldMk cId="1908251498" sldId="274"/>
        </pc:sldMkLst>
      </pc:sldChg>
      <pc:sldChg chg="addSp delSp modSp add mod ord">
        <pc:chgData name="Fernando Fontove" userId="39bcb981d82c3800" providerId="LiveId" clId="{773A2956-375E-4F3D-8FF9-44222280ABD9}" dt="2023-08-27T04:48:53.576" v="2317" actId="1076"/>
        <pc:sldMkLst>
          <pc:docMk/>
          <pc:sldMk cId="2101120470" sldId="27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509672677" sldId="27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1563144729" sldId="276"/>
        </pc:sldMkLst>
      </pc:sldChg>
      <pc:sldChg chg="addSp delSp modSp add mod">
        <pc:chgData name="Fernando Fontove" userId="39bcb981d82c3800" providerId="LiveId" clId="{773A2956-375E-4F3D-8FF9-44222280ABD9}" dt="2023-08-27T04:49:34.981" v="2341" actId="20577"/>
        <pc:sldMkLst>
          <pc:docMk/>
          <pc:sldMk cId="3396250151" sldId="276"/>
        </pc:sldMkLst>
      </pc:sldChg>
      <pc:sldChg chg="add del">
        <pc:chgData name="Fernando Fontove" userId="39bcb981d82c3800" providerId="LiveId" clId="{773A2956-375E-4F3D-8FF9-44222280ABD9}" dt="2023-08-27T04:47:50.910" v="2239"/>
        <pc:sldMkLst>
          <pc:docMk/>
          <pc:sldMk cId="340643032" sldId="277"/>
        </pc:sldMkLst>
      </pc:sldChg>
      <pc:sldChg chg="add del">
        <pc:chgData name="Fernando Fontove" userId="39bcb981d82c3800" providerId="LiveId" clId="{773A2956-375E-4F3D-8FF9-44222280ABD9}" dt="2023-08-27T04:49:46.982" v="2343"/>
        <pc:sldMkLst>
          <pc:docMk/>
          <pc:sldMk cId="1564057248" sldId="277"/>
        </pc:sldMkLst>
      </pc:sldChg>
      <pc:sldChg chg="addSp delSp modSp add mod ord">
        <pc:chgData name="Fernando Fontove" userId="39bcb981d82c3800" providerId="LiveId" clId="{773A2956-375E-4F3D-8FF9-44222280ABD9}" dt="2023-08-27T04:56:30.095" v="2836" actId="21"/>
        <pc:sldMkLst>
          <pc:docMk/>
          <pc:sldMk cId="2116581737" sldId="27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897022490" sldId="27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545065206" sldId="278"/>
        </pc:sldMkLst>
      </pc:sldChg>
      <pc:sldChg chg="addSp delSp modSp add mod">
        <pc:chgData name="Fernando Fontove" userId="39bcb981d82c3800" providerId="LiveId" clId="{773A2956-375E-4F3D-8FF9-44222280ABD9}" dt="2023-08-27T04:56:08.527" v="2828" actId="1076"/>
        <pc:sldMkLst>
          <pc:docMk/>
          <pc:sldMk cId="1248256059" sldId="278"/>
        </pc:sldMkLst>
      </pc:sldChg>
      <pc:sldChg chg="addSp delSp modSp add mod">
        <pc:chgData name="Fernando Fontove" userId="39bcb981d82c3800" providerId="LiveId" clId="{773A2956-375E-4F3D-8FF9-44222280ABD9}" dt="2023-08-27T04:58:32.187" v="2877" actId="1076"/>
        <pc:sldMkLst>
          <pc:docMk/>
          <pc:sldMk cId="779110085" sldId="279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569834345" sldId="279"/>
        </pc:sldMkLst>
      </pc:sldChg>
      <pc:sldChg chg="addSp modSp add mod">
        <pc:chgData name="Fernando Fontove" userId="39bcb981d82c3800" providerId="LiveId" clId="{773A2956-375E-4F3D-8FF9-44222280ABD9}" dt="2023-08-27T05:01:37.197" v="2889" actId="114"/>
        <pc:sldMkLst>
          <pc:docMk/>
          <pc:sldMk cId="237153273" sldId="280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952870153" sldId="280"/>
        </pc:sldMkLst>
      </pc:sldChg>
      <pc:sldChg chg="modSp new mod">
        <pc:chgData name="Fernando Fontove" userId="39bcb981d82c3800" providerId="LiveId" clId="{773A2956-375E-4F3D-8FF9-44222280ABD9}" dt="2023-08-27T05:22:21.126" v="3394" actId="20577"/>
        <pc:sldMkLst>
          <pc:docMk/>
          <pc:sldMk cId="1406954335" sldId="281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4030915842" sldId="281"/>
        </pc:sldMkLst>
      </pc:sldChg>
      <pc:sldChg chg="addSp delSp modSp add mod">
        <pc:chgData name="Fernando Fontove" userId="39bcb981d82c3800" providerId="LiveId" clId="{773A2956-375E-4F3D-8FF9-44222280ABD9}" dt="2023-08-27T05:17:01.109" v="3207" actId="20577"/>
        <pc:sldMkLst>
          <pc:docMk/>
          <pc:sldMk cId="2623804289" sldId="282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911022418" sldId="282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879351787" sldId="283"/>
        </pc:sldMkLst>
      </pc:sldChg>
      <pc:sldChg chg="add del">
        <pc:chgData name="Fernando Fontove" userId="39bcb981d82c3800" providerId="LiveId" clId="{773A2956-375E-4F3D-8FF9-44222280ABD9}" dt="2023-08-27T05:12:10.577" v="3065"/>
        <pc:sldMkLst>
          <pc:docMk/>
          <pc:sldMk cId="1127660294" sldId="283"/>
        </pc:sldMkLst>
      </pc:sldChg>
      <pc:sldChg chg="addSp delSp modSp add mod">
        <pc:chgData name="Fernando Fontove" userId="39bcb981d82c3800" providerId="LiveId" clId="{773A2956-375E-4F3D-8FF9-44222280ABD9}" dt="2023-08-27T05:16:21.869" v="3170" actId="20577"/>
        <pc:sldMkLst>
          <pc:docMk/>
          <pc:sldMk cId="3597499166" sldId="283"/>
        </pc:sldMkLst>
      </pc:sldChg>
      <pc:sldChg chg="addSp delSp modSp add mod">
        <pc:chgData name="Fernando Fontove" userId="39bcb981d82c3800" providerId="LiveId" clId="{773A2956-375E-4F3D-8FF9-44222280ABD9}" dt="2023-08-27T05:18:12.448" v="3259" actId="14100"/>
        <pc:sldMkLst>
          <pc:docMk/>
          <pc:sldMk cId="2061830983" sldId="284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743201900" sldId="284"/>
        </pc:sldMkLst>
      </pc:sldChg>
      <pc:sldChg chg="addSp delSp modSp add mod">
        <pc:chgData name="Fernando Fontove" userId="39bcb981d82c3800" providerId="LiveId" clId="{773A2956-375E-4F3D-8FF9-44222280ABD9}" dt="2023-08-27T05:21:15.111" v="3321" actId="1076"/>
        <pc:sldMkLst>
          <pc:docMk/>
          <pc:sldMk cId="920556278" sldId="28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962578790" sldId="28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1501306380" sldId="286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054216919" sldId="28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171580333" sldId="288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550021727" sldId="289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792986629" sldId="290"/>
        </pc:sldMkLst>
      </pc:sldChg>
    </pc:docChg>
  </pc:docChgLst>
  <pc:docChgLst>
    <pc:chgData name="Fernando Fontove" userId="39bcb981d82c3800" providerId="LiveId" clId="{9FF6258F-8260-451D-925F-7EE58614B07F}"/>
    <pc:docChg chg="undo redo custSel addSld delSld modSld sldOrd">
      <pc:chgData name="Fernando Fontove" userId="39bcb981d82c3800" providerId="LiveId" clId="{9FF6258F-8260-451D-925F-7EE58614B07F}" dt="2023-08-20T07:43:22.317" v="3541" actId="20577"/>
      <pc:docMkLst>
        <pc:docMk/>
      </pc:docMkLst>
      <pc:sldChg chg="addSp delSp modSp mod">
        <pc:chgData name="Fernando Fontove" userId="39bcb981d82c3800" providerId="LiveId" clId="{9FF6258F-8260-451D-925F-7EE58614B07F}" dt="2023-08-20T07:41:27.701" v="3374" actId="113"/>
        <pc:sldMkLst>
          <pc:docMk/>
          <pc:sldMk cId="1905306405" sldId="262"/>
        </pc:sldMkLst>
      </pc:sldChg>
      <pc:sldChg chg="addSp modSp mod">
        <pc:chgData name="Fernando Fontove" userId="39bcb981d82c3800" providerId="LiveId" clId="{9FF6258F-8260-451D-925F-7EE58614B07F}" dt="2023-08-20T06:33:02.271" v="330" actId="113"/>
        <pc:sldMkLst>
          <pc:docMk/>
          <pc:sldMk cId="3211320243" sldId="263"/>
        </pc:sldMkLst>
      </pc:sldChg>
      <pc:sldChg chg="modSp add del mod">
        <pc:chgData name="Fernando Fontove" userId="39bcb981d82c3800" providerId="LiveId" clId="{9FF6258F-8260-451D-925F-7EE58614B07F}" dt="2023-08-20T07:41:34.606" v="3376" actId="113"/>
        <pc:sldMkLst>
          <pc:docMk/>
          <pc:sldMk cId="2748836241" sldId="264"/>
        </pc:sldMkLst>
      </pc:sldChg>
      <pc:sldChg chg="modSp add mod">
        <pc:chgData name="Fernando Fontove" userId="39bcb981d82c3800" providerId="LiveId" clId="{9FF6258F-8260-451D-925F-7EE58614B07F}" dt="2023-08-20T06:39:20.112" v="1007" actId="20577"/>
        <pc:sldMkLst>
          <pc:docMk/>
          <pc:sldMk cId="3538344461" sldId="265"/>
        </pc:sldMkLst>
      </pc:sldChg>
      <pc:sldChg chg="modSp add mod">
        <pc:chgData name="Fernando Fontove" userId="39bcb981d82c3800" providerId="LiveId" clId="{9FF6258F-8260-451D-925F-7EE58614B07F}" dt="2023-08-20T06:35:44.511" v="592" actId="113"/>
        <pc:sldMkLst>
          <pc:docMk/>
          <pc:sldMk cId="164792882" sldId="266"/>
        </pc:sldMkLst>
      </pc:sldChg>
      <pc:sldChg chg="modSp add mod">
        <pc:chgData name="Fernando Fontove" userId="39bcb981d82c3800" providerId="LiveId" clId="{9FF6258F-8260-451D-925F-7EE58614B07F}" dt="2023-08-20T06:39:24.792" v="1009" actId="20577"/>
        <pc:sldMkLst>
          <pc:docMk/>
          <pc:sldMk cId="3409955188" sldId="267"/>
        </pc:sldMkLst>
      </pc:sldChg>
      <pc:sldChg chg="addSp modSp add mod">
        <pc:chgData name="Fernando Fontove" userId="39bcb981d82c3800" providerId="LiveId" clId="{9FF6258F-8260-451D-925F-7EE58614B07F}" dt="2023-08-20T06:46:30.040" v="1305" actId="6549"/>
        <pc:sldMkLst>
          <pc:docMk/>
          <pc:sldMk cId="438447706" sldId="268"/>
        </pc:sldMkLst>
      </pc:sldChg>
      <pc:sldChg chg="addSp delSp modSp add mod">
        <pc:chgData name="Fernando Fontove" userId="39bcb981d82c3800" providerId="LiveId" clId="{9FF6258F-8260-451D-925F-7EE58614B07F}" dt="2023-08-20T06:51:57.095" v="1512" actId="478"/>
        <pc:sldMkLst>
          <pc:docMk/>
          <pc:sldMk cId="310379265" sldId="269"/>
        </pc:sldMkLst>
      </pc:sldChg>
      <pc:sldChg chg="addSp delSp modSp add mod">
        <pc:chgData name="Fernando Fontove" userId="39bcb981d82c3800" providerId="LiveId" clId="{9FF6258F-8260-451D-925F-7EE58614B07F}" dt="2023-08-20T06:52:14.039" v="1520" actId="478"/>
        <pc:sldMkLst>
          <pc:docMk/>
          <pc:sldMk cId="362036153" sldId="270"/>
        </pc:sldMkLst>
      </pc:sldChg>
      <pc:sldChg chg="addSp delSp modSp add mod">
        <pc:chgData name="Fernando Fontove" userId="39bcb981d82c3800" providerId="LiveId" clId="{9FF6258F-8260-451D-925F-7EE58614B07F}" dt="2023-08-20T06:53:02.482" v="1587" actId="1076"/>
        <pc:sldMkLst>
          <pc:docMk/>
          <pc:sldMk cId="535864890" sldId="271"/>
        </pc:sldMkLst>
      </pc:sldChg>
      <pc:sldChg chg="addSp delSp modSp add mod">
        <pc:chgData name="Fernando Fontove" userId="39bcb981d82c3800" providerId="LiveId" clId="{9FF6258F-8260-451D-925F-7EE58614B07F}" dt="2023-08-20T06:59:30.462" v="1779" actId="20577"/>
        <pc:sldMkLst>
          <pc:docMk/>
          <pc:sldMk cId="2854023657" sldId="272"/>
        </pc:sldMkLst>
      </pc:sldChg>
      <pc:sldChg chg="addSp delSp modSp add mod">
        <pc:chgData name="Fernando Fontove" userId="39bcb981d82c3800" providerId="LiveId" clId="{9FF6258F-8260-451D-925F-7EE58614B07F}" dt="2023-08-20T07:01:49.701" v="1888" actId="1076"/>
        <pc:sldMkLst>
          <pc:docMk/>
          <pc:sldMk cId="3260095051" sldId="273"/>
        </pc:sldMkLst>
      </pc:sldChg>
      <pc:sldChg chg="addSp delSp modSp add mod">
        <pc:chgData name="Fernando Fontove" userId="39bcb981d82c3800" providerId="LiveId" clId="{9FF6258F-8260-451D-925F-7EE58614B07F}" dt="2023-08-20T07:03:49.541" v="2051" actId="1035"/>
        <pc:sldMkLst>
          <pc:docMk/>
          <pc:sldMk cId="419206261" sldId="274"/>
        </pc:sldMkLst>
      </pc:sldChg>
      <pc:sldChg chg="addSp delSp modSp add mod">
        <pc:chgData name="Fernando Fontove" userId="39bcb981d82c3800" providerId="LiveId" clId="{9FF6258F-8260-451D-925F-7EE58614B07F}" dt="2023-08-20T07:04:41.846" v="2059" actId="478"/>
        <pc:sldMkLst>
          <pc:docMk/>
          <pc:sldMk cId="2509672677" sldId="275"/>
        </pc:sldMkLst>
      </pc:sldChg>
      <pc:sldChg chg="add">
        <pc:chgData name="Fernando Fontove" userId="39bcb981d82c3800" providerId="LiveId" clId="{9FF6258F-8260-451D-925F-7EE58614B07F}" dt="2023-08-20T07:04:36.107" v="2056"/>
        <pc:sldMkLst>
          <pc:docMk/>
          <pc:sldMk cId="1563144729" sldId="276"/>
        </pc:sldMkLst>
      </pc:sldChg>
      <pc:sldChg chg="addSp delSp modSp add mod">
        <pc:chgData name="Fernando Fontove" userId="39bcb981d82c3800" providerId="LiveId" clId="{9FF6258F-8260-451D-925F-7EE58614B07F}" dt="2023-08-20T07:14:31.633" v="2216" actId="1076"/>
        <pc:sldMkLst>
          <pc:docMk/>
          <pc:sldMk cId="2897022490" sldId="277"/>
        </pc:sldMkLst>
      </pc:sldChg>
      <pc:sldChg chg="addSp delSp modSp add mod">
        <pc:chgData name="Fernando Fontove" userId="39bcb981d82c3800" providerId="LiveId" clId="{9FF6258F-8260-451D-925F-7EE58614B07F}" dt="2023-08-20T07:18:27.483" v="2467" actId="14100"/>
        <pc:sldMkLst>
          <pc:docMk/>
          <pc:sldMk cId="545065206" sldId="278"/>
        </pc:sldMkLst>
      </pc:sldChg>
      <pc:sldChg chg="addSp delSp modSp add mod">
        <pc:chgData name="Fernando Fontove" userId="39bcb981d82c3800" providerId="LiveId" clId="{9FF6258F-8260-451D-925F-7EE58614B07F}" dt="2023-08-20T07:20:33.831" v="2589" actId="1076"/>
        <pc:sldMkLst>
          <pc:docMk/>
          <pc:sldMk cId="3569834345" sldId="279"/>
        </pc:sldMkLst>
      </pc:sldChg>
      <pc:sldChg chg="addSp delSp modSp add mod">
        <pc:chgData name="Fernando Fontove" userId="39bcb981d82c3800" providerId="LiveId" clId="{9FF6258F-8260-451D-925F-7EE58614B07F}" dt="2023-08-20T07:21:18.168" v="2641" actId="14100"/>
        <pc:sldMkLst>
          <pc:docMk/>
          <pc:sldMk cId="2952870153" sldId="280"/>
        </pc:sldMkLst>
      </pc:sldChg>
      <pc:sldChg chg="addSp delSp modSp add mod">
        <pc:chgData name="Fernando Fontove" userId="39bcb981d82c3800" providerId="LiveId" clId="{9FF6258F-8260-451D-925F-7EE58614B07F}" dt="2023-08-20T07:25:46.828" v="2753" actId="732"/>
        <pc:sldMkLst>
          <pc:docMk/>
          <pc:sldMk cId="4030915842" sldId="281"/>
        </pc:sldMkLst>
      </pc:sldChg>
      <pc:sldChg chg="addSp delSp modSp add mod">
        <pc:chgData name="Fernando Fontove" userId="39bcb981d82c3800" providerId="LiveId" clId="{9FF6258F-8260-451D-925F-7EE58614B07F}" dt="2023-08-20T07:28:26.009" v="2906" actId="1076"/>
        <pc:sldMkLst>
          <pc:docMk/>
          <pc:sldMk cId="3911022418" sldId="282"/>
        </pc:sldMkLst>
      </pc:sldChg>
      <pc:sldChg chg="addSp delSp modSp add mod ord">
        <pc:chgData name="Fernando Fontove" userId="39bcb981d82c3800" providerId="LiveId" clId="{9FF6258F-8260-451D-925F-7EE58614B07F}" dt="2023-08-20T07:30:12.334" v="2991" actId="1076"/>
        <pc:sldMkLst>
          <pc:docMk/>
          <pc:sldMk cId="879351787" sldId="283"/>
        </pc:sldMkLst>
      </pc:sldChg>
      <pc:sldChg chg="modSp add del mod">
        <pc:chgData name="Fernando Fontove" userId="39bcb981d82c3800" providerId="LiveId" clId="{9FF6258F-8260-451D-925F-7EE58614B07F}" dt="2023-08-20T07:29:01.032" v="2912"/>
        <pc:sldMkLst>
          <pc:docMk/>
          <pc:sldMk cId="2049057121" sldId="283"/>
        </pc:sldMkLst>
      </pc:sldChg>
      <pc:sldChg chg="addSp delSp modSp add mod">
        <pc:chgData name="Fernando Fontove" userId="39bcb981d82c3800" providerId="LiveId" clId="{9FF6258F-8260-451D-925F-7EE58614B07F}" dt="2023-08-20T07:33:52.229" v="3146" actId="478"/>
        <pc:sldMkLst>
          <pc:docMk/>
          <pc:sldMk cId="2743201900" sldId="284"/>
        </pc:sldMkLst>
      </pc:sldChg>
      <pc:sldChg chg="addSp delSp modSp add mod">
        <pc:chgData name="Fernando Fontove" userId="39bcb981d82c3800" providerId="LiveId" clId="{9FF6258F-8260-451D-925F-7EE58614B07F}" dt="2023-08-20T07:35:24.005" v="3157" actId="14100"/>
        <pc:sldMkLst>
          <pc:docMk/>
          <pc:sldMk cId="2962578790" sldId="285"/>
        </pc:sldMkLst>
      </pc:sldChg>
      <pc:sldChg chg="addSp modSp add mod">
        <pc:chgData name="Fernando Fontove" userId="39bcb981d82c3800" providerId="LiveId" clId="{9FF6258F-8260-451D-925F-7EE58614B07F}" dt="2023-08-20T07:34:29.268" v="3150" actId="14100"/>
        <pc:sldMkLst>
          <pc:docMk/>
          <pc:sldMk cId="1501306380" sldId="286"/>
        </pc:sldMkLst>
      </pc:sldChg>
      <pc:sldChg chg="addSp delSp modSp add mod modNotesTx">
        <pc:chgData name="Fernando Fontove" userId="39bcb981d82c3800" providerId="LiveId" clId="{9FF6258F-8260-451D-925F-7EE58614B07F}" dt="2023-08-20T07:38:34.685" v="3287" actId="20577"/>
        <pc:sldMkLst>
          <pc:docMk/>
          <pc:sldMk cId="3054216919" sldId="287"/>
        </pc:sldMkLst>
      </pc:sldChg>
      <pc:sldChg chg="addSp delSp modSp add mod">
        <pc:chgData name="Fernando Fontove" userId="39bcb981d82c3800" providerId="LiveId" clId="{9FF6258F-8260-451D-925F-7EE58614B07F}" dt="2023-08-20T07:39:51.566" v="3322" actId="14100"/>
        <pc:sldMkLst>
          <pc:docMk/>
          <pc:sldMk cId="2171580333" sldId="288"/>
        </pc:sldMkLst>
      </pc:sldChg>
      <pc:sldChg chg="modSp new mod">
        <pc:chgData name="Fernando Fontove" userId="39bcb981d82c3800" providerId="LiveId" clId="{9FF6258F-8260-451D-925F-7EE58614B07F}" dt="2023-08-20T07:43:00.109" v="3522" actId="20577"/>
        <pc:sldMkLst>
          <pc:docMk/>
          <pc:sldMk cId="3550021727" sldId="289"/>
        </pc:sldMkLst>
      </pc:sldChg>
      <pc:sldChg chg="modSp add mod">
        <pc:chgData name="Fernando Fontove" userId="39bcb981d82c3800" providerId="LiveId" clId="{9FF6258F-8260-451D-925F-7EE58614B07F}" dt="2023-08-20T07:43:22.317" v="3541" actId="20577"/>
        <pc:sldMkLst>
          <pc:docMk/>
          <pc:sldMk cId="3792986629" sldId="290"/>
        </pc:sldMkLst>
      </pc:sldChg>
    </pc:docChg>
  </pc:docChgLst>
  <pc:docChgLst>
    <pc:chgData name="Fernando Fontove" userId="39bcb981d82c3800" providerId="LiveId" clId="{94990C3B-5971-4F6D-968E-79A2E87E6973}"/>
    <pc:docChg chg="undo redo custSel addSld delSld modSld sldOrd">
      <pc:chgData name="Fernando Fontove" userId="39bcb981d82c3800" providerId="LiveId" clId="{94990C3B-5971-4F6D-968E-79A2E87E6973}" dt="2023-09-21T18:23:09.123" v="2390" actId="1076"/>
      <pc:docMkLst>
        <pc:docMk/>
      </pc:docMkLst>
      <pc:sldChg chg="modSp mod">
        <pc:chgData name="Fernando Fontove" userId="39bcb981d82c3800" providerId="LiveId" clId="{94990C3B-5971-4F6D-968E-79A2E87E6973}" dt="2023-09-21T17:36:19.153" v="9" actId="20577"/>
        <pc:sldMkLst>
          <pc:docMk/>
          <pc:sldMk cId="0" sldId="256"/>
        </pc:sldMkLst>
      </pc:sldChg>
      <pc:sldChg chg="addSp delSp modSp mod">
        <pc:chgData name="Fernando Fontove" userId="39bcb981d82c3800" providerId="LiveId" clId="{94990C3B-5971-4F6D-968E-79A2E87E6973}" dt="2023-09-21T17:55:14.835" v="440" actId="14100"/>
        <pc:sldMkLst>
          <pc:docMk/>
          <pc:sldMk cId="1905306405" sldId="262"/>
        </pc:sldMkLst>
      </pc:sldChg>
      <pc:sldChg chg="add del">
        <pc:chgData name="Fernando Fontove" userId="39bcb981d82c3800" providerId="LiveId" clId="{94990C3B-5971-4F6D-968E-79A2E87E6973}" dt="2023-09-21T17:40:57.751" v="132" actId="47"/>
        <pc:sldMkLst>
          <pc:docMk/>
          <pc:sldMk cId="2143041481" sldId="263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425842636" sldId="263"/>
        </pc:sldMkLst>
      </pc:sldChg>
      <pc:sldChg chg="addSp delSp modSp add mod">
        <pc:chgData name="Fernando Fontove" userId="39bcb981d82c3800" providerId="LiveId" clId="{94990C3B-5971-4F6D-968E-79A2E87E6973}" dt="2023-09-21T17:46:04.115" v="299" actId="478"/>
        <pc:sldMkLst>
          <pc:docMk/>
          <pc:sldMk cId="860822654" sldId="264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3211320243" sldId="264"/>
        </pc:sldMkLst>
      </pc:sldChg>
      <pc:sldChg chg="add del">
        <pc:chgData name="Fernando Fontove" userId="39bcb981d82c3800" providerId="LiveId" clId="{94990C3B-5971-4F6D-968E-79A2E87E6973}" dt="2023-09-21T17:44:59.401" v="266" actId="47"/>
        <pc:sldMkLst>
          <pc:docMk/>
          <pc:sldMk cId="2425842636" sldId="265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475177088" sldId="265"/>
        </pc:sldMkLst>
      </pc:sldChg>
      <pc:sldChg chg="addSp delSp modSp add mod">
        <pc:chgData name="Fernando Fontove" userId="39bcb981d82c3800" providerId="LiveId" clId="{94990C3B-5971-4F6D-968E-79A2E87E6973}" dt="2023-09-21T17:52:22.402" v="328" actId="20577"/>
        <pc:sldMkLst>
          <pc:docMk/>
          <pc:sldMk cId="248578708" sldId="266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4181118197" sldId="266"/>
        </pc:sldMkLst>
      </pc:sldChg>
      <pc:sldChg chg="add del">
        <pc:chgData name="Fernando Fontove" userId="39bcb981d82c3800" providerId="LiveId" clId="{94990C3B-5971-4F6D-968E-79A2E87E6973}" dt="2023-09-21T17:45:25.566" v="268"/>
        <pc:sldMkLst>
          <pc:docMk/>
          <pc:sldMk cId="408223840" sldId="267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181575153" sldId="267"/>
        </pc:sldMkLst>
      </pc:sldChg>
      <pc:sldChg chg="addSp modSp add mod">
        <pc:chgData name="Fernando Fontove" userId="39bcb981d82c3800" providerId="LiveId" clId="{94990C3B-5971-4F6D-968E-79A2E87E6973}" dt="2023-09-21T17:53:11.133" v="360" actId="14100"/>
        <pc:sldMkLst>
          <pc:docMk/>
          <pc:sldMk cId="3542286832" sldId="267"/>
        </pc:sldMkLst>
      </pc:sldChg>
      <pc:sldChg chg="delSp modSp add mod">
        <pc:chgData name="Fernando Fontove" userId="39bcb981d82c3800" providerId="LiveId" clId="{94990C3B-5971-4F6D-968E-79A2E87E6973}" dt="2023-09-21T17:55:34.460" v="445" actId="20577"/>
        <pc:sldMkLst>
          <pc:docMk/>
          <pc:sldMk cId="1081408953" sldId="268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4251482419" sldId="268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770984478" sldId="269"/>
        </pc:sldMkLst>
      </pc:sldChg>
      <pc:sldChg chg="modSp add mod">
        <pc:chgData name="Fernando Fontove" userId="39bcb981d82c3800" providerId="LiveId" clId="{94990C3B-5971-4F6D-968E-79A2E87E6973}" dt="2023-09-21T17:57:05.990" v="737" actId="404"/>
        <pc:sldMkLst>
          <pc:docMk/>
          <pc:sldMk cId="3850595264" sldId="269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619404823" sldId="270"/>
        </pc:sldMkLst>
      </pc:sldChg>
      <pc:sldChg chg="modSp add mod ord">
        <pc:chgData name="Fernando Fontove" userId="39bcb981d82c3800" providerId="LiveId" clId="{94990C3B-5971-4F6D-968E-79A2E87E6973}" dt="2023-09-21T18:03:17.497" v="1345" actId="20577"/>
        <pc:sldMkLst>
          <pc:docMk/>
          <pc:sldMk cId="3462750760" sldId="270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397979297" sldId="271"/>
        </pc:sldMkLst>
      </pc:sldChg>
      <pc:sldChg chg="modSp add mod">
        <pc:chgData name="Fernando Fontove" userId="39bcb981d82c3800" providerId="LiveId" clId="{94990C3B-5971-4F6D-968E-79A2E87E6973}" dt="2023-09-21T18:02:20.231" v="1342" actId="6549"/>
        <pc:sldMkLst>
          <pc:docMk/>
          <pc:sldMk cId="1940837265" sldId="271"/>
        </pc:sldMkLst>
      </pc:sldChg>
      <pc:sldChg chg="addSp delSp modSp add mod">
        <pc:chgData name="Fernando Fontove" userId="39bcb981d82c3800" providerId="LiveId" clId="{94990C3B-5971-4F6D-968E-79A2E87E6973}" dt="2023-09-21T18:06:35.114" v="1547" actId="14100"/>
        <pc:sldMkLst>
          <pc:docMk/>
          <pc:sldMk cId="409832962" sldId="272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116488560" sldId="272"/>
        </pc:sldMkLst>
      </pc:sldChg>
      <pc:sldChg chg="addSp delSp modSp add mod">
        <pc:chgData name="Fernando Fontove" userId="39bcb981d82c3800" providerId="LiveId" clId="{94990C3B-5971-4F6D-968E-79A2E87E6973}" dt="2023-09-21T18:03:51.988" v="1354" actId="6549"/>
        <pc:sldMkLst>
          <pc:docMk/>
          <pc:sldMk cId="692563733" sldId="273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152954691" sldId="273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908251498" sldId="274"/>
        </pc:sldMkLst>
      </pc:sldChg>
      <pc:sldChg chg="modSp new mod">
        <pc:chgData name="Fernando Fontove" userId="39bcb981d82c3800" providerId="LiveId" clId="{94990C3B-5971-4F6D-968E-79A2E87E6973}" dt="2023-09-21T18:08:57.131" v="1748" actId="14100"/>
        <pc:sldMkLst>
          <pc:docMk/>
          <pc:sldMk cId="3552824779" sldId="274"/>
        </pc:sldMkLst>
      </pc:sldChg>
      <pc:sldChg chg="addSp modSp add mod">
        <pc:chgData name="Fernando Fontove" userId="39bcb981d82c3800" providerId="LiveId" clId="{94990C3B-5971-4F6D-968E-79A2E87E6973}" dt="2023-09-21T18:10:41.555" v="1905" actId="1076"/>
        <pc:sldMkLst>
          <pc:docMk/>
          <pc:sldMk cId="1540957780" sldId="275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101120470" sldId="275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3396250151" sldId="276"/>
        </pc:sldMkLst>
      </pc:sldChg>
      <pc:sldChg chg="addSp delSp modSp add mod">
        <pc:chgData name="Fernando Fontove" userId="39bcb981d82c3800" providerId="LiveId" clId="{94990C3B-5971-4F6D-968E-79A2E87E6973}" dt="2023-09-21T18:20:29.353" v="2166" actId="1076"/>
        <pc:sldMkLst>
          <pc:docMk/>
          <pc:sldMk cId="3800809582" sldId="276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116581737" sldId="277"/>
        </pc:sldMkLst>
      </pc:sldChg>
      <pc:sldChg chg="modSp add mod">
        <pc:chgData name="Fernando Fontove" userId="39bcb981d82c3800" providerId="LiveId" clId="{94990C3B-5971-4F6D-968E-79A2E87E6973}" dt="2023-09-21T18:21:40.268" v="2284" actId="1076"/>
        <pc:sldMkLst>
          <pc:docMk/>
          <pc:sldMk cId="4275750078" sldId="277"/>
        </pc:sldMkLst>
      </pc:sldChg>
      <pc:sldChg chg="addSp delSp modSp add mod">
        <pc:chgData name="Fernando Fontove" userId="39bcb981d82c3800" providerId="LiveId" clId="{94990C3B-5971-4F6D-968E-79A2E87E6973}" dt="2023-09-21T18:23:09.123" v="2390" actId="1076"/>
        <pc:sldMkLst>
          <pc:docMk/>
          <pc:sldMk cId="272966575" sldId="278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248256059" sldId="278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779110085" sldId="279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37153273" sldId="280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406954335" sldId="281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623804289" sldId="282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3597499166" sldId="283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061830983" sldId="284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920556278" sldId="28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32D9D-B9D2-706C-F0D5-6360754495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B78AC7-EDBD-5075-676D-23DD10D18C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0F71C-9B7B-4816-9D84-3832C03BFD09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CDD83E-56FD-4A3B-34CC-B697506CB3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749BE-5CFF-BB39-6C05-AE14673955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982FD6-881B-41D5-9C91-1514E5182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89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3" name="Google Shape;383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4" name="Google Shape;383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4913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8560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315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9504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948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8613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30680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3749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600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7613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12" name="Google Shape;12;p2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" name="Google Shape;92;p2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93" name="Google Shape;93;p2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" name="Google Shape;212;p2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213" name="Google Shape;213;p2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2" name="Google Shape;422;p2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423" name="Google Shape;423;p2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5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65" name="Google Shape;1565;p5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566" name="Google Shape;1566;p5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1567" name="Google Shape;1567;p5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5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5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5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5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5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5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5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5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5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5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5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5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5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5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5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5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5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5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5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5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5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5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1625" name="Google Shape;1625;p5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5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5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5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5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5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5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5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5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5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5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5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5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5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5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5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5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5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5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5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5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5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5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5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5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5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5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5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5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5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5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5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5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5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5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5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5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5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5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5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5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5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5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5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5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5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5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5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5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5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5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5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7" name="Google Shape;1687;p5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1688" name="Google Shape;1688;p5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5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5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5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5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5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5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5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5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5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5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5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5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5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5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5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5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5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5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5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5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5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5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5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5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5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5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5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5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5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5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5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5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5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5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5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5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5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5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5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5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5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5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5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5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5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5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5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5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5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5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5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5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5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5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5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5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5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5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5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5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5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5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5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5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5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5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5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5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5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5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5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5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5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5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5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5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5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5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5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5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5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5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5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5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5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5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5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5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5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5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5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5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5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5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5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5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5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5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5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5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9" name="Google Shape;1789;p5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1790" name="Google Shape;1790;p5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5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5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5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5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5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5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5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5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5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5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5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5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5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5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5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5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5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5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5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5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5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5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5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5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5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5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5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5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5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5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5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5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5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5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5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5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5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5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5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5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5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5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5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5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5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5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5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5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5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0" name="Google Shape;1840;p5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6" name="Google Shape;3836;p13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Introducción a Python</a:t>
            </a:r>
            <a:r>
              <a:rPr lang="en">
                <a:latin typeface="+mj-lt"/>
              </a:rPr>
              <a:t>: Funciones</a:t>
            </a: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736525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Una función es una manera de empaquetar un conjunto de instrucciones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3C1BC7-BE4B-8558-D58E-2A6131564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111" y="1904906"/>
            <a:ext cx="5374854" cy="233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306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264163"/>
            <a:ext cx="7365250" cy="8732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Sintaxis: funciones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7260D0-EEB1-A7BB-2479-A3B075E5F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663" y="2266645"/>
            <a:ext cx="5411002" cy="152882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5A773-5949-3585-A60E-44EAE520743A}"/>
              </a:ext>
            </a:extLst>
          </p:cNvPr>
          <p:cNvSpPr txBox="1">
            <a:spLocks/>
          </p:cNvSpPr>
          <p:nvPr/>
        </p:nvSpPr>
        <p:spPr>
          <a:xfrm>
            <a:off x="902773" y="1409938"/>
            <a:ext cx="2107532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n-US" dirty="0"/>
              <a:t>Palabra clave</a:t>
            </a:r>
            <a:endParaRPr lang="es-MX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926CEA3-0575-7E82-D8ED-AE1317A5A99D}"/>
              </a:ext>
            </a:extLst>
          </p:cNvPr>
          <p:cNvCxnSpPr>
            <a:cxnSpLocks/>
          </p:cNvCxnSpPr>
          <p:nvPr/>
        </p:nvCxnSpPr>
        <p:spPr>
          <a:xfrm>
            <a:off x="1808483" y="1914117"/>
            <a:ext cx="502119" cy="4835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BF8D13-2E1E-822F-D758-17859066A6E6}"/>
              </a:ext>
            </a:extLst>
          </p:cNvPr>
          <p:cNvCxnSpPr>
            <a:cxnSpLocks/>
          </p:cNvCxnSpPr>
          <p:nvPr/>
        </p:nvCxnSpPr>
        <p:spPr>
          <a:xfrm flipH="1">
            <a:off x="4152900" y="1850612"/>
            <a:ext cx="68113" cy="56918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EB8F5AD-1513-2CF2-50FB-B2A02678F3F1}"/>
              </a:ext>
            </a:extLst>
          </p:cNvPr>
          <p:cNvSpPr txBox="1">
            <a:spLocks/>
          </p:cNvSpPr>
          <p:nvPr/>
        </p:nvSpPr>
        <p:spPr>
          <a:xfrm>
            <a:off x="3599652" y="1322265"/>
            <a:ext cx="1724668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Nombre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28143E2A-332E-9DD8-CC4F-B882EDD66BAF}"/>
              </a:ext>
            </a:extLst>
          </p:cNvPr>
          <p:cNvSpPr/>
          <p:nvPr/>
        </p:nvSpPr>
        <p:spPr>
          <a:xfrm rot="5400000">
            <a:off x="2560925" y="3633343"/>
            <a:ext cx="221506" cy="530600"/>
          </a:xfrm>
          <a:prstGeom prst="rightBrace">
            <a:avLst>
              <a:gd name="adj1" fmla="val 21912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E01D663-D8CC-06E2-72B9-49B6C7B37743}"/>
              </a:ext>
            </a:extLst>
          </p:cNvPr>
          <p:cNvSpPr txBox="1">
            <a:spLocks/>
          </p:cNvSpPr>
          <p:nvPr/>
        </p:nvSpPr>
        <p:spPr>
          <a:xfrm>
            <a:off x="1703886" y="3775816"/>
            <a:ext cx="2235075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Indentación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DAD492-6441-FD4D-2D4B-A09320951539}"/>
              </a:ext>
            </a:extLst>
          </p:cNvPr>
          <p:cNvCxnSpPr>
            <a:cxnSpLocks/>
          </p:cNvCxnSpPr>
          <p:nvPr/>
        </p:nvCxnSpPr>
        <p:spPr>
          <a:xfrm flipH="1" flipV="1">
            <a:off x="4766951" y="3176170"/>
            <a:ext cx="918719" cy="8178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EC4EFE5-09A4-17ED-86CC-A9935B2AD778}"/>
              </a:ext>
            </a:extLst>
          </p:cNvPr>
          <p:cNvSpPr txBox="1">
            <a:spLocks/>
          </p:cNvSpPr>
          <p:nvPr/>
        </p:nvSpPr>
        <p:spPr>
          <a:xfrm>
            <a:off x="5526666" y="3734054"/>
            <a:ext cx="2235075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Instrucciones a realizar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FD56292-55B7-91FF-73F7-7721B8AEE25D}"/>
              </a:ext>
            </a:extLst>
          </p:cNvPr>
          <p:cNvCxnSpPr>
            <a:cxnSpLocks/>
          </p:cNvCxnSpPr>
          <p:nvPr/>
        </p:nvCxnSpPr>
        <p:spPr>
          <a:xfrm flipH="1">
            <a:off x="5913667" y="1797246"/>
            <a:ext cx="68113" cy="56918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EFB2097-25DE-22B9-FD78-71EDF35115EB}"/>
              </a:ext>
            </a:extLst>
          </p:cNvPr>
          <p:cNvSpPr txBox="1">
            <a:spLocks/>
          </p:cNvSpPr>
          <p:nvPr/>
        </p:nvSpPr>
        <p:spPr>
          <a:xfrm>
            <a:off x="5155129" y="1248462"/>
            <a:ext cx="1816364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Parámetros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C657EDB-4C58-504C-C677-5F7AF8176221}"/>
              </a:ext>
            </a:extLst>
          </p:cNvPr>
          <p:cNvSpPr txBox="1">
            <a:spLocks/>
          </p:cNvSpPr>
          <p:nvPr/>
        </p:nvSpPr>
        <p:spPr>
          <a:xfrm>
            <a:off x="2055364" y="4309918"/>
            <a:ext cx="2107532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n-US" dirty="0"/>
              <a:t>Palabra clave</a:t>
            </a:r>
            <a:endParaRPr lang="es-MX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42DEC50-1534-EBD2-584B-ACEBE3D4505D}"/>
              </a:ext>
            </a:extLst>
          </p:cNvPr>
          <p:cNvCxnSpPr>
            <a:cxnSpLocks/>
          </p:cNvCxnSpPr>
          <p:nvPr/>
        </p:nvCxnSpPr>
        <p:spPr>
          <a:xfrm flipV="1">
            <a:off x="3246824" y="3660658"/>
            <a:ext cx="352828" cy="8165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6B0294B-6312-8757-FFA1-E2DE7C63CB8E}"/>
              </a:ext>
            </a:extLst>
          </p:cNvPr>
          <p:cNvSpPr txBox="1">
            <a:spLocks/>
          </p:cNvSpPr>
          <p:nvPr/>
        </p:nvSpPr>
        <p:spPr>
          <a:xfrm>
            <a:off x="4152900" y="3764761"/>
            <a:ext cx="2107532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n-US" dirty="0"/>
              <a:t>Valor a </a:t>
            </a:r>
            <a:r>
              <a:rPr lang="en-US" dirty="0" err="1"/>
              <a:t>regresar</a:t>
            </a:r>
            <a:endParaRPr lang="es-MX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730DEF2-837B-5317-F53C-963726F985CC}"/>
              </a:ext>
            </a:extLst>
          </p:cNvPr>
          <p:cNvCxnSpPr>
            <a:cxnSpLocks/>
          </p:cNvCxnSpPr>
          <p:nvPr/>
        </p:nvCxnSpPr>
        <p:spPr>
          <a:xfrm flipH="1" flipV="1">
            <a:off x="4525394" y="3619739"/>
            <a:ext cx="55300" cy="4223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822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264163"/>
            <a:ext cx="7365250" cy="8732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Sintaxis desglosada: </a:t>
            </a:r>
            <a:r>
              <a:rPr lang="es-MX" b="1" i="1" dirty="0" err="1"/>
              <a:t>def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7260D0-EEB1-A7BB-2479-A3B075E5F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913" y="1248539"/>
            <a:ext cx="5411002" cy="1528822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BA37227-6616-1205-6068-4AC0F1E6C4A8}"/>
              </a:ext>
            </a:extLst>
          </p:cNvPr>
          <p:cNvSpPr/>
          <p:nvPr/>
        </p:nvSpPr>
        <p:spPr>
          <a:xfrm>
            <a:off x="2134101" y="1248539"/>
            <a:ext cx="844050" cy="554104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955CD9D-F4DB-A648-0BF1-5F98AD043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658978"/>
            <a:ext cx="6761100" cy="2055071"/>
          </a:xfrm>
        </p:spPr>
        <p:txBody>
          <a:bodyPr/>
          <a:lstStyle/>
          <a:p>
            <a:r>
              <a:rPr lang="es-MX" dirty="0"/>
              <a:t>Es la palabra clave para decirle a Python que queremos declarar una función </a:t>
            </a:r>
            <a:endParaRPr lang="es-MX" b="1" i="1" dirty="0"/>
          </a:p>
        </p:txBody>
      </p:sp>
    </p:spTree>
    <p:extLst>
      <p:ext uri="{BB962C8B-B14F-4D97-AF65-F5344CB8AC3E}">
        <p14:creationId xmlns:p14="http://schemas.microsoft.com/office/powerpoint/2010/main" val="248578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264163"/>
            <a:ext cx="7365250" cy="8732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Sintaxis desglosada: </a:t>
            </a:r>
            <a:r>
              <a:rPr lang="es-MX" b="1" i="1" dirty="0"/>
              <a:t>sintaxis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7260D0-EEB1-A7BB-2479-A3B075E5F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913" y="1248539"/>
            <a:ext cx="5411002" cy="1528822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BA37227-6616-1205-6068-4AC0F1E6C4A8}"/>
              </a:ext>
            </a:extLst>
          </p:cNvPr>
          <p:cNvSpPr/>
          <p:nvPr/>
        </p:nvSpPr>
        <p:spPr>
          <a:xfrm>
            <a:off x="6426478" y="1356430"/>
            <a:ext cx="273437" cy="361193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955CD9D-F4DB-A648-0BF1-5F98AD043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658978"/>
            <a:ext cx="6761100" cy="2055071"/>
          </a:xfrm>
        </p:spPr>
        <p:txBody>
          <a:bodyPr/>
          <a:lstStyle/>
          <a:p>
            <a:r>
              <a:rPr lang="es-MX" dirty="0"/>
              <a:t>Al igual que con </a:t>
            </a:r>
            <a:r>
              <a:rPr lang="es-MX" b="1" i="1" dirty="0"/>
              <a:t>for </a:t>
            </a:r>
            <a:r>
              <a:rPr lang="es-MX" dirty="0"/>
              <a:t>e </a:t>
            </a:r>
            <a:r>
              <a:rPr lang="es-MX" b="1" i="1" dirty="0" err="1"/>
              <a:t>if</a:t>
            </a:r>
            <a:r>
              <a:rPr lang="es-MX" i="1" dirty="0"/>
              <a:t>, </a:t>
            </a:r>
            <a:r>
              <a:rPr lang="es-MX" dirty="0"/>
              <a:t>es necesario terminar la línea con “:” y tenga </a:t>
            </a:r>
            <a:r>
              <a:rPr lang="es-MX" b="1" i="1" dirty="0" err="1"/>
              <a:t>indentadación</a:t>
            </a:r>
            <a:endParaRPr lang="es-MX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5721857-1DDE-5748-69B0-FE2E12D03A4E}"/>
              </a:ext>
            </a:extLst>
          </p:cNvPr>
          <p:cNvSpPr/>
          <p:nvPr/>
        </p:nvSpPr>
        <p:spPr>
          <a:xfrm>
            <a:off x="2216428" y="1808035"/>
            <a:ext cx="844272" cy="1024065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2286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264163"/>
            <a:ext cx="7365250" cy="8732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Sintaxis desglosada: </a:t>
            </a:r>
            <a:r>
              <a:rPr lang="es-MX" b="1" i="1" dirty="0"/>
              <a:t>nombre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7260D0-EEB1-A7BB-2479-A3B075E5F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913" y="1248539"/>
            <a:ext cx="5411002" cy="1528822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955CD9D-F4DB-A648-0BF1-5F98AD043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658978"/>
            <a:ext cx="6761100" cy="2055071"/>
          </a:xfrm>
        </p:spPr>
        <p:txBody>
          <a:bodyPr/>
          <a:lstStyle/>
          <a:p>
            <a:r>
              <a:rPr lang="es-MX" dirty="0"/>
              <a:t>Es el nombre con el que vamos a llamar a la función más adelante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5721857-1DDE-5748-69B0-FE2E12D03A4E}"/>
              </a:ext>
            </a:extLst>
          </p:cNvPr>
          <p:cNvSpPr/>
          <p:nvPr/>
        </p:nvSpPr>
        <p:spPr>
          <a:xfrm>
            <a:off x="2927628" y="1218109"/>
            <a:ext cx="2330172" cy="559891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81408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264163"/>
            <a:ext cx="7365250" cy="8732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Sintaxis desglosada: </a:t>
            </a:r>
            <a:r>
              <a:rPr lang="es-MX" b="1" i="1" dirty="0"/>
              <a:t>parámetros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7260D0-EEB1-A7BB-2479-A3B075E5F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913" y="1248539"/>
            <a:ext cx="5411002" cy="1528822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955CD9D-F4DB-A648-0BF1-5F98AD043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658978"/>
            <a:ext cx="6761100" cy="2055071"/>
          </a:xfrm>
        </p:spPr>
        <p:txBody>
          <a:bodyPr/>
          <a:lstStyle/>
          <a:p>
            <a:r>
              <a:rPr lang="es-MX" sz="2000" dirty="0"/>
              <a:t>Son las variables que queremos que use la función para hacer las instrucciones</a:t>
            </a:r>
          </a:p>
          <a:p>
            <a:r>
              <a:rPr lang="es-MX" sz="2000" dirty="0"/>
              <a:t>Van entre paréntesis</a:t>
            </a:r>
          </a:p>
          <a:p>
            <a:r>
              <a:rPr lang="es-MX" sz="2000" dirty="0"/>
              <a:t>Puede no llevar variables en cuyo caso se abren y cierran paréntesis</a:t>
            </a:r>
          </a:p>
          <a:p>
            <a:r>
              <a:rPr lang="es-MX" sz="2000" dirty="0"/>
              <a:t>Puede llevar el número que sea de variables separadas por comas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5721857-1DDE-5748-69B0-FE2E12D03A4E}"/>
              </a:ext>
            </a:extLst>
          </p:cNvPr>
          <p:cNvSpPr/>
          <p:nvPr/>
        </p:nvSpPr>
        <p:spPr>
          <a:xfrm>
            <a:off x="5149228" y="1248539"/>
            <a:ext cx="1365872" cy="559891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0595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264163"/>
            <a:ext cx="7365250" cy="8732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Sintaxis desglosada: </a:t>
            </a:r>
            <a:r>
              <a:rPr lang="es-MX" b="1" i="1" dirty="0"/>
              <a:t>instrucciones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7260D0-EEB1-A7BB-2479-A3B075E5F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913" y="1248539"/>
            <a:ext cx="5411002" cy="1528822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955CD9D-F4DB-A648-0BF1-5F98AD043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658978"/>
            <a:ext cx="6761100" cy="2055071"/>
          </a:xfrm>
        </p:spPr>
        <p:txBody>
          <a:bodyPr/>
          <a:lstStyle/>
          <a:p>
            <a:r>
              <a:rPr lang="es-MX" dirty="0"/>
              <a:t>Todas las instrucciones que queremos que ejecute la función</a:t>
            </a:r>
          </a:p>
          <a:p>
            <a:r>
              <a:rPr lang="es-MX" dirty="0"/>
              <a:t>Deben ir </a:t>
            </a:r>
            <a:r>
              <a:rPr lang="es-MX" dirty="0" err="1"/>
              <a:t>indentadas</a:t>
            </a:r>
            <a:endParaRPr lang="es-MX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5721857-1DDE-5748-69B0-FE2E12D03A4E}"/>
              </a:ext>
            </a:extLst>
          </p:cNvPr>
          <p:cNvSpPr/>
          <p:nvPr/>
        </p:nvSpPr>
        <p:spPr>
          <a:xfrm>
            <a:off x="2762528" y="1673813"/>
            <a:ext cx="2330172" cy="559891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2750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84B83C-8267-9179-BF83-80489177A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138" y="1625567"/>
            <a:ext cx="4670951" cy="820774"/>
          </a:xfrm>
          <a:prstGeom prst="rect">
            <a:avLst/>
          </a:prstGeom>
        </p:spPr>
      </p:pic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264163"/>
            <a:ext cx="7365250" cy="8732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Sintaxis desglosada: </a:t>
            </a:r>
            <a:r>
              <a:rPr lang="es-MX" b="1" i="1" dirty="0"/>
              <a:t>instrucciones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955CD9D-F4DB-A648-0BF1-5F98AD043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658978"/>
            <a:ext cx="6761100" cy="2055071"/>
          </a:xfrm>
        </p:spPr>
        <p:txBody>
          <a:bodyPr/>
          <a:lstStyle/>
          <a:p>
            <a:r>
              <a:rPr lang="es-MX" dirty="0"/>
              <a:t>Está permitido que no tenga instrucciones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5721857-1DDE-5748-69B0-FE2E12D03A4E}"/>
              </a:ext>
            </a:extLst>
          </p:cNvPr>
          <p:cNvSpPr/>
          <p:nvPr/>
        </p:nvSpPr>
        <p:spPr>
          <a:xfrm>
            <a:off x="2762528" y="1854200"/>
            <a:ext cx="2330172" cy="24765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2563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264163"/>
            <a:ext cx="7365250" cy="8732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Sintaxis desglosada: </a:t>
            </a:r>
            <a:r>
              <a:rPr lang="es-MX" b="1" i="1" dirty="0" err="1"/>
              <a:t>return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7260D0-EEB1-A7BB-2479-A3B075E5F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913" y="1248539"/>
            <a:ext cx="5411002" cy="1528822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955CD9D-F4DB-A648-0BF1-5F98AD043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658978"/>
            <a:ext cx="6761100" cy="2055071"/>
          </a:xfrm>
        </p:spPr>
        <p:txBody>
          <a:bodyPr/>
          <a:lstStyle/>
          <a:p>
            <a:r>
              <a:rPr lang="es-MX" sz="2000" dirty="0"/>
              <a:t>Se usa la palabra clave </a:t>
            </a:r>
            <a:r>
              <a:rPr lang="es-MX" sz="2000" b="1" i="1" dirty="0" err="1"/>
              <a:t>return</a:t>
            </a:r>
            <a:r>
              <a:rPr lang="es-MX" sz="2000" dirty="0"/>
              <a:t> para indicar qué variable queremos que regrese la función</a:t>
            </a:r>
          </a:p>
          <a:p>
            <a:r>
              <a:rPr lang="es-MX" sz="2000" dirty="0"/>
              <a:t>La función puede no regresar valores, en cuyo caso </a:t>
            </a:r>
            <a:r>
              <a:rPr lang="es-MX" sz="2000" b="1" i="1" dirty="0" err="1"/>
              <a:t>return</a:t>
            </a:r>
            <a:r>
              <a:rPr lang="es-MX" sz="2000" b="1" i="1" dirty="0"/>
              <a:t> </a:t>
            </a:r>
            <a:r>
              <a:rPr lang="es-MX" sz="2000" dirty="0"/>
              <a:t>sólo indica que ahí termina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5721857-1DDE-5748-69B0-FE2E12D03A4E}"/>
              </a:ext>
            </a:extLst>
          </p:cNvPr>
          <p:cNvSpPr/>
          <p:nvPr/>
        </p:nvSpPr>
        <p:spPr>
          <a:xfrm>
            <a:off x="2756178" y="2204576"/>
            <a:ext cx="2330172" cy="559891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0837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E02F2AF-2AD7-1862-BEC4-B024B40AE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719" y="1550946"/>
            <a:ext cx="4795976" cy="873297"/>
          </a:xfrm>
          <a:prstGeom prst="rect">
            <a:avLst/>
          </a:prstGeom>
        </p:spPr>
      </p:pic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264163"/>
            <a:ext cx="7365250" cy="8732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Sintaxis desglosada: </a:t>
            </a:r>
            <a:r>
              <a:rPr lang="es-MX" b="1" i="1" dirty="0" err="1"/>
              <a:t>return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955CD9D-F4DB-A648-0BF1-5F98AD043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658978"/>
            <a:ext cx="6761100" cy="2055071"/>
          </a:xfrm>
        </p:spPr>
        <p:txBody>
          <a:bodyPr/>
          <a:lstStyle/>
          <a:p>
            <a:r>
              <a:rPr lang="es-MX" sz="2000" dirty="0"/>
              <a:t>En caso de que no queramos definir aún la función, se puede usar la palabra clave </a:t>
            </a:r>
            <a:r>
              <a:rPr lang="es-MX" sz="2000" b="1" i="1" dirty="0" err="1"/>
              <a:t>pass</a:t>
            </a:r>
            <a:endParaRPr lang="es-MX" sz="2000" dirty="0"/>
          </a:p>
          <a:p>
            <a:r>
              <a:rPr lang="es-MX" sz="2000" dirty="0"/>
              <a:t>Esta palabra clave puede ser usada también con </a:t>
            </a:r>
            <a:r>
              <a:rPr lang="es-MX" sz="2000" b="1" i="1" dirty="0" err="1"/>
              <a:t>if</a:t>
            </a:r>
            <a:r>
              <a:rPr lang="es-MX" sz="2000" dirty="0"/>
              <a:t> y </a:t>
            </a:r>
            <a:r>
              <a:rPr lang="es-MX" sz="2000" b="1" i="1" dirty="0"/>
              <a:t>for</a:t>
            </a:r>
            <a:endParaRPr lang="es-MX" sz="2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5721857-1DDE-5748-69B0-FE2E12D03A4E}"/>
              </a:ext>
            </a:extLst>
          </p:cNvPr>
          <p:cNvSpPr/>
          <p:nvPr/>
        </p:nvSpPr>
        <p:spPr>
          <a:xfrm>
            <a:off x="2552700" y="1973393"/>
            <a:ext cx="800100" cy="449038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832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EF74E-A3F4-FB9D-44A8-E328D8502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Los métodos son un tipo especial de funciones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B4752-00C0-CB9E-E1C4-229823A7A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Viven dentro de una clase, por ejemplo, </a:t>
            </a:r>
            <a:r>
              <a:rPr lang="es-MX" b="1" i="1" dirty="0" err="1"/>
              <a:t>string</a:t>
            </a:r>
            <a:r>
              <a:rPr lang="es-MX" b="1" i="1" dirty="0"/>
              <a:t> </a:t>
            </a:r>
            <a:r>
              <a:rPr lang="es-MX" dirty="0"/>
              <a:t>y </a:t>
            </a:r>
            <a:r>
              <a:rPr lang="es-MX" b="1" i="1" dirty="0" err="1"/>
              <a:t>list</a:t>
            </a:r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1D5E5-1E2D-486F-7EF3-2991084DBC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52824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EF74E-A3F4-FB9D-44A8-E328D8502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Los métodos son un tipo especial de funciones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B4752-00C0-CB9E-E1C4-229823A7A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Se invocan poniendo una variable de esa </a:t>
            </a:r>
            <a:r>
              <a:rPr lang="es-MX" b="1" i="1" dirty="0"/>
              <a:t>clase</a:t>
            </a:r>
            <a:r>
              <a:rPr lang="es-MX" dirty="0"/>
              <a:t> con un punto al final “.”</a:t>
            </a:r>
          </a:p>
          <a:p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1D5E5-1E2D-486F-7EF3-2991084DBC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9411FD-1665-0BF9-64FA-6182697FE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403" y="2854264"/>
            <a:ext cx="4937204" cy="133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957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EF74E-A3F4-FB9D-44A8-E328D8502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Las variables tienen un </a:t>
            </a:r>
            <a:r>
              <a:rPr lang="es-MX" b="1" i="1" dirty="0"/>
              <a:t>alcance (</a:t>
            </a:r>
            <a:r>
              <a:rPr lang="es-MX" b="1" i="1" dirty="0" err="1"/>
              <a:t>scope</a:t>
            </a:r>
            <a:r>
              <a:rPr lang="es-MX" b="1" i="1" dirty="0"/>
              <a:t>)</a:t>
            </a:r>
            <a:r>
              <a:rPr lang="es-MX" dirty="0"/>
              <a:t>  donde viven y pueden ser </a:t>
            </a:r>
            <a:r>
              <a:rPr lang="es-MX" dirty="0" err="1"/>
              <a:t>accesadas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1D5E5-1E2D-486F-7EF3-2991084DBC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ABEAB4-FC9C-997C-75C7-52A19E851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711" y="2998824"/>
            <a:ext cx="3590492" cy="127000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63ED6E3A-3E67-39DC-5208-56B154EF3EB2}"/>
              </a:ext>
            </a:extLst>
          </p:cNvPr>
          <p:cNvSpPr/>
          <p:nvPr/>
        </p:nvSpPr>
        <p:spPr>
          <a:xfrm>
            <a:off x="2884640" y="2998824"/>
            <a:ext cx="387350" cy="395156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7706799-19C4-BD23-F61F-9F9FFB0C797C}"/>
              </a:ext>
            </a:extLst>
          </p:cNvPr>
          <p:cNvSpPr/>
          <p:nvPr/>
        </p:nvSpPr>
        <p:spPr>
          <a:xfrm>
            <a:off x="4472140" y="3436246"/>
            <a:ext cx="628650" cy="395156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FFF4EE-D91F-3AD9-0AFF-810A1250D696}"/>
              </a:ext>
            </a:extLst>
          </p:cNvPr>
          <p:cNvSpPr txBox="1">
            <a:spLocks/>
          </p:cNvSpPr>
          <p:nvPr/>
        </p:nvSpPr>
        <p:spPr>
          <a:xfrm>
            <a:off x="711950" y="1740924"/>
            <a:ext cx="3313800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Accesible en cualquier lugar a partir de su declaración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A9788B9-F5C3-68A3-72F5-315BAFA8C327}"/>
              </a:ext>
            </a:extLst>
          </p:cNvPr>
          <p:cNvCxnSpPr>
            <a:cxnSpLocks/>
          </p:cNvCxnSpPr>
          <p:nvPr/>
        </p:nvCxnSpPr>
        <p:spPr>
          <a:xfrm>
            <a:off x="2368850" y="2615768"/>
            <a:ext cx="502119" cy="4835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69C0926-2296-DB44-5765-C7205D9DECF9}"/>
              </a:ext>
            </a:extLst>
          </p:cNvPr>
          <p:cNvSpPr txBox="1">
            <a:spLocks/>
          </p:cNvSpPr>
          <p:nvPr/>
        </p:nvSpPr>
        <p:spPr>
          <a:xfrm>
            <a:off x="4159250" y="1804801"/>
            <a:ext cx="3313800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Sólo pueden ser usadas dentro del </a:t>
            </a:r>
            <a:r>
              <a:rPr lang="es-MX" b="1" i="1" dirty="0"/>
              <a:t>contexto</a:t>
            </a:r>
            <a:r>
              <a:rPr lang="es-MX" dirty="0"/>
              <a:t> de la función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E1F1CE3-9BF9-985C-941E-700D87C7D265}"/>
              </a:ext>
            </a:extLst>
          </p:cNvPr>
          <p:cNvCxnSpPr>
            <a:cxnSpLocks/>
          </p:cNvCxnSpPr>
          <p:nvPr/>
        </p:nvCxnSpPr>
        <p:spPr>
          <a:xfrm flipH="1">
            <a:off x="4974259" y="2615768"/>
            <a:ext cx="1142531" cy="82240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0809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EF74E-A3F4-FB9D-44A8-E328D8502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Según su </a:t>
            </a:r>
            <a:r>
              <a:rPr lang="es-MX" b="1" i="1" dirty="0"/>
              <a:t>alcance </a:t>
            </a:r>
            <a:r>
              <a:rPr lang="es-MX" dirty="0"/>
              <a:t>se les llama </a:t>
            </a:r>
            <a:r>
              <a:rPr lang="es-MX" b="1" i="1" dirty="0"/>
              <a:t>variables locales </a:t>
            </a:r>
            <a:r>
              <a:rPr lang="es-MX" dirty="0"/>
              <a:t>o </a:t>
            </a:r>
            <a:r>
              <a:rPr lang="es-MX" b="1" i="1" dirty="0"/>
              <a:t>globales</a:t>
            </a:r>
            <a:endParaRPr lang="en-US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1D5E5-1E2D-486F-7EF3-2991084DBC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ABEAB4-FC9C-997C-75C7-52A19E851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761" y="2571750"/>
            <a:ext cx="3590492" cy="127000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63ED6E3A-3E67-39DC-5208-56B154EF3EB2}"/>
              </a:ext>
            </a:extLst>
          </p:cNvPr>
          <p:cNvSpPr/>
          <p:nvPr/>
        </p:nvSpPr>
        <p:spPr>
          <a:xfrm>
            <a:off x="3030690" y="2571750"/>
            <a:ext cx="387350" cy="395156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7706799-19C4-BD23-F61F-9F9FFB0C797C}"/>
              </a:ext>
            </a:extLst>
          </p:cNvPr>
          <p:cNvSpPr/>
          <p:nvPr/>
        </p:nvSpPr>
        <p:spPr>
          <a:xfrm>
            <a:off x="4618190" y="3009172"/>
            <a:ext cx="628650" cy="395156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FFF4EE-D91F-3AD9-0AFF-810A1250D696}"/>
              </a:ext>
            </a:extLst>
          </p:cNvPr>
          <p:cNvSpPr txBox="1">
            <a:spLocks/>
          </p:cNvSpPr>
          <p:nvPr/>
        </p:nvSpPr>
        <p:spPr>
          <a:xfrm>
            <a:off x="1765300" y="1621161"/>
            <a:ext cx="1854050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b="1" i="1" dirty="0"/>
              <a:t>Global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A9788B9-F5C3-68A3-72F5-315BAFA8C327}"/>
              </a:ext>
            </a:extLst>
          </p:cNvPr>
          <p:cNvCxnSpPr>
            <a:cxnSpLocks/>
          </p:cNvCxnSpPr>
          <p:nvPr/>
        </p:nvCxnSpPr>
        <p:spPr>
          <a:xfrm>
            <a:off x="2514900" y="2188694"/>
            <a:ext cx="502119" cy="4835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69C0926-2296-DB44-5765-C7205D9DECF9}"/>
              </a:ext>
            </a:extLst>
          </p:cNvPr>
          <p:cNvSpPr txBox="1">
            <a:spLocks/>
          </p:cNvSpPr>
          <p:nvPr/>
        </p:nvSpPr>
        <p:spPr>
          <a:xfrm>
            <a:off x="5823850" y="1711206"/>
            <a:ext cx="1554850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b="1" dirty="0"/>
              <a:t>Locales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E1F1CE3-9BF9-985C-941E-700D87C7D265}"/>
              </a:ext>
            </a:extLst>
          </p:cNvPr>
          <p:cNvCxnSpPr>
            <a:cxnSpLocks/>
          </p:cNvCxnSpPr>
          <p:nvPr/>
        </p:nvCxnSpPr>
        <p:spPr>
          <a:xfrm flipH="1">
            <a:off x="5120309" y="2188694"/>
            <a:ext cx="1142531" cy="82240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750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EF74E-A3F4-FB9D-44A8-E328D8502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 intentamos acceder a una </a:t>
            </a:r>
            <a:r>
              <a:rPr lang="es-MX" b="1" i="1" dirty="0"/>
              <a:t>variable local </a:t>
            </a:r>
            <a:r>
              <a:rPr lang="es-MX" dirty="0"/>
              <a:t>fuera de su alcance, da error</a:t>
            </a:r>
            <a:endParaRPr lang="en-US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1D5E5-1E2D-486F-7EF3-2991084DBC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6AC273-B2AE-C370-9C0D-DE9C318B2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116" y="1654059"/>
            <a:ext cx="3294234" cy="22303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32F9C9-12EC-6CEB-E0AA-75929B105F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370" b="6232"/>
          <a:stretch/>
        </p:blipFill>
        <p:spPr>
          <a:xfrm>
            <a:off x="435731" y="3819260"/>
            <a:ext cx="6555607" cy="51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66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68075-E96E-4640-7107-B6243B0C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Para hacer una función, primero hacemos un </a:t>
            </a:r>
            <a:r>
              <a:rPr lang="es-MX" b="1" i="1" dirty="0"/>
              <a:t>script 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30177E-31EE-D965-15B0-F7B926DFE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51D4D-B921-8773-618D-7B9249291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EC6A96-C837-31CC-A25F-98CAA9E14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00" y="1733550"/>
            <a:ext cx="6988815" cy="216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384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68075-E96E-4640-7107-B6243B0C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Identificamos los </a:t>
            </a:r>
            <a:r>
              <a:rPr lang="es-MX" b="1" i="1" dirty="0"/>
              <a:t>parámetros </a:t>
            </a:r>
            <a:r>
              <a:rPr lang="es-MX" dirty="0"/>
              <a:t>y el </a:t>
            </a:r>
            <a:r>
              <a:rPr lang="es-MX" b="1" i="1" dirty="0"/>
              <a:t>valor que regresa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30177E-31EE-D965-15B0-F7B926DFE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51D4D-B921-8773-618D-7B9249291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EC6A96-C837-31CC-A25F-98CAA9E14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00" y="1733550"/>
            <a:ext cx="6988815" cy="216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351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68075-E96E-4640-7107-B6243B0C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Identificamos los </a:t>
            </a:r>
            <a:r>
              <a:rPr lang="es-MX" b="1" i="1" dirty="0"/>
              <a:t>parámetros </a:t>
            </a:r>
            <a:r>
              <a:rPr lang="es-MX" dirty="0"/>
              <a:t>y el </a:t>
            </a:r>
            <a:r>
              <a:rPr lang="es-MX" b="1" i="1" dirty="0"/>
              <a:t>valor que regresa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30177E-31EE-D965-15B0-F7B926DFE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51D4D-B921-8773-618D-7B9249291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EC6A96-C837-31CC-A25F-98CAA9E14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00" y="1733550"/>
            <a:ext cx="6988815" cy="216571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414D44E-568E-2F02-ED77-4581597FF24C}"/>
              </a:ext>
            </a:extLst>
          </p:cNvPr>
          <p:cNvSpPr/>
          <p:nvPr/>
        </p:nvSpPr>
        <p:spPr>
          <a:xfrm>
            <a:off x="1286691" y="2005150"/>
            <a:ext cx="907869" cy="36576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C7CABF1-934D-2C0E-EAC8-D905D49F31CE}"/>
              </a:ext>
            </a:extLst>
          </p:cNvPr>
          <p:cNvSpPr/>
          <p:nvPr/>
        </p:nvSpPr>
        <p:spPr>
          <a:xfrm>
            <a:off x="1664600" y="3600996"/>
            <a:ext cx="1287606" cy="36576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41570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2E6A4-B45D-E833-6722-9E0BD45AD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Acomodamos el código en el formato de </a:t>
            </a:r>
            <a:r>
              <a:rPr lang="es-MX" b="1" i="1" dirty="0"/>
              <a:t>función</a:t>
            </a: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7F549-517F-6B6F-0E08-9503F307F7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B926D6-596F-F2BB-A01A-3B8FABE628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333"/>
          <a:stretch/>
        </p:blipFill>
        <p:spPr>
          <a:xfrm>
            <a:off x="91531" y="2116342"/>
            <a:ext cx="3900156" cy="19528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013754-A098-6798-F847-E454B5D0D8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607"/>
          <a:stretch/>
        </p:blipFill>
        <p:spPr>
          <a:xfrm>
            <a:off x="4820103" y="2125869"/>
            <a:ext cx="4232366" cy="1943371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E19CAB75-C5E0-840C-3642-F863877774A6}"/>
              </a:ext>
            </a:extLst>
          </p:cNvPr>
          <p:cNvSpPr/>
          <p:nvPr/>
        </p:nvSpPr>
        <p:spPr>
          <a:xfrm>
            <a:off x="0" y="2247736"/>
            <a:ext cx="907869" cy="36576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0492A12-33A3-1808-F45E-3BA83E064F91}"/>
              </a:ext>
            </a:extLst>
          </p:cNvPr>
          <p:cNvSpPr/>
          <p:nvPr/>
        </p:nvSpPr>
        <p:spPr>
          <a:xfrm>
            <a:off x="365881" y="3834874"/>
            <a:ext cx="1025313" cy="36576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5B927325-47C2-DA6B-79DD-087D9D1E823B}"/>
              </a:ext>
            </a:extLst>
          </p:cNvPr>
          <p:cNvSpPr/>
          <p:nvPr/>
        </p:nvSpPr>
        <p:spPr>
          <a:xfrm>
            <a:off x="3845313" y="2660626"/>
            <a:ext cx="475810" cy="1156063"/>
          </a:xfrm>
          <a:prstGeom prst="rightBrace">
            <a:avLst>
              <a:gd name="adj1" fmla="val 22060"/>
              <a:gd name="adj2" fmla="val 50000"/>
            </a:avLst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5DE68AD-E53C-481E-FF30-7DEDEC0F6467}"/>
              </a:ext>
            </a:extLst>
          </p:cNvPr>
          <p:cNvCxnSpPr>
            <a:stCxn id="13" idx="6"/>
          </p:cNvCxnSpPr>
          <p:nvPr/>
        </p:nvCxnSpPr>
        <p:spPr>
          <a:xfrm flipV="1">
            <a:off x="907869" y="2247736"/>
            <a:ext cx="4865914" cy="1828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837ADAE-DF9C-6774-E02E-504F59FEDFE4}"/>
              </a:ext>
            </a:extLst>
          </p:cNvPr>
          <p:cNvCxnSpPr>
            <a:cxnSpLocks/>
            <a:stCxn id="14" idx="5"/>
          </p:cNvCxnSpPr>
          <p:nvPr/>
        </p:nvCxnSpPr>
        <p:spPr>
          <a:xfrm flipV="1">
            <a:off x="1241040" y="4022215"/>
            <a:ext cx="4465102" cy="1248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3330CFD-D8C7-4051-EF4A-A65CF947A266}"/>
              </a:ext>
            </a:extLst>
          </p:cNvPr>
          <p:cNvCxnSpPr>
            <a:cxnSpLocks/>
            <a:stCxn id="16" idx="1"/>
          </p:cNvCxnSpPr>
          <p:nvPr/>
        </p:nvCxnSpPr>
        <p:spPr>
          <a:xfrm flipV="1">
            <a:off x="4321123" y="3238657"/>
            <a:ext cx="72767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A5FE75C-8819-6FAF-AFE3-461395C85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4256580"/>
            <a:ext cx="6761100" cy="457469"/>
          </a:xfrm>
        </p:spPr>
        <p:txBody>
          <a:bodyPr/>
          <a:lstStyle/>
          <a:p>
            <a:pPr marL="76200" indent="0">
              <a:buNone/>
            </a:pPr>
            <a:r>
              <a:rPr lang="es-MX" i="1" dirty="0"/>
              <a:t>Nota: cuidar la indentación para la función</a:t>
            </a:r>
          </a:p>
        </p:txBody>
      </p:sp>
    </p:spTree>
    <p:extLst>
      <p:ext uri="{BB962C8B-B14F-4D97-AF65-F5344CB8AC3E}">
        <p14:creationId xmlns:p14="http://schemas.microsoft.com/office/powerpoint/2010/main" val="29934399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5F235-EFEA-49F3-C94E-59E5C535A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Podemos escribir </a:t>
            </a:r>
            <a:r>
              <a:rPr lang="es-MX" b="1" i="1" dirty="0"/>
              <a:t>pruebas (</a:t>
            </a:r>
            <a:r>
              <a:rPr lang="es-MX" b="1" i="1" dirty="0" err="1"/>
              <a:t>unit</a:t>
            </a:r>
            <a:r>
              <a:rPr lang="es-MX" b="1" i="1" dirty="0"/>
              <a:t> </a:t>
            </a:r>
            <a:r>
              <a:rPr lang="es-MX" b="1" i="1" dirty="0" err="1"/>
              <a:t>tests</a:t>
            </a:r>
            <a:r>
              <a:rPr lang="es-MX" b="1" i="1" dirty="0"/>
              <a:t>) </a:t>
            </a:r>
            <a:r>
              <a:rPr lang="es-MX" dirty="0"/>
              <a:t>para asegurar que el código funciona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030D9-57BC-44A5-409F-FC49D4178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05596-2D9E-F1DA-E891-0FB14BF1A0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AF38A1-FFF1-E732-C271-13A53EBEDE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385" b="53608"/>
          <a:stretch/>
        </p:blipFill>
        <p:spPr>
          <a:xfrm>
            <a:off x="718300" y="2305594"/>
            <a:ext cx="6374282" cy="39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599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5F235-EFEA-49F3-C94E-59E5C535A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s-MX" dirty="0" err="1"/>
              <a:t>intaxis</a:t>
            </a:r>
            <a:r>
              <a:rPr lang="es-MX" dirty="0"/>
              <a:t> </a:t>
            </a:r>
            <a:r>
              <a:rPr lang="es-MX" b="1" i="1" dirty="0" err="1"/>
              <a:t>assert</a:t>
            </a: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05596-2D9E-F1DA-E891-0FB14BF1A0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AF38A1-FFF1-E732-C271-13A53EBEDE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385" b="53608"/>
          <a:stretch/>
        </p:blipFill>
        <p:spPr>
          <a:xfrm>
            <a:off x="718300" y="2305594"/>
            <a:ext cx="6374282" cy="391886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4B59378-DB66-DAF3-C53E-FF372FAEBD8F}"/>
              </a:ext>
            </a:extLst>
          </p:cNvPr>
          <p:cNvSpPr txBox="1">
            <a:spLocks/>
          </p:cNvSpPr>
          <p:nvPr/>
        </p:nvSpPr>
        <p:spPr>
          <a:xfrm>
            <a:off x="902773" y="1409938"/>
            <a:ext cx="2107532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n-US" dirty="0"/>
              <a:t>Palabra clave</a:t>
            </a:r>
            <a:endParaRPr lang="es-MX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8A437D4-79BC-7477-FC0B-86C117F2BC9A}"/>
              </a:ext>
            </a:extLst>
          </p:cNvPr>
          <p:cNvCxnSpPr>
            <a:cxnSpLocks/>
          </p:cNvCxnSpPr>
          <p:nvPr/>
        </p:nvCxnSpPr>
        <p:spPr>
          <a:xfrm>
            <a:off x="1808483" y="1914117"/>
            <a:ext cx="502119" cy="4835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14285C0-5E81-6A34-5AA1-9EDF5E1EF20D}"/>
              </a:ext>
            </a:extLst>
          </p:cNvPr>
          <p:cNvSpPr txBox="1">
            <a:spLocks/>
          </p:cNvSpPr>
          <p:nvPr/>
        </p:nvSpPr>
        <p:spPr>
          <a:xfrm>
            <a:off x="3297648" y="1142416"/>
            <a:ext cx="2107532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Llamada a la función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BF123CF-6872-7595-9A09-EA7832CFDAD2}"/>
              </a:ext>
            </a:extLst>
          </p:cNvPr>
          <p:cNvCxnSpPr>
            <a:cxnSpLocks/>
          </p:cNvCxnSpPr>
          <p:nvPr/>
        </p:nvCxnSpPr>
        <p:spPr>
          <a:xfrm flipH="1">
            <a:off x="3984171" y="1998617"/>
            <a:ext cx="222069" cy="4059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984315F-E915-753B-E6E5-5034F447F99C}"/>
              </a:ext>
            </a:extLst>
          </p:cNvPr>
          <p:cNvSpPr txBox="1">
            <a:spLocks/>
          </p:cNvSpPr>
          <p:nvPr/>
        </p:nvSpPr>
        <p:spPr>
          <a:xfrm>
            <a:off x="5459551" y="1259601"/>
            <a:ext cx="2107532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Valor que debe regresar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EADF93-D1B9-9C0A-90A2-C8B8E0DC3E12}"/>
              </a:ext>
            </a:extLst>
          </p:cNvPr>
          <p:cNvCxnSpPr>
            <a:cxnSpLocks/>
          </p:cNvCxnSpPr>
          <p:nvPr/>
        </p:nvCxnSpPr>
        <p:spPr>
          <a:xfrm flipH="1">
            <a:off x="6276176" y="2035701"/>
            <a:ext cx="151668" cy="3619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81661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5F235-EFEA-49F3-C94E-59E5C535A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s-MX" dirty="0" err="1"/>
              <a:t>intaxis</a:t>
            </a:r>
            <a:r>
              <a:rPr lang="es-MX" dirty="0"/>
              <a:t> </a:t>
            </a:r>
            <a:r>
              <a:rPr lang="es-MX" b="1" i="1" dirty="0" err="1"/>
              <a:t>assert</a:t>
            </a: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05596-2D9E-F1DA-E891-0FB14BF1A0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AF38A1-FFF1-E732-C271-13A53EBEDE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385" b="53608"/>
          <a:stretch/>
        </p:blipFill>
        <p:spPr>
          <a:xfrm>
            <a:off x="718300" y="2090057"/>
            <a:ext cx="6374282" cy="391886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6BA227F-5708-E71D-815F-05CB0ED87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926080"/>
            <a:ext cx="6761100" cy="1787969"/>
          </a:xfrm>
        </p:spPr>
        <p:txBody>
          <a:bodyPr/>
          <a:lstStyle/>
          <a:p>
            <a:r>
              <a:rPr lang="es-MX" dirty="0"/>
              <a:t>En caso de pasar la prueba el código continúa sin problemas y sin dar avisos</a:t>
            </a:r>
          </a:p>
        </p:txBody>
      </p:sp>
    </p:spTree>
    <p:extLst>
      <p:ext uri="{BB962C8B-B14F-4D97-AF65-F5344CB8AC3E}">
        <p14:creationId xmlns:p14="http://schemas.microsoft.com/office/powerpoint/2010/main" val="11973217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5F235-EFEA-49F3-C94E-59E5C535A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s-MX" dirty="0" err="1"/>
              <a:t>intaxis</a:t>
            </a:r>
            <a:r>
              <a:rPr lang="es-MX" dirty="0"/>
              <a:t> </a:t>
            </a:r>
            <a:r>
              <a:rPr lang="es-MX" b="1" i="1" dirty="0" err="1"/>
              <a:t>assert</a:t>
            </a: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05596-2D9E-F1DA-E891-0FB14BF1A0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6BA227F-5708-E71D-815F-05CB0ED87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3317966"/>
            <a:ext cx="6761100" cy="1396083"/>
          </a:xfrm>
        </p:spPr>
        <p:txBody>
          <a:bodyPr/>
          <a:lstStyle/>
          <a:p>
            <a:r>
              <a:rPr lang="es-MX" dirty="0"/>
              <a:t>En caso de fallar la prueba, envía un mensaje de error con una </a:t>
            </a:r>
            <a:r>
              <a:rPr lang="es-MX" b="1" i="1" dirty="0"/>
              <a:t>excepción</a:t>
            </a:r>
            <a:endParaRPr lang="es-MX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1A6F68-D565-DBCB-6F59-D0CE5691E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426" y="1946382"/>
            <a:ext cx="6374282" cy="5224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0D45B0-D867-214C-0A43-5C438D88F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78" y="2388870"/>
            <a:ext cx="4718830" cy="92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083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91F5-B9A8-BF8C-BCA3-4ABDB89A3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Hay que probar todos los casos que nos parezcan relevantes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1443C-6544-4935-F703-D7A5B7024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733550"/>
            <a:ext cx="2899954" cy="2980500"/>
          </a:xfrm>
        </p:spPr>
        <p:txBody>
          <a:bodyPr/>
          <a:lstStyle/>
          <a:p>
            <a:r>
              <a:rPr lang="es-MX" dirty="0"/>
              <a:t>Sí funciona con lo que quiero?</a:t>
            </a:r>
          </a:p>
          <a:p>
            <a:r>
              <a:rPr lang="es-MX" dirty="0"/>
              <a:t>Qué pasa con lo que no quiero que mueva?</a:t>
            </a:r>
          </a:p>
          <a:p>
            <a:r>
              <a:rPr lang="es-MX" dirty="0"/>
              <a:t>Y si meto valores sin sentido qué hace?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F68CC-968A-BC74-D0FC-572B85FCF0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4B2436-1089-3A39-3748-A60A741939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848" r="1"/>
          <a:stretch>
            <a:fillRect/>
          </a:stretch>
        </p:blipFill>
        <p:spPr>
          <a:xfrm>
            <a:off x="5379397" y="2140773"/>
            <a:ext cx="3444564" cy="140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214050"/>
      </p:ext>
    </p:extLst>
  </p:cSld>
  <p:clrMapOvr>
    <a:masterClrMapping/>
  </p:clrMapOvr>
</p:sld>
</file>

<file path=ppt/theme/theme1.xml><?xml version="1.0" encoding="utf-8"?>
<a:theme xmlns:a="http://schemas.openxmlformats.org/drawingml/2006/main" name="Mowbray template">
  <a:themeElements>
    <a:clrScheme name="C3 Idea 1">
      <a:dk1>
        <a:srgbClr val="0F6082"/>
      </a:dk1>
      <a:lt1>
        <a:srgbClr val="F6EAD1"/>
      </a:lt1>
      <a:dk2>
        <a:srgbClr val="093C51"/>
      </a:dk2>
      <a:lt2>
        <a:srgbClr val="E9F4FB"/>
      </a:lt2>
      <a:accent1>
        <a:srgbClr val="5386A4"/>
      </a:accent1>
      <a:accent2>
        <a:srgbClr val="E9CB8D"/>
      </a:accent2>
      <a:accent3>
        <a:srgbClr val="C9E3F6"/>
      </a:accent3>
      <a:accent4>
        <a:srgbClr val="71A9BF"/>
      </a:accent4>
      <a:accent5>
        <a:srgbClr val="0F6082"/>
      </a:accent5>
      <a:accent6>
        <a:srgbClr val="6FAEC8"/>
      </a:accent6>
      <a:hlink>
        <a:srgbClr val="E9CB8D"/>
      </a:hlink>
      <a:folHlink>
        <a:srgbClr val="E9CB8D"/>
      </a:folHlink>
    </a:clrScheme>
    <a:fontScheme name="Custom 1">
      <a:majorFont>
        <a:latin typeface="Exo"/>
        <a:ea typeface=""/>
        <a:cs typeface=""/>
      </a:majorFont>
      <a:minorFont>
        <a:latin typeface="Alegrey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wbray · SlidesCarnival colores c3 template" id="{BDF81AEB-CF00-443C-8459-389E8714FB5F}" vid="{B4CCEA33-2A96-4F2F-B516-DD39C0EBEA65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c3</Template>
  <TotalTime>406</TotalTime>
  <Words>490</Words>
  <Application>Microsoft Office PowerPoint</Application>
  <PresentationFormat>On-screen Show (16:9)</PresentationFormat>
  <Paragraphs>85</Paragraphs>
  <Slides>25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Dosis ExtraLight</vt:lpstr>
      <vt:lpstr>Titillium Web Light</vt:lpstr>
      <vt:lpstr>Mowbray template</vt:lpstr>
      <vt:lpstr>Introducción a Python: Funciones</vt:lpstr>
      <vt:lpstr>Una función es una manera de empaquetar un conjunto de instrucciones</vt:lpstr>
      <vt:lpstr>Sintaxis: funciones</vt:lpstr>
      <vt:lpstr>Sintaxis desglosada: def</vt:lpstr>
      <vt:lpstr>Sintaxis desglosada: sintaxis</vt:lpstr>
      <vt:lpstr>Sintaxis desglosada: nombre</vt:lpstr>
      <vt:lpstr>Sintaxis desglosada: parámetros</vt:lpstr>
      <vt:lpstr>Sintaxis desglosada: instrucciones</vt:lpstr>
      <vt:lpstr>Sintaxis desglosada: instrucciones</vt:lpstr>
      <vt:lpstr>Sintaxis desglosada: return</vt:lpstr>
      <vt:lpstr>Sintaxis desglosada: return</vt:lpstr>
      <vt:lpstr>Los métodos son un tipo especial de funciones </vt:lpstr>
      <vt:lpstr>Los métodos son un tipo especial de funciones </vt:lpstr>
      <vt:lpstr>Las variables tienen un alcance (scope)  donde viven y pueden ser accesadas</vt:lpstr>
      <vt:lpstr>Según su alcance se les llama variables locales o globales</vt:lpstr>
      <vt:lpstr>Si intentamos acceder a una variable local fuera de su alcance, da error</vt:lpstr>
      <vt:lpstr>Para hacer una función, primero hacemos un script </vt:lpstr>
      <vt:lpstr>Identificamos los parámetros y el valor que regresa</vt:lpstr>
      <vt:lpstr>Identificamos los parámetros y el valor que regresa</vt:lpstr>
      <vt:lpstr>Acomodamos el código en el formato de función</vt:lpstr>
      <vt:lpstr>Podemos escribir pruebas (unit tests) para asegurar que el código funciona</vt:lpstr>
      <vt:lpstr>Sintaxis assert</vt:lpstr>
      <vt:lpstr>Sintaxis assert</vt:lpstr>
      <vt:lpstr>Sintaxis assert</vt:lpstr>
      <vt:lpstr>Hay que probar todos los casos que nos parezcan relevantes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Python: Variables</dc:title>
  <dc:creator>Fernando Fontove</dc:creator>
  <cp:lastModifiedBy>Fernando Fontove</cp:lastModifiedBy>
  <cp:revision>2</cp:revision>
  <dcterms:created xsi:type="dcterms:W3CDTF">2023-08-17T04:46:33Z</dcterms:created>
  <dcterms:modified xsi:type="dcterms:W3CDTF">2025-10-01T20:36:49Z</dcterms:modified>
</cp:coreProperties>
</file>