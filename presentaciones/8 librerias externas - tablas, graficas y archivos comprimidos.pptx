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6"/>
  </p:notesMasterIdLst>
  <p:handoutMasterIdLst>
    <p:handoutMasterId r:id="rId37"/>
  </p:handoutMasterIdLst>
  <p:sldIdLst>
    <p:sldId id="256" r:id="rId2"/>
    <p:sldId id="266" r:id="rId3"/>
    <p:sldId id="270" r:id="rId4"/>
    <p:sldId id="272" r:id="rId5"/>
    <p:sldId id="268" r:id="rId6"/>
    <p:sldId id="274" r:id="rId7"/>
    <p:sldId id="275" r:id="rId8"/>
    <p:sldId id="273" r:id="rId9"/>
    <p:sldId id="276" r:id="rId10"/>
    <p:sldId id="279" r:id="rId11"/>
    <p:sldId id="277" r:id="rId12"/>
    <p:sldId id="271" r:id="rId13"/>
    <p:sldId id="267" r:id="rId14"/>
    <p:sldId id="280" r:id="rId15"/>
    <p:sldId id="281" r:id="rId16"/>
    <p:sldId id="282" r:id="rId17"/>
    <p:sldId id="283" r:id="rId18"/>
    <p:sldId id="284" r:id="rId19"/>
    <p:sldId id="286" r:id="rId20"/>
    <p:sldId id="285" r:id="rId21"/>
    <p:sldId id="288" r:id="rId22"/>
    <p:sldId id="287" r:id="rId23"/>
    <p:sldId id="289" r:id="rId24"/>
    <p:sldId id="291" r:id="rId25"/>
    <p:sldId id="290" r:id="rId26"/>
    <p:sldId id="300" r:id="rId27"/>
    <p:sldId id="292" r:id="rId28"/>
    <p:sldId id="293" r:id="rId29"/>
    <p:sldId id="294" r:id="rId30"/>
    <p:sldId id="296" r:id="rId31"/>
    <p:sldId id="295" r:id="rId32"/>
    <p:sldId id="297" r:id="rId33"/>
    <p:sldId id="298" r:id="rId34"/>
    <p:sldId id="299" r:id="rId35"/>
  </p:sldIdLst>
  <p:sldSz cx="9144000" cy="5143500" type="screen16x9"/>
  <p:notesSz cx="6858000" cy="9144000"/>
  <p:embeddedFontLst>
    <p:embeddedFont>
      <p:font typeface="Dosis ExtraLight" pitchFamily="2" charset="0"/>
      <p:regular r:id="rId38"/>
      <p:bold r:id="rId39"/>
    </p:embeddedFont>
    <p:embeddedFont>
      <p:font typeface="Titillium Web Light" panose="00000400000000000000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A4FD91-1379-48BC-97EC-9BEDF69BC284}" v="1" dt="2025-10-23T21:24:41.823"/>
  </p1510:revLst>
</p1510:revInfo>
</file>

<file path=ppt/tableStyles.xml><?xml version="1.0" encoding="utf-8"?>
<a:tblStyleLst xmlns:a="http://schemas.openxmlformats.org/drawingml/2006/main" def="{0F24753E-8A85-4BEE-97E2-441CDA198357}">
  <a:tblStyle styleId="{0F24753E-8A85-4BEE-97E2-441CDA1983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A787F38-7B79-44E3-ACA7-109338EB0D0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0806" autoAdjust="0"/>
    <p:restoredTop sz="96652" autoAdjust="0"/>
  </p:normalViewPr>
  <p:slideViewPr>
    <p:cSldViewPr snapToGrid="0">
      <p:cViewPr varScale="1">
        <p:scale>
          <a:sx n="95" d="100"/>
          <a:sy n="95" d="100"/>
        </p:scale>
        <p:origin x="15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Fontove" userId="39bcb981d82c3800" providerId="LiveId" clId="{6D861FB5-C227-42C2-A17F-A65BA0B6AFEA}"/>
    <pc:docChg chg="custSel delSld modSld">
      <pc:chgData name="Fernando Fontove" userId="39bcb981d82c3800" providerId="LiveId" clId="{6D861FB5-C227-42C2-A17F-A65BA0B6AFEA}" dt="2023-11-05T03:30:29.601" v="2" actId="478"/>
      <pc:docMkLst>
        <pc:docMk/>
      </pc:docMkLst>
      <pc:sldChg chg="delSp modSp mod">
        <pc:chgData name="Fernando Fontove" userId="39bcb981d82c3800" providerId="LiveId" clId="{6D861FB5-C227-42C2-A17F-A65BA0B6AFEA}" dt="2023-11-05T03:30:29.601" v="2" actId="478"/>
        <pc:sldMkLst>
          <pc:docMk/>
          <pc:sldMk cId="4290116703" sldId="266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1809358222" sldId="267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3188961381" sldId="268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1732065202" sldId="269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3511748949" sldId="270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2360212880" sldId="272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118121688" sldId="273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3693746346" sldId="274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2495342709" sldId="275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1862119957" sldId="276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2760426602" sldId="277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632239261" sldId="278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139566711" sldId="279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2737485060" sldId="280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1962908847" sldId="281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3604465708" sldId="282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2860400581" sldId="283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140944073" sldId="284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3891513047" sldId="285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1961779521" sldId="286"/>
        </pc:sldMkLst>
      </pc:sldChg>
      <pc:sldChg chg="del">
        <pc:chgData name="Fernando Fontove" userId="39bcb981d82c3800" providerId="LiveId" clId="{6D861FB5-C227-42C2-A17F-A65BA0B6AFEA}" dt="2023-11-05T03:30:23.902" v="0" actId="47"/>
        <pc:sldMkLst>
          <pc:docMk/>
          <pc:sldMk cId="3186291883" sldId="287"/>
        </pc:sldMkLst>
      </pc:sldChg>
    </pc:docChg>
  </pc:docChgLst>
  <pc:docChgLst>
    <pc:chgData name="Fernando Fontove" userId="39bcb981d82c3800" providerId="LiveId" clId="{9D6E8B82-6ADF-4099-BE36-0A7748D859B7}"/>
    <pc:docChg chg="undo custSel modSld">
      <pc:chgData name="Fernando Fontove" userId="39bcb981d82c3800" providerId="LiveId" clId="{9D6E8B82-6ADF-4099-BE36-0A7748D859B7}" dt="2025-10-23T21:24:41.823" v="24"/>
      <pc:docMkLst>
        <pc:docMk/>
      </pc:docMkLst>
      <pc:sldChg chg="modSp mod">
        <pc:chgData name="Fernando Fontove" userId="39bcb981d82c3800" providerId="LiveId" clId="{9D6E8B82-6ADF-4099-BE36-0A7748D859B7}" dt="2025-10-23T20:19:04.904" v="21" actId="20577"/>
        <pc:sldMkLst>
          <pc:docMk/>
          <pc:sldMk cId="780040563" sldId="270"/>
        </pc:sldMkLst>
        <pc:spChg chg="mod">
          <ac:chgData name="Fernando Fontove" userId="39bcb981d82c3800" providerId="LiveId" clId="{9D6E8B82-6ADF-4099-BE36-0A7748D859B7}" dt="2025-10-23T20:19:04.904" v="21" actId="20577"/>
          <ac:spMkLst>
            <pc:docMk/>
            <pc:sldMk cId="780040563" sldId="270"/>
            <ac:spMk id="3" creationId="{0BB4B798-2431-D56D-BCFB-186765BC25C3}"/>
          </ac:spMkLst>
        </pc:spChg>
      </pc:sldChg>
      <pc:sldChg chg="modSp mod">
        <pc:chgData name="Fernando Fontove" userId="39bcb981d82c3800" providerId="LiveId" clId="{9D6E8B82-6ADF-4099-BE36-0A7748D859B7}" dt="2025-10-23T21:24:41.823" v="24"/>
        <pc:sldMkLst>
          <pc:docMk/>
          <pc:sldMk cId="1472003183" sldId="299"/>
        </pc:sldMkLst>
        <pc:spChg chg="mod">
          <ac:chgData name="Fernando Fontove" userId="39bcb981d82c3800" providerId="LiveId" clId="{9D6E8B82-6ADF-4099-BE36-0A7748D859B7}" dt="2025-10-23T21:24:41.823" v="24"/>
          <ac:spMkLst>
            <pc:docMk/>
            <pc:sldMk cId="1472003183" sldId="299"/>
            <ac:spMk id="3" creationId="{3C083838-9EF8-0D4C-049B-8F8DB75CA139}"/>
          </ac:spMkLst>
        </pc:spChg>
        <pc:picChg chg="mod">
          <ac:chgData name="Fernando Fontove" userId="39bcb981d82c3800" providerId="LiveId" clId="{9D6E8B82-6ADF-4099-BE36-0A7748D859B7}" dt="2025-10-23T21:23:22.359" v="23" actId="1076"/>
          <ac:picMkLst>
            <pc:docMk/>
            <pc:sldMk cId="1472003183" sldId="299"/>
            <ac:picMk id="8" creationId="{424E1C55-4466-B788-3D2B-6C7770194C22}"/>
          </ac:picMkLst>
        </pc:picChg>
      </pc:sldChg>
    </pc:docChg>
  </pc:docChgLst>
  <pc:docChgLst>
    <pc:chgData name="Fernando Fontove" userId="39bcb981d82c3800" providerId="LiveId" clId="{3EF3BC35-D20B-4FEE-860A-C6405EA7A32B}"/>
    <pc:docChg chg="undo custSel addSld modSld">
      <pc:chgData name="Fernando Fontove" userId="39bcb981d82c3800" providerId="LiveId" clId="{3EF3BC35-D20B-4FEE-860A-C6405EA7A32B}" dt="2023-10-03T03:22:32.279" v="956" actId="1076"/>
      <pc:docMkLst>
        <pc:docMk/>
      </pc:docMkLst>
      <pc:sldChg chg="addSp modSp new mod">
        <pc:chgData name="Fernando Fontove" userId="39bcb981d82c3800" providerId="LiveId" clId="{3EF3BC35-D20B-4FEE-860A-C6405EA7A32B}" dt="2023-10-03T03:06:04.110" v="61" actId="14100"/>
        <pc:sldMkLst>
          <pc:docMk/>
          <pc:sldMk cId="2907384208" sldId="279"/>
        </pc:sldMkLst>
      </pc:sldChg>
      <pc:sldChg chg="modSp add mod">
        <pc:chgData name="Fernando Fontove" userId="39bcb981d82c3800" providerId="LiveId" clId="{3EF3BC35-D20B-4FEE-860A-C6405EA7A32B}" dt="2023-10-03T03:06:41.846" v="161" actId="20577"/>
        <pc:sldMkLst>
          <pc:docMk/>
          <pc:sldMk cId="3777351056" sldId="280"/>
        </pc:sldMkLst>
      </pc:sldChg>
      <pc:sldChg chg="addSp delSp modSp add mod">
        <pc:chgData name="Fernando Fontove" userId="39bcb981d82c3800" providerId="LiveId" clId="{3EF3BC35-D20B-4FEE-860A-C6405EA7A32B}" dt="2023-10-03T03:08:47.332" v="172" actId="478"/>
        <pc:sldMkLst>
          <pc:docMk/>
          <pc:sldMk cId="3614157062" sldId="281"/>
        </pc:sldMkLst>
      </pc:sldChg>
      <pc:sldChg chg="addSp delSp modSp new mod">
        <pc:chgData name="Fernando Fontove" userId="39bcb981d82c3800" providerId="LiveId" clId="{3EF3BC35-D20B-4FEE-860A-C6405EA7A32B}" dt="2023-10-03T03:12:50.072" v="368" actId="114"/>
        <pc:sldMkLst>
          <pc:docMk/>
          <pc:sldMk cId="2993439966" sldId="282"/>
        </pc:sldMkLst>
      </pc:sldChg>
      <pc:sldChg chg="addSp modSp new mod">
        <pc:chgData name="Fernando Fontove" userId="39bcb981d82c3800" providerId="LiveId" clId="{3EF3BC35-D20B-4FEE-860A-C6405EA7A32B}" dt="2023-10-03T03:16:17.265" v="474" actId="14100"/>
        <pc:sldMkLst>
          <pc:docMk/>
          <pc:sldMk cId="2575599280" sldId="283"/>
        </pc:sldMkLst>
      </pc:sldChg>
      <pc:sldChg chg="addSp delSp modSp add mod">
        <pc:chgData name="Fernando Fontove" userId="39bcb981d82c3800" providerId="LiveId" clId="{3EF3BC35-D20B-4FEE-860A-C6405EA7A32B}" dt="2023-10-03T03:18:35.552" v="605" actId="478"/>
        <pc:sldMkLst>
          <pc:docMk/>
          <pc:sldMk cId="3428166178" sldId="284"/>
        </pc:sldMkLst>
      </pc:sldChg>
      <pc:sldChg chg="delSp modSp add mod">
        <pc:chgData name="Fernando Fontove" userId="39bcb981d82c3800" providerId="LiveId" clId="{3EF3BC35-D20B-4FEE-860A-C6405EA7A32B}" dt="2023-10-03T03:19:28.560" v="686" actId="20577"/>
        <pc:sldMkLst>
          <pc:docMk/>
          <pc:sldMk cId="1197321745" sldId="285"/>
        </pc:sldMkLst>
      </pc:sldChg>
      <pc:sldChg chg="addSp delSp modSp add mod">
        <pc:chgData name="Fernando Fontove" userId="39bcb981d82c3800" providerId="LiveId" clId="{3EF3BC35-D20B-4FEE-860A-C6405EA7A32B}" dt="2023-10-03T03:20:35.414" v="761" actId="1076"/>
        <pc:sldMkLst>
          <pc:docMk/>
          <pc:sldMk cId="3809083301" sldId="286"/>
        </pc:sldMkLst>
      </pc:sldChg>
      <pc:sldChg chg="addSp modSp new mod">
        <pc:chgData name="Fernando Fontove" userId="39bcb981d82c3800" providerId="LiveId" clId="{3EF3BC35-D20B-4FEE-860A-C6405EA7A32B}" dt="2023-10-03T03:22:32.279" v="956" actId="1076"/>
        <pc:sldMkLst>
          <pc:docMk/>
          <pc:sldMk cId="3762214050" sldId="287"/>
        </pc:sldMkLst>
      </pc:sldChg>
    </pc:docChg>
  </pc:docChgLst>
  <pc:docChgLst>
    <pc:chgData name="Fernando Fontove" userId="39bcb981d82c3800" providerId="LiveId" clId="{F4C63BE8-E3A5-4AB2-9214-13CABF02652A}"/>
    <pc:docChg chg="undo redo custSel addSld delSld modSld">
      <pc:chgData name="Fernando Fontove" userId="39bcb981d82c3800" providerId="LiveId" clId="{F4C63BE8-E3A5-4AB2-9214-13CABF02652A}" dt="2023-10-12T00:04:15.896" v="5213" actId="20577"/>
      <pc:docMkLst>
        <pc:docMk/>
      </pc:docMkLst>
      <pc:sldChg chg="modSp mod">
        <pc:chgData name="Fernando Fontove" userId="39bcb981d82c3800" providerId="LiveId" clId="{F4C63BE8-E3A5-4AB2-9214-13CABF02652A}" dt="2023-10-11T23:40:09.836" v="3537" actId="20577"/>
        <pc:sldMkLst>
          <pc:docMk/>
          <pc:sldMk cId="0" sldId="256"/>
        </pc:sldMkLst>
      </pc:sldChg>
      <pc:sldChg chg="addSp delSp modSp mod">
        <pc:chgData name="Fernando Fontove" userId="39bcb981d82c3800" providerId="LiveId" clId="{F4C63BE8-E3A5-4AB2-9214-13CABF02652A}" dt="2023-10-04T17:33:27.053" v="150" actId="1076"/>
        <pc:sldMkLst>
          <pc:docMk/>
          <pc:sldMk cId="1905306405" sldId="262"/>
        </pc:sldMkLst>
      </pc:sldChg>
      <pc:sldChg chg="addSp delSp modSp mod">
        <pc:chgData name="Fernando Fontove" userId="39bcb981d82c3800" providerId="LiveId" clId="{F4C63BE8-E3A5-4AB2-9214-13CABF02652A}" dt="2023-10-04T17:35:32.370" v="283"/>
        <pc:sldMkLst>
          <pc:docMk/>
          <pc:sldMk cId="860822654" sldId="264"/>
        </pc:sldMkLst>
      </pc:sldChg>
      <pc:sldChg chg="add">
        <pc:chgData name="Fernando Fontove" userId="39bcb981d82c3800" providerId="LiveId" clId="{F4C63BE8-E3A5-4AB2-9214-13CABF02652A}" dt="2023-10-04T17:35:24.444" v="280"/>
        <pc:sldMkLst>
          <pc:docMk/>
          <pc:sldMk cId="1681442814" sldId="265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248578708" sldId="266"/>
        </pc:sldMkLst>
      </pc:sldChg>
      <pc:sldChg chg="addSp delSp modSp new mod">
        <pc:chgData name="Fernando Fontove" userId="39bcb981d82c3800" providerId="LiveId" clId="{F4C63BE8-E3A5-4AB2-9214-13CABF02652A}" dt="2023-10-04T17:40:53.574" v="484" actId="1076"/>
        <pc:sldMkLst>
          <pc:docMk/>
          <pc:sldMk cId="620655336" sldId="266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542286832" sldId="267"/>
        </pc:sldMkLst>
      </pc:sldChg>
      <pc:sldChg chg="delSp modSp add mod">
        <pc:chgData name="Fernando Fontove" userId="39bcb981d82c3800" providerId="LiveId" clId="{F4C63BE8-E3A5-4AB2-9214-13CABF02652A}" dt="2023-10-04T17:42:44.385" v="596" actId="114"/>
        <pc:sldMkLst>
          <pc:docMk/>
          <pc:sldMk cId="4220986048" sldId="267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1081408953" sldId="268"/>
        </pc:sldMkLst>
      </pc:sldChg>
      <pc:sldChg chg="addSp modSp new mod">
        <pc:chgData name="Fernando Fontove" userId="39bcb981d82c3800" providerId="LiveId" clId="{F4C63BE8-E3A5-4AB2-9214-13CABF02652A}" dt="2023-10-04T17:44:09.840" v="725" actId="20577"/>
        <pc:sldMkLst>
          <pc:docMk/>
          <pc:sldMk cId="1788963926" sldId="268"/>
        </pc:sldMkLst>
      </pc:sldChg>
      <pc:sldChg chg="addSp modSp new mod">
        <pc:chgData name="Fernando Fontove" userId="39bcb981d82c3800" providerId="LiveId" clId="{F4C63BE8-E3A5-4AB2-9214-13CABF02652A}" dt="2023-10-04T17:55:13.397" v="1627" actId="1076"/>
        <pc:sldMkLst>
          <pc:docMk/>
          <pc:sldMk cId="614817203" sldId="269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850595264" sldId="269"/>
        </pc:sldMkLst>
      </pc:sldChg>
      <pc:sldChg chg="addSp delSp modSp new mod">
        <pc:chgData name="Fernando Fontove" userId="39bcb981d82c3800" providerId="LiveId" clId="{F4C63BE8-E3A5-4AB2-9214-13CABF02652A}" dt="2023-10-04T17:47:58.260" v="898" actId="14100"/>
        <pc:sldMkLst>
          <pc:docMk/>
          <pc:sldMk cId="949055272" sldId="270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462750760" sldId="270"/>
        </pc:sldMkLst>
      </pc:sldChg>
      <pc:sldChg chg="addSp modSp new mod">
        <pc:chgData name="Fernando Fontove" userId="39bcb981d82c3800" providerId="LiveId" clId="{F4C63BE8-E3A5-4AB2-9214-13CABF02652A}" dt="2023-10-04T17:50:35.485" v="1110" actId="1076"/>
        <pc:sldMkLst>
          <pc:docMk/>
          <pc:sldMk cId="1262989655" sldId="271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1940837265" sldId="271"/>
        </pc:sldMkLst>
      </pc:sldChg>
      <pc:sldChg chg="addSp modSp add mod">
        <pc:chgData name="Fernando Fontove" userId="39bcb981d82c3800" providerId="LiveId" clId="{F4C63BE8-E3A5-4AB2-9214-13CABF02652A}" dt="2023-10-04T17:49:10.649" v="982" actId="14100"/>
        <pc:sldMkLst>
          <pc:docMk/>
          <pc:sldMk cId="314425507" sldId="272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409832962" sldId="272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692563733" sldId="273"/>
        </pc:sldMkLst>
      </pc:sldChg>
      <pc:sldChg chg="modSp new mod">
        <pc:chgData name="Fernando Fontove" userId="39bcb981d82c3800" providerId="LiveId" clId="{F4C63BE8-E3A5-4AB2-9214-13CABF02652A}" dt="2023-10-04T17:53:52.225" v="1623" actId="20577"/>
        <pc:sldMkLst>
          <pc:docMk/>
          <pc:sldMk cId="2112397207" sldId="273"/>
        </pc:sldMkLst>
      </pc:sldChg>
      <pc:sldChg chg="addSp modSp new mod">
        <pc:chgData name="Fernando Fontove" userId="39bcb981d82c3800" providerId="LiveId" clId="{F4C63BE8-E3A5-4AB2-9214-13CABF02652A}" dt="2023-10-04T17:57:36.934" v="1677" actId="14100"/>
        <pc:sldMkLst>
          <pc:docMk/>
          <pc:sldMk cId="2249712072" sldId="274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552824779" sldId="274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1540957780" sldId="275"/>
        </pc:sldMkLst>
      </pc:sldChg>
      <pc:sldChg chg="modSp add mod">
        <pc:chgData name="Fernando Fontove" userId="39bcb981d82c3800" providerId="LiveId" clId="{F4C63BE8-E3A5-4AB2-9214-13CABF02652A}" dt="2023-10-04T17:58:13.528" v="1771" actId="20577"/>
        <pc:sldMkLst>
          <pc:docMk/>
          <pc:sldMk cId="4002436094" sldId="275"/>
        </pc:sldMkLst>
      </pc:sldChg>
      <pc:sldChg chg="addSp delSp modSp new mod">
        <pc:chgData name="Fernando Fontove" userId="39bcb981d82c3800" providerId="LiveId" clId="{F4C63BE8-E3A5-4AB2-9214-13CABF02652A}" dt="2023-10-04T18:00:43.106" v="1972" actId="14100"/>
        <pc:sldMkLst>
          <pc:docMk/>
          <pc:sldMk cId="1448514978" sldId="276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800809582" sldId="276"/>
        </pc:sldMkLst>
      </pc:sldChg>
      <pc:sldChg chg="modSp add mod">
        <pc:chgData name="Fernando Fontove" userId="39bcb981d82c3800" providerId="LiveId" clId="{F4C63BE8-E3A5-4AB2-9214-13CABF02652A}" dt="2023-10-04T18:00:52.511" v="1975" actId="1076"/>
        <pc:sldMkLst>
          <pc:docMk/>
          <pc:sldMk cId="1441599412" sldId="277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4275750078" sldId="277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272966575" sldId="278"/>
        </pc:sldMkLst>
      </pc:sldChg>
      <pc:sldChg chg="modSp add mod">
        <pc:chgData name="Fernando Fontove" userId="39bcb981d82c3800" providerId="LiveId" clId="{F4C63BE8-E3A5-4AB2-9214-13CABF02652A}" dt="2023-10-04T18:00:57.031" v="1977" actId="14100"/>
        <pc:sldMkLst>
          <pc:docMk/>
          <pc:sldMk cId="3017140369" sldId="278"/>
        </pc:sldMkLst>
      </pc:sldChg>
      <pc:sldChg chg="add">
        <pc:chgData name="Fernando Fontove" userId="39bcb981d82c3800" providerId="LiveId" clId="{F4C63BE8-E3A5-4AB2-9214-13CABF02652A}" dt="2023-10-04T18:01:08.603" v="1978"/>
        <pc:sldMkLst>
          <pc:docMk/>
          <pc:sldMk cId="2702125440" sldId="279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2907384208" sldId="279"/>
        </pc:sldMkLst>
      </pc:sldChg>
      <pc:sldChg chg="modSp add del mod">
        <pc:chgData name="Fernando Fontove" userId="39bcb981d82c3800" providerId="LiveId" clId="{F4C63BE8-E3A5-4AB2-9214-13CABF02652A}" dt="2023-10-04T18:02:28.295" v="2055" actId="47"/>
        <pc:sldMkLst>
          <pc:docMk/>
          <pc:sldMk cId="3230019784" sldId="280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777351056" sldId="280"/>
        </pc:sldMkLst>
      </pc:sldChg>
      <pc:sldChg chg="addSp delSp modSp add mod">
        <pc:chgData name="Fernando Fontove" userId="39bcb981d82c3800" providerId="LiveId" clId="{F4C63BE8-E3A5-4AB2-9214-13CABF02652A}" dt="2023-10-04T18:02:22.989" v="2054" actId="478"/>
        <pc:sldMkLst>
          <pc:docMk/>
          <pc:sldMk cId="1753243267" sldId="281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614157062" sldId="281"/>
        </pc:sldMkLst>
      </pc:sldChg>
      <pc:sldChg chg="addSp delSp modSp new mod">
        <pc:chgData name="Fernando Fontove" userId="39bcb981d82c3800" providerId="LiveId" clId="{F4C63BE8-E3A5-4AB2-9214-13CABF02652A}" dt="2023-10-04T18:04:24.933" v="2191" actId="14100"/>
        <pc:sldMkLst>
          <pc:docMk/>
          <pc:sldMk cId="2187979709" sldId="282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2993439966" sldId="282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2575599280" sldId="283"/>
        </pc:sldMkLst>
      </pc:sldChg>
      <pc:sldChg chg="addSp delSp modSp new mod modShow">
        <pc:chgData name="Fernando Fontove" userId="39bcb981d82c3800" providerId="LiveId" clId="{F4C63BE8-E3A5-4AB2-9214-13CABF02652A}" dt="2023-10-04T22:22:17.698" v="2740" actId="729"/>
        <pc:sldMkLst>
          <pc:docMk/>
          <pc:sldMk cId="3869626013" sldId="283"/>
        </pc:sldMkLst>
      </pc:sldChg>
      <pc:sldChg chg="addSp delSp modSp add mod modShow">
        <pc:chgData name="Fernando Fontove" userId="39bcb981d82c3800" providerId="LiveId" clId="{F4C63BE8-E3A5-4AB2-9214-13CABF02652A}" dt="2023-10-04T22:22:17.698" v="2740" actId="729"/>
        <pc:sldMkLst>
          <pc:docMk/>
          <pc:sldMk cId="178941492" sldId="284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428166178" sldId="284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1197321745" sldId="285"/>
        </pc:sldMkLst>
      </pc:sldChg>
      <pc:sldChg chg="add del">
        <pc:chgData name="Fernando Fontove" userId="39bcb981d82c3800" providerId="LiveId" clId="{F4C63BE8-E3A5-4AB2-9214-13CABF02652A}" dt="2023-10-04T22:07:04.876" v="2360"/>
        <pc:sldMkLst>
          <pc:docMk/>
          <pc:sldMk cId="1205473694" sldId="285"/>
        </pc:sldMkLst>
      </pc:sldChg>
      <pc:sldChg chg="addSp delSp modSp add mod modShow">
        <pc:chgData name="Fernando Fontove" userId="39bcb981d82c3800" providerId="LiveId" clId="{F4C63BE8-E3A5-4AB2-9214-13CABF02652A}" dt="2023-10-04T22:22:17.698" v="2740" actId="729"/>
        <pc:sldMkLst>
          <pc:docMk/>
          <pc:sldMk cId="1989563038" sldId="285"/>
        </pc:sldMkLst>
      </pc:sldChg>
      <pc:sldChg chg="addSp delSp modSp add mod modShow">
        <pc:chgData name="Fernando Fontove" userId="39bcb981d82c3800" providerId="LiveId" clId="{F4C63BE8-E3A5-4AB2-9214-13CABF02652A}" dt="2023-10-04T22:22:17.698" v="2740" actId="729"/>
        <pc:sldMkLst>
          <pc:docMk/>
          <pc:sldMk cId="914013965" sldId="286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809083301" sldId="286"/>
        </pc:sldMkLst>
      </pc:sldChg>
      <pc:sldChg chg="delSp modSp add del mod">
        <pc:chgData name="Fernando Fontove" userId="39bcb981d82c3800" providerId="LiveId" clId="{F4C63BE8-E3A5-4AB2-9214-13CABF02652A}" dt="2023-10-04T22:22:05.998" v="2739" actId="47"/>
        <pc:sldMkLst>
          <pc:docMk/>
          <pc:sldMk cId="3034611661" sldId="287"/>
        </pc:sldMkLst>
      </pc:sldChg>
      <pc:sldChg chg="del">
        <pc:chgData name="Fernando Fontove" userId="39bcb981d82c3800" providerId="LiveId" clId="{F4C63BE8-E3A5-4AB2-9214-13CABF02652A}" dt="2023-10-04T17:18:13.866" v="21" actId="47"/>
        <pc:sldMkLst>
          <pc:docMk/>
          <pc:sldMk cId="3762214050" sldId="287"/>
        </pc:sldMkLst>
      </pc:sldChg>
      <pc:sldChg chg="addSp modSp new mod modShow">
        <pc:chgData name="Fernando Fontove" userId="39bcb981d82c3800" providerId="LiveId" clId="{F4C63BE8-E3A5-4AB2-9214-13CABF02652A}" dt="2023-10-04T22:22:17.698" v="2740" actId="729"/>
        <pc:sldMkLst>
          <pc:docMk/>
          <pc:sldMk cId="61323127" sldId="288"/>
        </pc:sldMkLst>
      </pc:sldChg>
      <pc:sldChg chg="add mod modShow">
        <pc:chgData name="Fernando Fontove" userId="39bcb981d82c3800" providerId="LiveId" clId="{F4C63BE8-E3A5-4AB2-9214-13CABF02652A}" dt="2023-10-04T22:22:41.888" v="2742" actId="729"/>
        <pc:sldMkLst>
          <pc:docMk/>
          <pc:sldMk cId="2992294385" sldId="289"/>
        </pc:sldMkLst>
      </pc:sldChg>
      <pc:sldChg chg="add mod modShow">
        <pc:chgData name="Fernando Fontove" userId="39bcb981d82c3800" providerId="LiveId" clId="{F4C63BE8-E3A5-4AB2-9214-13CABF02652A}" dt="2023-10-04T22:22:41.888" v="2742" actId="729"/>
        <pc:sldMkLst>
          <pc:docMk/>
          <pc:sldMk cId="715270411" sldId="290"/>
        </pc:sldMkLst>
      </pc:sldChg>
      <pc:sldChg chg="add mod modShow">
        <pc:chgData name="Fernando Fontove" userId="39bcb981d82c3800" providerId="LiveId" clId="{F4C63BE8-E3A5-4AB2-9214-13CABF02652A}" dt="2023-10-04T22:22:41.888" v="2742" actId="729"/>
        <pc:sldMkLst>
          <pc:docMk/>
          <pc:sldMk cId="3752736754" sldId="291"/>
        </pc:sldMkLst>
      </pc:sldChg>
      <pc:sldChg chg="add mod modShow">
        <pc:chgData name="Fernando Fontove" userId="39bcb981d82c3800" providerId="LiveId" clId="{F4C63BE8-E3A5-4AB2-9214-13CABF02652A}" dt="2023-10-04T22:22:41.888" v="2742" actId="729"/>
        <pc:sldMkLst>
          <pc:docMk/>
          <pc:sldMk cId="427195007" sldId="292"/>
        </pc:sldMkLst>
      </pc:sldChg>
      <pc:sldChg chg="add mod modShow">
        <pc:chgData name="Fernando Fontove" userId="39bcb981d82c3800" providerId="LiveId" clId="{F4C63BE8-E3A5-4AB2-9214-13CABF02652A}" dt="2023-10-04T22:22:41.888" v="2742" actId="729"/>
        <pc:sldMkLst>
          <pc:docMk/>
          <pc:sldMk cId="3312557566" sldId="293"/>
        </pc:sldMkLst>
      </pc:sldChg>
      <pc:sldChg chg="addSp delSp modSp new mod">
        <pc:chgData name="Fernando Fontove" userId="39bcb981d82c3800" providerId="LiveId" clId="{F4C63BE8-E3A5-4AB2-9214-13CABF02652A}" dt="2023-10-04T22:27:33.688" v="3178" actId="1076"/>
        <pc:sldMkLst>
          <pc:docMk/>
          <pc:sldMk cId="2941827233" sldId="294"/>
        </pc:sldMkLst>
      </pc:sldChg>
      <pc:sldChg chg="add del">
        <pc:chgData name="Fernando Fontove" userId="39bcb981d82c3800" providerId="LiveId" clId="{F4C63BE8-E3A5-4AB2-9214-13CABF02652A}" dt="2023-10-04T22:27:40.046" v="3179" actId="47"/>
        <pc:sldMkLst>
          <pc:docMk/>
          <pc:sldMk cId="3365764179" sldId="295"/>
        </pc:sldMkLst>
      </pc:sldChg>
      <pc:sldChg chg="modSp new mod">
        <pc:chgData name="Fernando Fontove" userId="39bcb981d82c3800" providerId="LiveId" clId="{F4C63BE8-E3A5-4AB2-9214-13CABF02652A}" dt="2023-10-04T22:28:03.483" v="3241" actId="20577"/>
        <pc:sldMkLst>
          <pc:docMk/>
          <pc:sldMk cId="3742723039" sldId="295"/>
        </pc:sldMkLst>
      </pc:sldChg>
      <pc:sldChg chg="modSp add del mod">
        <pc:chgData name="Fernando Fontove" userId="39bcb981d82c3800" providerId="LiveId" clId="{F4C63BE8-E3A5-4AB2-9214-13CABF02652A}" dt="2023-10-04T22:29:47.060" v="3534" actId="948"/>
        <pc:sldMkLst>
          <pc:docMk/>
          <pc:sldMk cId="397135802" sldId="296"/>
        </pc:sldMkLst>
      </pc:sldChg>
      <pc:sldChg chg="addSp modSp new mod">
        <pc:chgData name="Fernando Fontove" userId="39bcb981d82c3800" providerId="LiveId" clId="{F4C63BE8-E3A5-4AB2-9214-13CABF02652A}" dt="2023-10-11T23:44:50.791" v="3796" actId="14100"/>
        <pc:sldMkLst>
          <pc:docMk/>
          <pc:sldMk cId="89833393" sldId="297"/>
        </pc:sldMkLst>
      </pc:sldChg>
      <pc:sldChg chg="addSp modSp new mod">
        <pc:chgData name="Fernando Fontove" userId="39bcb981d82c3800" providerId="LiveId" clId="{F4C63BE8-E3A5-4AB2-9214-13CABF02652A}" dt="2023-10-11T23:46:12.352" v="3891" actId="1076"/>
        <pc:sldMkLst>
          <pc:docMk/>
          <pc:sldMk cId="393614348" sldId="298"/>
        </pc:sldMkLst>
      </pc:sldChg>
      <pc:sldChg chg="add del">
        <pc:chgData name="Fernando Fontove" userId="39bcb981d82c3800" providerId="LiveId" clId="{F4C63BE8-E3A5-4AB2-9214-13CABF02652A}" dt="2023-10-11T23:45:38.456" v="3798" actId="47"/>
        <pc:sldMkLst>
          <pc:docMk/>
          <pc:sldMk cId="2951096345" sldId="298"/>
        </pc:sldMkLst>
      </pc:sldChg>
      <pc:sldChg chg="addSp delSp modSp new mod">
        <pc:chgData name="Fernando Fontove" userId="39bcb981d82c3800" providerId="LiveId" clId="{F4C63BE8-E3A5-4AB2-9214-13CABF02652A}" dt="2023-10-11T23:47:39.979" v="3976" actId="1076"/>
        <pc:sldMkLst>
          <pc:docMk/>
          <pc:sldMk cId="960570211" sldId="299"/>
        </pc:sldMkLst>
      </pc:sldChg>
      <pc:sldChg chg="addSp delSp modSp new mod">
        <pc:chgData name="Fernando Fontove" userId="39bcb981d82c3800" providerId="LiveId" clId="{F4C63BE8-E3A5-4AB2-9214-13CABF02652A}" dt="2023-10-11T23:53:49.082" v="4625" actId="6549"/>
        <pc:sldMkLst>
          <pc:docMk/>
          <pc:sldMk cId="3199902092" sldId="300"/>
        </pc:sldMkLst>
      </pc:sldChg>
      <pc:sldChg chg="addSp modSp add mod">
        <pc:chgData name="Fernando Fontove" userId="39bcb981d82c3800" providerId="LiveId" clId="{F4C63BE8-E3A5-4AB2-9214-13CABF02652A}" dt="2023-10-12T00:03:10.320" v="5045" actId="20577"/>
        <pc:sldMkLst>
          <pc:docMk/>
          <pc:sldMk cId="22306976" sldId="301"/>
        </pc:sldMkLst>
      </pc:sldChg>
      <pc:sldChg chg="addSp delSp modSp new mod">
        <pc:chgData name="Fernando Fontove" userId="39bcb981d82c3800" providerId="LiveId" clId="{F4C63BE8-E3A5-4AB2-9214-13CABF02652A}" dt="2023-10-11T23:59:01.331" v="4931" actId="1076"/>
        <pc:sldMkLst>
          <pc:docMk/>
          <pc:sldMk cId="2301423340" sldId="302"/>
        </pc:sldMkLst>
      </pc:sldChg>
      <pc:sldChg chg="addSp delSp modSp add mod">
        <pc:chgData name="Fernando Fontove" userId="39bcb981d82c3800" providerId="LiveId" clId="{F4C63BE8-E3A5-4AB2-9214-13CABF02652A}" dt="2023-10-12T00:02:39.240" v="5025" actId="1076"/>
        <pc:sldMkLst>
          <pc:docMk/>
          <pc:sldMk cId="4067434810" sldId="303"/>
        </pc:sldMkLst>
      </pc:sldChg>
      <pc:sldChg chg="modSp new mod">
        <pc:chgData name="Fernando Fontove" userId="39bcb981d82c3800" providerId="LiveId" clId="{F4C63BE8-E3A5-4AB2-9214-13CABF02652A}" dt="2023-10-12T00:04:15.896" v="5213" actId="20577"/>
        <pc:sldMkLst>
          <pc:docMk/>
          <pc:sldMk cId="2978494099" sldId="304"/>
        </pc:sldMkLst>
      </pc:sldChg>
    </pc:docChg>
  </pc:docChgLst>
  <pc:docChgLst>
    <pc:chgData name="Fernando Fontove" userId="39bcb981d82c3800" providerId="LiveId" clId="{346AD9D0-3EA0-4249-9EF6-1102F043B3ED}"/>
    <pc:docChg chg="undo redo custSel addSld delSld modSld sldOrd">
      <pc:chgData name="Fernando Fontove" userId="39bcb981d82c3800" providerId="LiveId" clId="{346AD9D0-3EA0-4249-9EF6-1102F043B3ED}" dt="2023-10-16T20:56:51.595" v="3152" actId="14100"/>
      <pc:docMkLst>
        <pc:docMk/>
      </pc:docMkLst>
      <pc:sldChg chg="modSp mod">
        <pc:chgData name="Fernando Fontove" userId="39bcb981d82c3800" providerId="LiveId" clId="{346AD9D0-3EA0-4249-9EF6-1102F043B3ED}" dt="2023-10-12T04:51:59.414" v="91" actId="20577"/>
        <pc:sldMkLst>
          <pc:docMk/>
          <pc:sldMk cId="0" sldId="256"/>
        </pc:sldMkLst>
      </pc:sldChg>
      <pc:sldChg chg="addSp delSp modSp add del mod">
        <pc:chgData name="Fernando Fontove" userId="39bcb981d82c3800" providerId="LiveId" clId="{346AD9D0-3EA0-4249-9EF6-1102F043B3ED}" dt="2023-10-12T05:10:36.933" v="259" actId="47"/>
        <pc:sldMkLst>
          <pc:docMk/>
          <pc:sldMk cId="1905306405" sldId="262"/>
        </pc:sldMkLst>
      </pc:sldChg>
      <pc:sldChg chg="add del">
        <pc:chgData name="Fernando Fontove" userId="39bcb981d82c3800" providerId="LiveId" clId="{346AD9D0-3EA0-4249-9EF6-1102F043B3ED}" dt="2023-10-12T05:10:38.421" v="260" actId="47"/>
        <pc:sldMkLst>
          <pc:docMk/>
          <pc:sldMk cId="860822654" sldId="264"/>
        </pc:sldMkLst>
      </pc:sldChg>
      <pc:sldChg chg="del">
        <pc:chgData name="Fernando Fontove" userId="39bcb981d82c3800" providerId="LiveId" clId="{346AD9D0-3EA0-4249-9EF6-1102F043B3ED}" dt="2023-10-12T05:50:11.446" v="2344" actId="47"/>
        <pc:sldMkLst>
          <pc:docMk/>
          <pc:sldMk cId="1681442814" sldId="265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620655336" sldId="266"/>
        </pc:sldMkLst>
      </pc:sldChg>
      <pc:sldChg chg="addSp delSp modSp new mod">
        <pc:chgData name="Fernando Fontove" userId="39bcb981d82c3800" providerId="LiveId" clId="{346AD9D0-3EA0-4249-9EF6-1102F043B3ED}" dt="2023-10-12T05:20:55.021" v="696" actId="1076"/>
        <pc:sldMkLst>
          <pc:docMk/>
          <pc:sldMk cId="4290116703" sldId="266"/>
        </pc:sldMkLst>
      </pc:sldChg>
      <pc:sldChg chg="addSp modSp new mod">
        <pc:chgData name="Fernando Fontove" userId="39bcb981d82c3800" providerId="LiveId" clId="{346AD9D0-3EA0-4249-9EF6-1102F043B3ED}" dt="2023-10-12T05:21:58.897" v="750" actId="20577"/>
        <pc:sldMkLst>
          <pc:docMk/>
          <pc:sldMk cId="1809358222" sldId="267"/>
        </pc:sldMkLst>
      </pc:sldChg>
      <pc:sldChg chg="add del">
        <pc:chgData name="Fernando Fontove" userId="39bcb981d82c3800" providerId="LiveId" clId="{346AD9D0-3EA0-4249-9EF6-1102F043B3ED}" dt="2023-10-12T05:10:33.151" v="258" actId="47"/>
        <pc:sldMkLst>
          <pc:docMk/>
          <pc:sldMk cId="2332244562" sldId="267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4220986048" sldId="267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1788963926" sldId="268"/>
        </pc:sldMkLst>
      </pc:sldChg>
      <pc:sldChg chg="addSp modSp new mod">
        <pc:chgData name="Fernando Fontove" userId="39bcb981d82c3800" providerId="LiveId" clId="{346AD9D0-3EA0-4249-9EF6-1102F043B3ED}" dt="2023-10-12T05:24:31.952" v="1121" actId="20577"/>
        <pc:sldMkLst>
          <pc:docMk/>
          <pc:sldMk cId="3188961381" sldId="268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614817203" sldId="269"/>
        </pc:sldMkLst>
      </pc:sldChg>
      <pc:sldChg chg="addSp delSp modSp new mod">
        <pc:chgData name="Fernando Fontove" userId="39bcb981d82c3800" providerId="LiveId" clId="{346AD9D0-3EA0-4249-9EF6-1102F043B3ED}" dt="2023-10-12T05:27:44.881" v="1502" actId="478"/>
        <pc:sldMkLst>
          <pc:docMk/>
          <pc:sldMk cId="1732065202" sldId="269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949055272" sldId="270"/>
        </pc:sldMkLst>
      </pc:sldChg>
      <pc:sldChg chg="addSp modSp new mod">
        <pc:chgData name="Fernando Fontove" userId="39bcb981d82c3800" providerId="LiveId" clId="{346AD9D0-3EA0-4249-9EF6-1102F043B3ED}" dt="2023-10-12T05:25:32.720" v="1275" actId="20577"/>
        <pc:sldMkLst>
          <pc:docMk/>
          <pc:sldMk cId="3511748949" sldId="270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1262989655" sldId="271"/>
        </pc:sldMkLst>
      </pc:sldChg>
      <pc:sldChg chg="add del">
        <pc:chgData name="Fernando Fontove" userId="39bcb981d82c3800" providerId="LiveId" clId="{346AD9D0-3EA0-4249-9EF6-1102F043B3ED}" dt="2023-10-12T05:27:38.151" v="1500" actId="47"/>
        <pc:sldMkLst>
          <pc:docMk/>
          <pc:sldMk cId="3158428458" sldId="271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14425507" sldId="272"/>
        </pc:sldMkLst>
      </pc:sldChg>
      <pc:sldChg chg="addSp delSp modSp add mod">
        <pc:chgData name="Fernando Fontove" userId="39bcb981d82c3800" providerId="LiveId" clId="{346AD9D0-3EA0-4249-9EF6-1102F043B3ED}" dt="2023-10-12T05:30:36.209" v="1668" actId="20577"/>
        <pc:sldMkLst>
          <pc:docMk/>
          <pc:sldMk cId="2360212880" sldId="272"/>
        </pc:sldMkLst>
      </pc:sldChg>
      <pc:sldChg chg="addSp delSp modSp new mod">
        <pc:chgData name="Fernando Fontove" userId="39bcb981d82c3800" providerId="LiveId" clId="{346AD9D0-3EA0-4249-9EF6-1102F043B3ED}" dt="2023-10-12T05:56:56.921" v="2666" actId="732"/>
        <pc:sldMkLst>
          <pc:docMk/>
          <pc:sldMk cId="118121688" sldId="273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112397207" sldId="273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249712072" sldId="274"/>
        </pc:sldMkLst>
      </pc:sldChg>
      <pc:sldChg chg="addSp modSp new mod">
        <pc:chgData name="Fernando Fontove" userId="39bcb981d82c3800" providerId="LiveId" clId="{346AD9D0-3EA0-4249-9EF6-1102F043B3ED}" dt="2023-10-12T05:37:14.665" v="1992" actId="20577"/>
        <pc:sldMkLst>
          <pc:docMk/>
          <pc:sldMk cId="3693746346" sldId="274"/>
        </pc:sldMkLst>
      </pc:sldChg>
      <pc:sldChg chg="addSp delSp modSp add mod">
        <pc:chgData name="Fernando Fontove" userId="39bcb981d82c3800" providerId="LiveId" clId="{346AD9D0-3EA0-4249-9EF6-1102F043B3ED}" dt="2023-10-12T05:44:21.489" v="2124" actId="20577"/>
        <pc:sldMkLst>
          <pc:docMk/>
          <pc:sldMk cId="2495342709" sldId="275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4002436094" sldId="275"/>
        </pc:sldMkLst>
      </pc:sldChg>
      <pc:sldChg chg="addSp modSp add del mod">
        <pc:chgData name="Fernando Fontove" userId="39bcb981d82c3800" providerId="LiveId" clId="{346AD9D0-3EA0-4249-9EF6-1102F043B3ED}" dt="2023-10-12T05:39:17.592" v="2012" actId="47"/>
        <pc:sldMkLst>
          <pc:docMk/>
          <pc:sldMk cId="1392992432" sldId="276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1448514978" sldId="276"/>
        </pc:sldMkLst>
      </pc:sldChg>
      <pc:sldChg chg="addSp modSp add mod">
        <pc:chgData name="Fernando Fontove" userId="39bcb981d82c3800" providerId="LiveId" clId="{346AD9D0-3EA0-4249-9EF6-1102F043B3ED}" dt="2023-10-12T05:57:59.748" v="2721" actId="20577"/>
        <pc:sldMkLst>
          <pc:docMk/>
          <pc:sldMk cId="1862119957" sldId="276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1441599412" sldId="277"/>
        </pc:sldMkLst>
      </pc:sldChg>
      <pc:sldChg chg="addSp delSp modSp add mod">
        <pc:chgData name="Fernando Fontove" userId="39bcb981d82c3800" providerId="LiveId" clId="{346AD9D0-3EA0-4249-9EF6-1102F043B3ED}" dt="2023-10-12T05:58:00.260" v="2723"/>
        <pc:sldMkLst>
          <pc:docMk/>
          <pc:sldMk cId="2760426602" sldId="277"/>
        </pc:sldMkLst>
      </pc:sldChg>
      <pc:sldChg chg="addSp delSp modSp add mod">
        <pc:chgData name="Fernando Fontove" userId="39bcb981d82c3800" providerId="LiveId" clId="{346AD9D0-3EA0-4249-9EF6-1102F043B3ED}" dt="2023-10-12T05:58:00.852" v="2725"/>
        <pc:sldMkLst>
          <pc:docMk/>
          <pc:sldMk cId="632239261" sldId="278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017140369" sldId="278"/>
        </pc:sldMkLst>
      </pc:sldChg>
      <pc:sldChg chg="addSp delSp modSp add mod">
        <pc:chgData name="Fernando Fontove" userId="39bcb981d82c3800" providerId="LiveId" clId="{346AD9D0-3EA0-4249-9EF6-1102F043B3ED}" dt="2023-10-12T05:58:02.387" v="2730" actId="20577"/>
        <pc:sldMkLst>
          <pc:docMk/>
          <pc:sldMk cId="139566711" sldId="279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702125440" sldId="279"/>
        </pc:sldMkLst>
      </pc:sldChg>
      <pc:sldChg chg="add del">
        <pc:chgData name="Fernando Fontove" userId="39bcb981d82c3800" providerId="LiveId" clId="{346AD9D0-3EA0-4249-9EF6-1102F043B3ED}" dt="2023-10-12T05:47:37.773" v="2243"/>
        <pc:sldMkLst>
          <pc:docMk/>
          <pc:sldMk cId="1350811606" sldId="280"/>
        </pc:sldMkLst>
      </pc:sldChg>
      <pc:sldChg chg="addSp delSp modSp new mod">
        <pc:chgData name="Fernando Fontove" userId="39bcb981d82c3800" providerId="LiveId" clId="{346AD9D0-3EA0-4249-9EF6-1102F043B3ED}" dt="2023-10-12T05:54:24.262" v="2590"/>
        <pc:sldMkLst>
          <pc:docMk/>
          <pc:sldMk cId="2737485060" sldId="280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1753243267" sldId="281"/>
        </pc:sldMkLst>
      </pc:sldChg>
      <pc:sldChg chg="addSp modSp add mod">
        <pc:chgData name="Fernando Fontove" userId="39bcb981d82c3800" providerId="LiveId" clId="{346AD9D0-3EA0-4249-9EF6-1102F043B3ED}" dt="2023-10-12T05:55:27.561" v="2652" actId="948"/>
        <pc:sldMkLst>
          <pc:docMk/>
          <pc:sldMk cId="1962908847" sldId="281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187979709" sldId="282"/>
        </pc:sldMkLst>
      </pc:sldChg>
      <pc:sldChg chg="addSp delSp modSp new mod">
        <pc:chgData name="Fernando Fontove" userId="39bcb981d82c3800" providerId="LiveId" clId="{346AD9D0-3EA0-4249-9EF6-1102F043B3ED}" dt="2023-10-12T06:00:27.306" v="2799" actId="478"/>
        <pc:sldMkLst>
          <pc:docMk/>
          <pc:sldMk cId="3604465708" sldId="282"/>
        </pc:sldMkLst>
      </pc:sldChg>
      <pc:sldChg chg="addSp delSp modSp add mod">
        <pc:chgData name="Fernando Fontove" userId="39bcb981d82c3800" providerId="LiveId" clId="{346AD9D0-3EA0-4249-9EF6-1102F043B3ED}" dt="2023-10-12T06:01:49.467" v="2952" actId="14100"/>
        <pc:sldMkLst>
          <pc:docMk/>
          <pc:sldMk cId="2860400581" sldId="283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869626013" sldId="283"/>
        </pc:sldMkLst>
      </pc:sldChg>
      <pc:sldChg chg="add">
        <pc:chgData name="Fernando Fontove" userId="39bcb981d82c3800" providerId="LiveId" clId="{346AD9D0-3EA0-4249-9EF6-1102F043B3ED}" dt="2023-10-12T06:02:24.364" v="2953"/>
        <pc:sldMkLst>
          <pc:docMk/>
          <pc:sldMk cId="140944073" sldId="284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178941492" sldId="284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1989563038" sldId="285"/>
        </pc:sldMkLst>
      </pc:sldChg>
      <pc:sldChg chg="addSp delSp modSp new mod">
        <pc:chgData name="Fernando Fontove" userId="39bcb981d82c3800" providerId="LiveId" clId="{346AD9D0-3EA0-4249-9EF6-1102F043B3ED}" dt="2023-10-16T20:54:26.829" v="3076" actId="1076"/>
        <pc:sldMkLst>
          <pc:docMk/>
          <pc:sldMk cId="3891513047" sldId="285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914013965" sldId="286"/>
        </pc:sldMkLst>
      </pc:sldChg>
      <pc:sldChg chg="addSp delSp modSp add mod ord">
        <pc:chgData name="Fernando Fontove" userId="39bcb981d82c3800" providerId="LiveId" clId="{346AD9D0-3EA0-4249-9EF6-1102F043B3ED}" dt="2023-10-16T20:53:41.101" v="3066" actId="732"/>
        <pc:sldMkLst>
          <pc:docMk/>
          <pc:sldMk cId="1961779521" sldId="286"/>
        </pc:sldMkLst>
      </pc:sldChg>
      <pc:sldChg chg="modSp new del mod">
        <pc:chgData name="Fernando Fontove" userId="39bcb981d82c3800" providerId="LiveId" clId="{346AD9D0-3EA0-4249-9EF6-1102F043B3ED}" dt="2023-10-16T20:55:33.569" v="3086" actId="680"/>
        <pc:sldMkLst>
          <pc:docMk/>
          <pc:sldMk cId="1575704671" sldId="287"/>
        </pc:sldMkLst>
      </pc:sldChg>
      <pc:sldChg chg="addSp delSp modSp add mod">
        <pc:chgData name="Fernando Fontove" userId="39bcb981d82c3800" providerId="LiveId" clId="{346AD9D0-3EA0-4249-9EF6-1102F043B3ED}" dt="2023-10-16T20:56:51.595" v="3152" actId="14100"/>
        <pc:sldMkLst>
          <pc:docMk/>
          <pc:sldMk cId="3186291883" sldId="287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61323127" sldId="288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992294385" sldId="289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715270411" sldId="290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752736754" sldId="291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427195007" sldId="292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312557566" sldId="293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941827233" sldId="294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742723039" sldId="295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97135802" sldId="296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89833393" sldId="297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93614348" sldId="298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960570211" sldId="299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3199902092" sldId="300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2306976" sldId="301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301423340" sldId="302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4067434810" sldId="303"/>
        </pc:sldMkLst>
      </pc:sldChg>
      <pc:sldChg chg="del">
        <pc:chgData name="Fernando Fontove" userId="39bcb981d82c3800" providerId="LiveId" clId="{346AD9D0-3EA0-4249-9EF6-1102F043B3ED}" dt="2023-10-12T04:50:41.154" v="4" actId="47"/>
        <pc:sldMkLst>
          <pc:docMk/>
          <pc:sldMk cId="2978494099" sldId="304"/>
        </pc:sldMkLst>
      </pc:sldChg>
    </pc:docChg>
  </pc:docChgLst>
  <pc:docChgLst>
    <pc:chgData name="Fernando Fontove" userId="39bcb981d82c3800" providerId="LiveId" clId="{9FF6258F-8260-451D-925F-7EE58614B07F}"/>
    <pc:docChg chg="undo redo custSel addSld delSld modSld sldOrd">
      <pc:chgData name="Fernando Fontove" userId="39bcb981d82c3800" providerId="LiveId" clId="{9FF6258F-8260-451D-925F-7EE58614B07F}" dt="2023-08-20T07:43:22.317" v="3541" actId="20577"/>
      <pc:docMkLst>
        <pc:docMk/>
      </pc:docMkLst>
      <pc:sldChg chg="addSp delSp modSp mod">
        <pc:chgData name="Fernando Fontove" userId="39bcb981d82c3800" providerId="LiveId" clId="{9FF6258F-8260-451D-925F-7EE58614B07F}" dt="2023-08-20T07:41:27.701" v="3374" actId="113"/>
        <pc:sldMkLst>
          <pc:docMk/>
          <pc:sldMk cId="1905306405" sldId="262"/>
        </pc:sldMkLst>
      </pc:sldChg>
      <pc:sldChg chg="addSp modSp mod">
        <pc:chgData name="Fernando Fontove" userId="39bcb981d82c3800" providerId="LiveId" clId="{9FF6258F-8260-451D-925F-7EE58614B07F}" dt="2023-08-20T06:33:02.271" v="330" actId="113"/>
        <pc:sldMkLst>
          <pc:docMk/>
          <pc:sldMk cId="3211320243" sldId="263"/>
        </pc:sldMkLst>
      </pc:sldChg>
      <pc:sldChg chg="modSp add del mod">
        <pc:chgData name="Fernando Fontove" userId="39bcb981d82c3800" providerId="LiveId" clId="{9FF6258F-8260-451D-925F-7EE58614B07F}" dt="2023-08-20T07:41:34.606" v="3376" actId="113"/>
        <pc:sldMkLst>
          <pc:docMk/>
          <pc:sldMk cId="2748836241" sldId="264"/>
        </pc:sldMkLst>
      </pc:sldChg>
      <pc:sldChg chg="modSp add mod">
        <pc:chgData name="Fernando Fontove" userId="39bcb981d82c3800" providerId="LiveId" clId="{9FF6258F-8260-451D-925F-7EE58614B07F}" dt="2023-08-20T06:39:20.112" v="1007" actId="20577"/>
        <pc:sldMkLst>
          <pc:docMk/>
          <pc:sldMk cId="3538344461" sldId="265"/>
        </pc:sldMkLst>
      </pc:sldChg>
      <pc:sldChg chg="modSp add mod">
        <pc:chgData name="Fernando Fontove" userId="39bcb981d82c3800" providerId="LiveId" clId="{9FF6258F-8260-451D-925F-7EE58614B07F}" dt="2023-08-20T06:35:44.511" v="592" actId="113"/>
        <pc:sldMkLst>
          <pc:docMk/>
          <pc:sldMk cId="164792882" sldId="266"/>
        </pc:sldMkLst>
      </pc:sldChg>
      <pc:sldChg chg="modSp add mod">
        <pc:chgData name="Fernando Fontove" userId="39bcb981d82c3800" providerId="LiveId" clId="{9FF6258F-8260-451D-925F-7EE58614B07F}" dt="2023-08-20T06:39:24.792" v="1009" actId="20577"/>
        <pc:sldMkLst>
          <pc:docMk/>
          <pc:sldMk cId="3409955188" sldId="267"/>
        </pc:sldMkLst>
      </pc:sldChg>
      <pc:sldChg chg="addSp modSp add mod">
        <pc:chgData name="Fernando Fontove" userId="39bcb981d82c3800" providerId="LiveId" clId="{9FF6258F-8260-451D-925F-7EE58614B07F}" dt="2023-08-20T06:46:30.040" v="1305" actId="6549"/>
        <pc:sldMkLst>
          <pc:docMk/>
          <pc:sldMk cId="438447706" sldId="268"/>
        </pc:sldMkLst>
      </pc:sldChg>
      <pc:sldChg chg="addSp delSp modSp add mod">
        <pc:chgData name="Fernando Fontove" userId="39bcb981d82c3800" providerId="LiveId" clId="{9FF6258F-8260-451D-925F-7EE58614B07F}" dt="2023-08-20T06:51:57.095" v="1512" actId="478"/>
        <pc:sldMkLst>
          <pc:docMk/>
          <pc:sldMk cId="310379265" sldId="269"/>
        </pc:sldMkLst>
      </pc:sldChg>
      <pc:sldChg chg="addSp delSp modSp add mod">
        <pc:chgData name="Fernando Fontove" userId="39bcb981d82c3800" providerId="LiveId" clId="{9FF6258F-8260-451D-925F-7EE58614B07F}" dt="2023-08-20T06:52:14.039" v="1520" actId="478"/>
        <pc:sldMkLst>
          <pc:docMk/>
          <pc:sldMk cId="362036153" sldId="270"/>
        </pc:sldMkLst>
      </pc:sldChg>
      <pc:sldChg chg="addSp delSp modSp add mod">
        <pc:chgData name="Fernando Fontove" userId="39bcb981d82c3800" providerId="LiveId" clId="{9FF6258F-8260-451D-925F-7EE58614B07F}" dt="2023-08-20T06:53:02.482" v="1587" actId="1076"/>
        <pc:sldMkLst>
          <pc:docMk/>
          <pc:sldMk cId="535864890" sldId="271"/>
        </pc:sldMkLst>
      </pc:sldChg>
      <pc:sldChg chg="addSp delSp modSp add mod">
        <pc:chgData name="Fernando Fontove" userId="39bcb981d82c3800" providerId="LiveId" clId="{9FF6258F-8260-451D-925F-7EE58614B07F}" dt="2023-08-20T06:59:30.462" v="1779" actId="20577"/>
        <pc:sldMkLst>
          <pc:docMk/>
          <pc:sldMk cId="2854023657" sldId="272"/>
        </pc:sldMkLst>
      </pc:sldChg>
      <pc:sldChg chg="addSp delSp modSp add mod">
        <pc:chgData name="Fernando Fontove" userId="39bcb981d82c3800" providerId="LiveId" clId="{9FF6258F-8260-451D-925F-7EE58614B07F}" dt="2023-08-20T07:01:49.701" v="1888" actId="1076"/>
        <pc:sldMkLst>
          <pc:docMk/>
          <pc:sldMk cId="3260095051" sldId="273"/>
        </pc:sldMkLst>
      </pc:sldChg>
      <pc:sldChg chg="addSp delSp modSp add mod">
        <pc:chgData name="Fernando Fontove" userId="39bcb981d82c3800" providerId="LiveId" clId="{9FF6258F-8260-451D-925F-7EE58614B07F}" dt="2023-08-20T07:03:49.541" v="2051" actId="1035"/>
        <pc:sldMkLst>
          <pc:docMk/>
          <pc:sldMk cId="419206261" sldId="274"/>
        </pc:sldMkLst>
      </pc:sldChg>
      <pc:sldChg chg="addSp delSp modSp add mod">
        <pc:chgData name="Fernando Fontove" userId="39bcb981d82c3800" providerId="LiveId" clId="{9FF6258F-8260-451D-925F-7EE58614B07F}" dt="2023-08-20T07:04:41.846" v="2059" actId="478"/>
        <pc:sldMkLst>
          <pc:docMk/>
          <pc:sldMk cId="2509672677" sldId="275"/>
        </pc:sldMkLst>
      </pc:sldChg>
      <pc:sldChg chg="add">
        <pc:chgData name="Fernando Fontove" userId="39bcb981d82c3800" providerId="LiveId" clId="{9FF6258F-8260-451D-925F-7EE58614B07F}" dt="2023-08-20T07:04:36.107" v="2056"/>
        <pc:sldMkLst>
          <pc:docMk/>
          <pc:sldMk cId="1563144729" sldId="276"/>
        </pc:sldMkLst>
      </pc:sldChg>
      <pc:sldChg chg="addSp delSp modSp add mod">
        <pc:chgData name="Fernando Fontove" userId="39bcb981d82c3800" providerId="LiveId" clId="{9FF6258F-8260-451D-925F-7EE58614B07F}" dt="2023-08-20T07:14:31.633" v="2216" actId="1076"/>
        <pc:sldMkLst>
          <pc:docMk/>
          <pc:sldMk cId="2897022490" sldId="277"/>
        </pc:sldMkLst>
      </pc:sldChg>
      <pc:sldChg chg="addSp delSp modSp add mod">
        <pc:chgData name="Fernando Fontove" userId="39bcb981d82c3800" providerId="LiveId" clId="{9FF6258F-8260-451D-925F-7EE58614B07F}" dt="2023-08-20T07:18:27.483" v="2467" actId="14100"/>
        <pc:sldMkLst>
          <pc:docMk/>
          <pc:sldMk cId="545065206" sldId="278"/>
        </pc:sldMkLst>
      </pc:sldChg>
      <pc:sldChg chg="addSp delSp modSp add mod">
        <pc:chgData name="Fernando Fontove" userId="39bcb981d82c3800" providerId="LiveId" clId="{9FF6258F-8260-451D-925F-7EE58614B07F}" dt="2023-08-20T07:20:33.831" v="2589" actId="1076"/>
        <pc:sldMkLst>
          <pc:docMk/>
          <pc:sldMk cId="3569834345" sldId="279"/>
        </pc:sldMkLst>
      </pc:sldChg>
      <pc:sldChg chg="addSp delSp modSp add mod">
        <pc:chgData name="Fernando Fontove" userId="39bcb981d82c3800" providerId="LiveId" clId="{9FF6258F-8260-451D-925F-7EE58614B07F}" dt="2023-08-20T07:21:18.168" v="2641" actId="14100"/>
        <pc:sldMkLst>
          <pc:docMk/>
          <pc:sldMk cId="2952870153" sldId="280"/>
        </pc:sldMkLst>
      </pc:sldChg>
      <pc:sldChg chg="addSp delSp modSp add mod">
        <pc:chgData name="Fernando Fontove" userId="39bcb981d82c3800" providerId="LiveId" clId="{9FF6258F-8260-451D-925F-7EE58614B07F}" dt="2023-08-20T07:25:46.828" v="2753" actId="732"/>
        <pc:sldMkLst>
          <pc:docMk/>
          <pc:sldMk cId="4030915842" sldId="281"/>
        </pc:sldMkLst>
      </pc:sldChg>
      <pc:sldChg chg="addSp delSp modSp add mod">
        <pc:chgData name="Fernando Fontove" userId="39bcb981d82c3800" providerId="LiveId" clId="{9FF6258F-8260-451D-925F-7EE58614B07F}" dt="2023-08-20T07:28:26.009" v="2906" actId="1076"/>
        <pc:sldMkLst>
          <pc:docMk/>
          <pc:sldMk cId="3911022418" sldId="282"/>
        </pc:sldMkLst>
      </pc:sldChg>
      <pc:sldChg chg="addSp delSp modSp add mod ord">
        <pc:chgData name="Fernando Fontove" userId="39bcb981d82c3800" providerId="LiveId" clId="{9FF6258F-8260-451D-925F-7EE58614B07F}" dt="2023-08-20T07:30:12.334" v="2991" actId="1076"/>
        <pc:sldMkLst>
          <pc:docMk/>
          <pc:sldMk cId="879351787" sldId="283"/>
        </pc:sldMkLst>
      </pc:sldChg>
      <pc:sldChg chg="modSp add del mod">
        <pc:chgData name="Fernando Fontove" userId="39bcb981d82c3800" providerId="LiveId" clId="{9FF6258F-8260-451D-925F-7EE58614B07F}" dt="2023-08-20T07:29:01.032" v="2912"/>
        <pc:sldMkLst>
          <pc:docMk/>
          <pc:sldMk cId="2049057121" sldId="283"/>
        </pc:sldMkLst>
      </pc:sldChg>
      <pc:sldChg chg="addSp delSp modSp add mod">
        <pc:chgData name="Fernando Fontove" userId="39bcb981d82c3800" providerId="LiveId" clId="{9FF6258F-8260-451D-925F-7EE58614B07F}" dt="2023-08-20T07:33:52.229" v="3146" actId="478"/>
        <pc:sldMkLst>
          <pc:docMk/>
          <pc:sldMk cId="2743201900" sldId="284"/>
        </pc:sldMkLst>
      </pc:sldChg>
      <pc:sldChg chg="addSp delSp modSp add mod">
        <pc:chgData name="Fernando Fontove" userId="39bcb981d82c3800" providerId="LiveId" clId="{9FF6258F-8260-451D-925F-7EE58614B07F}" dt="2023-08-20T07:35:24.005" v="3157" actId="14100"/>
        <pc:sldMkLst>
          <pc:docMk/>
          <pc:sldMk cId="2962578790" sldId="285"/>
        </pc:sldMkLst>
      </pc:sldChg>
      <pc:sldChg chg="addSp modSp add mod">
        <pc:chgData name="Fernando Fontove" userId="39bcb981d82c3800" providerId="LiveId" clId="{9FF6258F-8260-451D-925F-7EE58614B07F}" dt="2023-08-20T07:34:29.268" v="3150" actId="14100"/>
        <pc:sldMkLst>
          <pc:docMk/>
          <pc:sldMk cId="1501306380" sldId="286"/>
        </pc:sldMkLst>
      </pc:sldChg>
      <pc:sldChg chg="addSp delSp modSp add mod modNotesTx">
        <pc:chgData name="Fernando Fontove" userId="39bcb981d82c3800" providerId="LiveId" clId="{9FF6258F-8260-451D-925F-7EE58614B07F}" dt="2023-08-20T07:38:34.685" v="3287" actId="20577"/>
        <pc:sldMkLst>
          <pc:docMk/>
          <pc:sldMk cId="3054216919" sldId="287"/>
        </pc:sldMkLst>
      </pc:sldChg>
      <pc:sldChg chg="addSp delSp modSp add mod">
        <pc:chgData name="Fernando Fontove" userId="39bcb981d82c3800" providerId="LiveId" clId="{9FF6258F-8260-451D-925F-7EE58614B07F}" dt="2023-08-20T07:39:51.566" v="3322" actId="14100"/>
        <pc:sldMkLst>
          <pc:docMk/>
          <pc:sldMk cId="2171580333" sldId="288"/>
        </pc:sldMkLst>
      </pc:sldChg>
      <pc:sldChg chg="modSp new mod">
        <pc:chgData name="Fernando Fontove" userId="39bcb981d82c3800" providerId="LiveId" clId="{9FF6258F-8260-451D-925F-7EE58614B07F}" dt="2023-08-20T07:43:00.109" v="3522" actId="20577"/>
        <pc:sldMkLst>
          <pc:docMk/>
          <pc:sldMk cId="3550021727" sldId="289"/>
        </pc:sldMkLst>
      </pc:sldChg>
      <pc:sldChg chg="modSp add mod">
        <pc:chgData name="Fernando Fontove" userId="39bcb981d82c3800" providerId="LiveId" clId="{9FF6258F-8260-451D-925F-7EE58614B07F}" dt="2023-08-20T07:43:22.317" v="3541" actId="20577"/>
        <pc:sldMkLst>
          <pc:docMk/>
          <pc:sldMk cId="3792986629" sldId="290"/>
        </pc:sldMkLst>
      </pc:sldChg>
    </pc:docChg>
  </pc:docChgLst>
  <pc:docChgLst>
    <pc:chgData name="Fernando Fontove" userId="39bcb981d82c3800" providerId="LiveId" clId="{773A2956-375E-4F3D-8FF9-44222280ABD9}"/>
    <pc:docChg chg="undo redo custSel addSld delSld modSld sldOrd">
      <pc:chgData name="Fernando Fontove" userId="39bcb981d82c3800" providerId="LiveId" clId="{773A2956-375E-4F3D-8FF9-44222280ABD9}" dt="2023-08-27T05:22:21.126" v="3394" actId="20577"/>
      <pc:docMkLst>
        <pc:docMk/>
      </pc:docMkLst>
      <pc:sldChg chg="modSp mod">
        <pc:chgData name="Fernando Fontove" userId="39bcb981d82c3800" providerId="LiveId" clId="{773A2956-375E-4F3D-8FF9-44222280ABD9}" dt="2023-08-27T03:29:48.478" v="12" actId="20577"/>
        <pc:sldMkLst>
          <pc:docMk/>
          <pc:sldMk cId="0" sldId="256"/>
        </pc:sldMkLst>
      </pc:sldChg>
      <pc:sldChg chg="del">
        <pc:chgData name="Fernando Fontove" userId="39bcb981d82c3800" providerId="LiveId" clId="{773A2956-375E-4F3D-8FF9-44222280ABD9}" dt="2023-08-27T03:30:13.375" v="13" actId="47"/>
        <pc:sldMkLst>
          <pc:docMk/>
          <pc:sldMk cId="0" sldId="261"/>
        </pc:sldMkLst>
      </pc:sldChg>
      <pc:sldChg chg="addSp delSp modSp mod">
        <pc:chgData name="Fernando Fontove" userId="39bcb981d82c3800" providerId="LiveId" clId="{773A2956-375E-4F3D-8FF9-44222280ABD9}" dt="2023-08-27T03:59:59.679" v="184" actId="1076"/>
        <pc:sldMkLst>
          <pc:docMk/>
          <pc:sldMk cId="1905306405" sldId="262"/>
        </pc:sldMkLst>
      </pc:sldChg>
      <pc:sldChg chg="addSp delSp modSp add mod">
        <pc:chgData name="Fernando Fontove" userId="39bcb981d82c3800" providerId="LiveId" clId="{773A2956-375E-4F3D-8FF9-44222280ABD9}" dt="2023-08-27T04:04:53.077" v="283" actId="1076"/>
        <pc:sldMkLst>
          <pc:docMk/>
          <pc:sldMk cId="2425842636" sldId="26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211320243" sldId="26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748836241" sldId="264"/>
        </pc:sldMkLst>
      </pc:sldChg>
      <pc:sldChg chg="addSp delSp modSp add mod">
        <pc:chgData name="Fernando Fontove" userId="39bcb981d82c3800" providerId="LiveId" clId="{773A2956-375E-4F3D-8FF9-44222280ABD9}" dt="2023-08-27T04:06:22.393" v="310" actId="20577"/>
        <pc:sldMkLst>
          <pc:docMk/>
          <pc:sldMk cId="3211320243" sldId="264"/>
        </pc:sldMkLst>
      </pc:sldChg>
      <pc:sldChg chg="modSp add mod">
        <pc:chgData name="Fernando Fontove" userId="39bcb981d82c3800" providerId="LiveId" clId="{773A2956-375E-4F3D-8FF9-44222280ABD9}" dt="2023-08-27T04:08:09.209" v="469" actId="20577"/>
        <pc:sldMkLst>
          <pc:docMk/>
          <pc:sldMk cId="2475177088" sldId="26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538344461" sldId="26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164792882" sldId="266"/>
        </pc:sldMkLst>
      </pc:sldChg>
      <pc:sldChg chg="addSp delSp modSp add mod">
        <pc:chgData name="Fernando Fontove" userId="39bcb981d82c3800" providerId="LiveId" clId="{773A2956-375E-4F3D-8FF9-44222280ABD9}" dt="2023-08-27T04:11:08.993" v="677" actId="20577"/>
        <pc:sldMkLst>
          <pc:docMk/>
          <pc:sldMk cId="4181118197" sldId="266"/>
        </pc:sldMkLst>
      </pc:sldChg>
      <pc:sldChg chg="addSp delSp modSp add mod ord">
        <pc:chgData name="Fernando Fontove" userId="39bcb981d82c3800" providerId="LiveId" clId="{773A2956-375E-4F3D-8FF9-44222280ABD9}" dt="2023-08-27T04:15:03.882" v="800"/>
        <pc:sldMkLst>
          <pc:docMk/>
          <pc:sldMk cId="1181575153" sldId="26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409955188" sldId="26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438447706" sldId="268"/>
        </pc:sldMkLst>
      </pc:sldChg>
      <pc:sldChg chg="addSp delSp modSp add mod">
        <pc:chgData name="Fernando Fontove" userId="39bcb981d82c3800" providerId="LiveId" clId="{773A2956-375E-4F3D-8FF9-44222280ABD9}" dt="2023-08-27T04:32:20.827" v="1449" actId="20577"/>
        <pc:sldMkLst>
          <pc:docMk/>
          <pc:sldMk cId="4251482419" sldId="268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10379265" sldId="269"/>
        </pc:sldMkLst>
      </pc:sldChg>
      <pc:sldChg chg="addSp delSp modSp add mod">
        <pc:chgData name="Fernando Fontove" userId="39bcb981d82c3800" providerId="LiveId" clId="{773A2956-375E-4F3D-8FF9-44222280ABD9}" dt="2023-08-27T04:32:28.506" v="1461" actId="20577"/>
        <pc:sldMkLst>
          <pc:docMk/>
          <pc:sldMk cId="1770984478" sldId="269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62036153" sldId="270"/>
        </pc:sldMkLst>
      </pc:sldChg>
      <pc:sldChg chg="addSp delSp modSp add mod">
        <pc:chgData name="Fernando Fontove" userId="39bcb981d82c3800" providerId="LiveId" clId="{773A2956-375E-4F3D-8FF9-44222280ABD9}" dt="2023-08-27T04:32:35.354" v="1473" actId="20577"/>
        <pc:sldMkLst>
          <pc:docMk/>
          <pc:sldMk cId="1619404823" sldId="270"/>
        </pc:sldMkLst>
      </pc:sldChg>
      <pc:sldChg chg="addSp delSp modSp add mod">
        <pc:chgData name="Fernando Fontove" userId="39bcb981d82c3800" providerId="LiveId" clId="{773A2956-375E-4F3D-8FF9-44222280ABD9}" dt="2023-08-27T04:34:25.299" v="1592" actId="20577"/>
        <pc:sldMkLst>
          <pc:docMk/>
          <pc:sldMk cId="397979297" sldId="271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535864890" sldId="271"/>
        </pc:sldMkLst>
      </pc:sldChg>
      <pc:sldChg chg="addSp delSp modSp add mod">
        <pc:chgData name="Fernando Fontove" userId="39bcb981d82c3800" providerId="LiveId" clId="{773A2956-375E-4F3D-8FF9-44222280ABD9}" dt="2023-08-27T04:38:29.578" v="1784" actId="1076"/>
        <pc:sldMkLst>
          <pc:docMk/>
          <pc:sldMk cId="2116488560" sldId="272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854023657" sldId="272"/>
        </pc:sldMkLst>
      </pc:sldChg>
      <pc:sldChg chg="addSp modSp add mod">
        <pc:chgData name="Fernando Fontove" userId="39bcb981d82c3800" providerId="LiveId" clId="{773A2956-375E-4F3D-8FF9-44222280ABD9}" dt="2023-08-27T04:35:54.882" v="1615" actId="1036"/>
        <pc:sldMkLst>
          <pc:docMk/>
          <pc:sldMk cId="1152954691" sldId="27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260095051" sldId="27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419206261" sldId="274"/>
        </pc:sldMkLst>
      </pc:sldChg>
      <pc:sldChg chg="addSp delSp modSp add mod">
        <pc:chgData name="Fernando Fontove" userId="39bcb981d82c3800" providerId="LiveId" clId="{773A2956-375E-4F3D-8FF9-44222280ABD9}" dt="2023-08-27T04:41:34.148" v="1969" actId="1076"/>
        <pc:sldMkLst>
          <pc:docMk/>
          <pc:sldMk cId="1908251498" sldId="274"/>
        </pc:sldMkLst>
      </pc:sldChg>
      <pc:sldChg chg="addSp delSp modSp add mod ord">
        <pc:chgData name="Fernando Fontove" userId="39bcb981d82c3800" providerId="LiveId" clId="{773A2956-375E-4F3D-8FF9-44222280ABD9}" dt="2023-08-27T04:48:53.576" v="2317" actId="1076"/>
        <pc:sldMkLst>
          <pc:docMk/>
          <pc:sldMk cId="2101120470" sldId="27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509672677" sldId="27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1563144729" sldId="276"/>
        </pc:sldMkLst>
      </pc:sldChg>
      <pc:sldChg chg="addSp delSp modSp add mod">
        <pc:chgData name="Fernando Fontove" userId="39bcb981d82c3800" providerId="LiveId" clId="{773A2956-375E-4F3D-8FF9-44222280ABD9}" dt="2023-08-27T04:49:34.981" v="2341" actId="20577"/>
        <pc:sldMkLst>
          <pc:docMk/>
          <pc:sldMk cId="3396250151" sldId="276"/>
        </pc:sldMkLst>
      </pc:sldChg>
      <pc:sldChg chg="add del">
        <pc:chgData name="Fernando Fontove" userId="39bcb981d82c3800" providerId="LiveId" clId="{773A2956-375E-4F3D-8FF9-44222280ABD9}" dt="2023-08-27T04:47:50.910" v="2239"/>
        <pc:sldMkLst>
          <pc:docMk/>
          <pc:sldMk cId="340643032" sldId="277"/>
        </pc:sldMkLst>
      </pc:sldChg>
      <pc:sldChg chg="add del">
        <pc:chgData name="Fernando Fontove" userId="39bcb981d82c3800" providerId="LiveId" clId="{773A2956-375E-4F3D-8FF9-44222280ABD9}" dt="2023-08-27T04:49:46.982" v="2343"/>
        <pc:sldMkLst>
          <pc:docMk/>
          <pc:sldMk cId="1564057248" sldId="277"/>
        </pc:sldMkLst>
      </pc:sldChg>
      <pc:sldChg chg="addSp delSp modSp add mod ord">
        <pc:chgData name="Fernando Fontove" userId="39bcb981d82c3800" providerId="LiveId" clId="{773A2956-375E-4F3D-8FF9-44222280ABD9}" dt="2023-08-27T04:56:30.095" v="2836" actId="21"/>
        <pc:sldMkLst>
          <pc:docMk/>
          <pc:sldMk cId="2116581737" sldId="27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897022490" sldId="27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545065206" sldId="278"/>
        </pc:sldMkLst>
      </pc:sldChg>
      <pc:sldChg chg="addSp delSp modSp add mod">
        <pc:chgData name="Fernando Fontove" userId="39bcb981d82c3800" providerId="LiveId" clId="{773A2956-375E-4F3D-8FF9-44222280ABD9}" dt="2023-08-27T04:56:08.527" v="2828" actId="1076"/>
        <pc:sldMkLst>
          <pc:docMk/>
          <pc:sldMk cId="1248256059" sldId="278"/>
        </pc:sldMkLst>
      </pc:sldChg>
      <pc:sldChg chg="addSp delSp modSp add mod">
        <pc:chgData name="Fernando Fontove" userId="39bcb981d82c3800" providerId="LiveId" clId="{773A2956-375E-4F3D-8FF9-44222280ABD9}" dt="2023-08-27T04:58:32.187" v="2877" actId="1076"/>
        <pc:sldMkLst>
          <pc:docMk/>
          <pc:sldMk cId="779110085" sldId="279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569834345" sldId="279"/>
        </pc:sldMkLst>
      </pc:sldChg>
      <pc:sldChg chg="addSp modSp add mod">
        <pc:chgData name="Fernando Fontove" userId="39bcb981d82c3800" providerId="LiveId" clId="{773A2956-375E-4F3D-8FF9-44222280ABD9}" dt="2023-08-27T05:01:37.197" v="2889" actId="114"/>
        <pc:sldMkLst>
          <pc:docMk/>
          <pc:sldMk cId="237153273" sldId="280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952870153" sldId="280"/>
        </pc:sldMkLst>
      </pc:sldChg>
      <pc:sldChg chg="modSp new mod">
        <pc:chgData name="Fernando Fontove" userId="39bcb981d82c3800" providerId="LiveId" clId="{773A2956-375E-4F3D-8FF9-44222280ABD9}" dt="2023-08-27T05:22:21.126" v="3394" actId="20577"/>
        <pc:sldMkLst>
          <pc:docMk/>
          <pc:sldMk cId="1406954335" sldId="281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4030915842" sldId="281"/>
        </pc:sldMkLst>
      </pc:sldChg>
      <pc:sldChg chg="addSp delSp modSp add mod">
        <pc:chgData name="Fernando Fontove" userId="39bcb981d82c3800" providerId="LiveId" clId="{773A2956-375E-4F3D-8FF9-44222280ABD9}" dt="2023-08-27T05:17:01.109" v="3207" actId="20577"/>
        <pc:sldMkLst>
          <pc:docMk/>
          <pc:sldMk cId="2623804289" sldId="282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911022418" sldId="282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879351787" sldId="283"/>
        </pc:sldMkLst>
      </pc:sldChg>
      <pc:sldChg chg="add del">
        <pc:chgData name="Fernando Fontove" userId="39bcb981d82c3800" providerId="LiveId" clId="{773A2956-375E-4F3D-8FF9-44222280ABD9}" dt="2023-08-27T05:12:10.577" v="3065"/>
        <pc:sldMkLst>
          <pc:docMk/>
          <pc:sldMk cId="1127660294" sldId="283"/>
        </pc:sldMkLst>
      </pc:sldChg>
      <pc:sldChg chg="addSp delSp modSp add mod">
        <pc:chgData name="Fernando Fontove" userId="39bcb981d82c3800" providerId="LiveId" clId="{773A2956-375E-4F3D-8FF9-44222280ABD9}" dt="2023-08-27T05:16:21.869" v="3170" actId="20577"/>
        <pc:sldMkLst>
          <pc:docMk/>
          <pc:sldMk cId="3597499166" sldId="283"/>
        </pc:sldMkLst>
      </pc:sldChg>
      <pc:sldChg chg="addSp delSp modSp add mod">
        <pc:chgData name="Fernando Fontove" userId="39bcb981d82c3800" providerId="LiveId" clId="{773A2956-375E-4F3D-8FF9-44222280ABD9}" dt="2023-08-27T05:18:12.448" v="3259" actId="14100"/>
        <pc:sldMkLst>
          <pc:docMk/>
          <pc:sldMk cId="2061830983" sldId="284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743201900" sldId="284"/>
        </pc:sldMkLst>
      </pc:sldChg>
      <pc:sldChg chg="addSp delSp modSp add mod">
        <pc:chgData name="Fernando Fontove" userId="39bcb981d82c3800" providerId="LiveId" clId="{773A2956-375E-4F3D-8FF9-44222280ABD9}" dt="2023-08-27T05:21:15.111" v="3321" actId="1076"/>
        <pc:sldMkLst>
          <pc:docMk/>
          <pc:sldMk cId="920556278" sldId="28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962578790" sldId="28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1501306380" sldId="286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054216919" sldId="28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171580333" sldId="288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550021727" sldId="289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792986629" sldId="290"/>
        </pc:sldMkLst>
      </pc:sldChg>
    </pc:docChg>
  </pc:docChgLst>
  <pc:docChgLst>
    <pc:chgData name="Fernando Fontove" userId="39bcb981d82c3800" providerId="LiveId" clId="{9D661646-9A78-4772-BE8F-BB2C6E74374B}"/>
    <pc:docChg chg="undo redo custSel addSld delSld modSld sldOrd">
      <pc:chgData name="Fernando Fontove" userId="39bcb981d82c3800" providerId="LiveId" clId="{9D661646-9A78-4772-BE8F-BB2C6E74374B}" dt="2023-11-13T22:16:06.177" v="4645" actId="404"/>
      <pc:docMkLst>
        <pc:docMk/>
      </pc:docMkLst>
      <pc:sldChg chg="modSp mod">
        <pc:chgData name="Fernando Fontove" userId="39bcb981d82c3800" providerId="LiveId" clId="{9D661646-9A78-4772-BE8F-BB2C6E74374B}" dt="2023-11-05T03:50:52.784" v="668" actId="6549"/>
        <pc:sldMkLst>
          <pc:docMk/>
          <pc:sldMk cId="0" sldId="256"/>
        </pc:sldMkLst>
      </pc:sldChg>
      <pc:sldChg chg="modSp mod">
        <pc:chgData name="Fernando Fontove" userId="39bcb981d82c3800" providerId="LiveId" clId="{9D661646-9A78-4772-BE8F-BB2C6E74374B}" dt="2023-11-05T05:24:44.056" v="974" actId="20577"/>
        <pc:sldMkLst>
          <pc:docMk/>
          <pc:sldMk cId="4290116703" sldId="266"/>
        </pc:sldMkLst>
      </pc:sldChg>
      <pc:sldChg chg="addSp delSp modSp new mod">
        <pc:chgData name="Fernando Fontove" userId="39bcb981d82c3800" providerId="LiveId" clId="{9D661646-9A78-4772-BE8F-BB2C6E74374B}" dt="2023-11-05T07:07:42.370" v="2729" actId="732"/>
        <pc:sldMkLst>
          <pc:docMk/>
          <pc:sldMk cId="3390567382" sldId="267"/>
        </pc:sldMkLst>
      </pc:sldChg>
      <pc:sldChg chg="addSp delSp modSp add mod ord">
        <pc:chgData name="Fernando Fontove" userId="39bcb981d82c3800" providerId="LiveId" clId="{9D661646-9A78-4772-BE8F-BB2C6E74374B}" dt="2023-11-05T06:42:18.358" v="1618" actId="1582"/>
        <pc:sldMkLst>
          <pc:docMk/>
          <pc:sldMk cId="2470581162" sldId="268"/>
        </pc:sldMkLst>
      </pc:sldChg>
      <pc:sldChg chg="delSp modSp add del mod">
        <pc:chgData name="Fernando Fontove" userId="39bcb981d82c3800" providerId="LiveId" clId="{9D661646-9A78-4772-BE8F-BB2C6E74374B}" dt="2023-11-05T07:16:03.164" v="3299" actId="47"/>
        <pc:sldMkLst>
          <pc:docMk/>
          <pc:sldMk cId="2861764695" sldId="269"/>
        </pc:sldMkLst>
      </pc:sldChg>
      <pc:sldChg chg="addSp modSp new mod ord">
        <pc:chgData name="Fernando Fontove" userId="39bcb981d82c3800" providerId="LiveId" clId="{9D661646-9A78-4772-BE8F-BB2C6E74374B}" dt="2023-11-05T05:25:17.146" v="1029" actId="1076"/>
        <pc:sldMkLst>
          <pc:docMk/>
          <pc:sldMk cId="780040563" sldId="270"/>
        </pc:sldMkLst>
      </pc:sldChg>
      <pc:sldChg chg="modSp add mod ord">
        <pc:chgData name="Fernando Fontove" userId="39bcb981d82c3800" providerId="LiveId" clId="{9D661646-9A78-4772-BE8F-BB2C6E74374B}" dt="2023-11-05T07:06:42.069" v="2728" actId="20577"/>
        <pc:sldMkLst>
          <pc:docMk/>
          <pc:sldMk cId="1149385590" sldId="271"/>
        </pc:sldMkLst>
      </pc:sldChg>
      <pc:sldChg chg="addSp delSp modSp add mod">
        <pc:chgData name="Fernando Fontove" userId="39bcb981d82c3800" providerId="LiveId" clId="{9D661646-9A78-4772-BE8F-BB2C6E74374B}" dt="2023-11-05T06:37:49.850" v="1601" actId="732"/>
        <pc:sldMkLst>
          <pc:docMk/>
          <pc:sldMk cId="3661200922" sldId="272"/>
        </pc:sldMkLst>
      </pc:sldChg>
      <pc:sldChg chg="addSp delSp modSp add mod">
        <pc:chgData name="Fernando Fontove" userId="39bcb981d82c3800" providerId="LiveId" clId="{9D661646-9A78-4772-BE8F-BB2C6E74374B}" dt="2023-11-05T06:45:27.598" v="1714" actId="113"/>
        <pc:sldMkLst>
          <pc:docMk/>
          <pc:sldMk cId="1755970390" sldId="273"/>
        </pc:sldMkLst>
      </pc:sldChg>
      <pc:sldChg chg="addSp delSp modSp new mod">
        <pc:chgData name="Fernando Fontove" userId="39bcb981d82c3800" providerId="LiveId" clId="{9D661646-9A78-4772-BE8F-BB2C6E74374B}" dt="2023-11-05T06:42:09.321" v="1617" actId="2085"/>
        <pc:sldMkLst>
          <pc:docMk/>
          <pc:sldMk cId="3278164415" sldId="274"/>
        </pc:sldMkLst>
      </pc:sldChg>
      <pc:sldChg chg="addSp delSp modSp new mod">
        <pc:chgData name="Fernando Fontove" userId="39bcb981d82c3800" providerId="LiveId" clId="{9D661646-9A78-4772-BE8F-BB2C6E74374B}" dt="2023-11-05T06:41:49.424" v="1615" actId="1582"/>
        <pc:sldMkLst>
          <pc:docMk/>
          <pc:sldMk cId="2619951367" sldId="275"/>
        </pc:sldMkLst>
      </pc:sldChg>
      <pc:sldChg chg="addSp modSp new mod">
        <pc:chgData name="Fernando Fontove" userId="39bcb981d82c3800" providerId="LiveId" clId="{9D661646-9A78-4772-BE8F-BB2C6E74374B}" dt="2023-11-05T06:50:44.461" v="1971" actId="20577"/>
        <pc:sldMkLst>
          <pc:docMk/>
          <pc:sldMk cId="2164121868" sldId="276"/>
        </pc:sldMkLst>
      </pc:sldChg>
      <pc:sldChg chg="addSp modSp new mod">
        <pc:chgData name="Fernando Fontove" userId="39bcb981d82c3800" providerId="LiveId" clId="{9D661646-9A78-4772-BE8F-BB2C6E74374B}" dt="2023-11-05T06:53:51.485" v="2254" actId="20577"/>
        <pc:sldMkLst>
          <pc:docMk/>
          <pc:sldMk cId="984047494" sldId="277"/>
        </pc:sldMkLst>
      </pc:sldChg>
      <pc:sldChg chg="new del">
        <pc:chgData name="Fernando Fontove" userId="39bcb981d82c3800" providerId="LiveId" clId="{9D661646-9A78-4772-BE8F-BB2C6E74374B}" dt="2023-11-05T06:57:51.317" v="2394" actId="47"/>
        <pc:sldMkLst>
          <pc:docMk/>
          <pc:sldMk cId="79255493" sldId="278"/>
        </pc:sldMkLst>
      </pc:sldChg>
      <pc:sldChg chg="addSp delSp modSp new mod">
        <pc:chgData name="Fernando Fontove" userId="39bcb981d82c3800" providerId="LiveId" clId="{9D661646-9A78-4772-BE8F-BB2C6E74374B}" dt="2023-11-05T06:59:12.453" v="2396" actId="478"/>
        <pc:sldMkLst>
          <pc:docMk/>
          <pc:sldMk cId="1248298492" sldId="279"/>
        </pc:sldMkLst>
      </pc:sldChg>
      <pc:sldChg chg="addSp delSp modSp add mod">
        <pc:chgData name="Fernando Fontove" userId="39bcb981d82c3800" providerId="LiveId" clId="{9D661646-9A78-4772-BE8F-BB2C6E74374B}" dt="2023-11-05T07:09:01.738" v="2793" actId="14100"/>
        <pc:sldMkLst>
          <pc:docMk/>
          <pc:sldMk cId="1424198329" sldId="280"/>
        </pc:sldMkLst>
      </pc:sldChg>
      <pc:sldChg chg="addSp delSp modSp new mod">
        <pc:chgData name="Fernando Fontove" userId="39bcb981d82c3800" providerId="LiveId" clId="{9D661646-9A78-4772-BE8F-BB2C6E74374B}" dt="2023-11-05T07:14:34.274" v="3162" actId="1076"/>
        <pc:sldMkLst>
          <pc:docMk/>
          <pc:sldMk cId="2385764778" sldId="281"/>
        </pc:sldMkLst>
      </pc:sldChg>
      <pc:sldChg chg="add">
        <pc:chgData name="Fernando Fontove" userId="39bcb981d82c3800" providerId="LiveId" clId="{9D661646-9A78-4772-BE8F-BB2C6E74374B}" dt="2023-11-05T07:14:19.915" v="3158"/>
        <pc:sldMkLst>
          <pc:docMk/>
          <pc:sldMk cId="2437566105" sldId="282"/>
        </pc:sldMkLst>
      </pc:sldChg>
      <pc:sldChg chg="addSp modSp new mod">
        <pc:chgData name="Fernando Fontove" userId="39bcb981d82c3800" providerId="LiveId" clId="{9D661646-9A78-4772-BE8F-BB2C6E74374B}" dt="2023-11-06T05:47:08.739" v="3304"/>
        <pc:sldMkLst>
          <pc:docMk/>
          <pc:sldMk cId="2463402450" sldId="283"/>
        </pc:sldMkLst>
      </pc:sldChg>
      <pc:sldChg chg="addSp delSp modSp new mod">
        <pc:chgData name="Fernando Fontove" userId="39bcb981d82c3800" providerId="LiveId" clId="{9D661646-9A78-4772-BE8F-BB2C6E74374B}" dt="2023-11-06T05:51:26.991" v="3429" actId="1076"/>
        <pc:sldMkLst>
          <pc:docMk/>
          <pc:sldMk cId="2157794986" sldId="284"/>
        </pc:sldMkLst>
      </pc:sldChg>
      <pc:sldChg chg="modSp new mod">
        <pc:chgData name="Fernando Fontove" userId="39bcb981d82c3800" providerId="LiveId" clId="{9D661646-9A78-4772-BE8F-BB2C6E74374B}" dt="2023-11-06T05:52:57.292" v="3664" actId="20577"/>
        <pc:sldMkLst>
          <pc:docMk/>
          <pc:sldMk cId="3918906073" sldId="285"/>
        </pc:sldMkLst>
      </pc:sldChg>
      <pc:sldChg chg="delSp modSp add mod">
        <pc:chgData name="Fernando Fontove" userId="39bcb981d82c3800" providerId="LiveId" clId="{9D661646-9A78-4772-BE8F-BB2C6E74374B}" dt="2023-11-06T05:51:44.196" v="3436" actId="1076"/>
        <pc:sldMkLst>
          <pc:docMk/>
          <pc:sldMk cId="2524553299" sldId="286"/>
        </pc:sldMkLst>
      </pc:sldChg>
      <pc:sldChg chg="addSp delSp modSp new mod">
        <pc:chgData name="Fernando Fontove" userId="39bcb981d82c3800" providerId="LiveId" clId="{9D661646-9A78-4772-BE8F-BB2C6E74374B}" dt="2023-11-06T05:54:18.634" v="3744" actId="404"/>
        <pc:sldMkLst>
          <pc:docMk/>
          <pc:sldMk cId="2392061078" sldId="287"/>
        </pc:sldMkLst>
      </pc:sldChg>
      <pc:sldChg chg="modSp new mod ord">
        <pc:chgData name="Fernando Fontove" userId="39bcb981d82c3800" providerId="LiveId" clId="{9D661646-9A78-4772-BE8F-BB2C6E74374B}" dt="2023-11-06T05:57:09.359" v="3953"/>
        <pc:sldMkLst>
          <pc:docMk/>
          <pc:sldMk cId="493004546" sldId="288"/>
        </pc:sldMkLst>
      </pc:sldChg>
      <pc:sldChg chg="addSp modSp new mod">
        <pc:chgData name="Fernando Fontove" userId="39bcb981d82c3800" providerId="LiveId" clId="{9D661646-9A78-4772-BE8F-BB2C6E74374B}" dt="2023-11-13T21:45:41.526" v="4177"/>
        <pc:sldMkLst>
          <pc:docMk/>
          <pc:sldMk cId="3961529824" sldId="289"/>
        </pc:sldMkLst>
      </pc:sldChg>
      <pc:sldChg chg="addSp modSp new mod">
        <pc:chgData name="Fernando Fontove" userId="39bcb981d82c3800" providerId="LiveId" clId="{9D661646-9A78-4772-BE8F-BB2C6E74374B}" dt="2023-11-13T21:54:44.525" v="4201" actId="14100"/>
        <pc:sldMkLst>
          <pc:docMk/>
          <pc:sldMk cId="4191005803" sldId="290"/>
        </pc:sldMkLst>
      </pc:sldChg>
      <pc:sldChg chg="addSp modSp add mod">
        <pc:chgData name="Fernando Fontove" userId="39bcb981d82c3800" providerId="LiveId" clId="{9D661646-9A78-4772-BE8F-BB2C6E74374B}" dt="2023-11-13T21:54:20.867" v="4197" actId="1076"/>
        <pc:sldMkLst>
          <pc:docMk/>
          <pc:sldMk cId="960620664" sldId="291"/>
        </pc:sldMkLst>
      </pc:sldChg>
      <pc:sldChg chg="modSp add mod">
        <pc:chgData name="Fernando Fontove" userId="39bcb981d82c3800" providerId="LiveId" clId="{9D661646-9A78-4772-BE8F-BB2C6E74374B}" dt="2023-11-13T21:55:29.031" v="4290" actId="20577"/>
        <pc:sldMkLst>
          <pc:docMk/>
          <pc:sldMk cId="3521832915" sldId="292"/>
        </pc:sldMkLst>
      </pc:sldChg>
      <pc:sldChg chg="addSp delSp modSp add mod">
        <pc:chgData name="Fernando Fontove" userId="39bcb981d82c3800" providerId="LiveId" clId="{9D661646-9A78-4772-BE8F-BB2C6E74374B}" dt="2023-11-13T22:07:23.809" v="4397" actId="14100"/>
        <pc:sldMkLst>
          <pc:docMk/>
          <pc:sldMk cId="1918460381" sldId="293"/>
        </pc:sldMkLst>
      </pc:sldChg>
      <pc:sldChg chg="addSp modSp add mod">
        <pc:chgData name="Fernando Fontove" userId="39bcb981d82c3800" providerId="LiveId" clId="{9D661646-9A78-4772-BE8F-BB2C6E74374B}" dt="2023-11-13T22:08:13.461" v="4443" actId="1076"/>
        <pc:sldMkLst>
          <pc:docMk/>
          <pc:sldMk cId="1021536293" sldId="294"/>
        </pc:sldMkLst>
      </pc:sldChg>
      <pc:sldChg chg="addSp modSp new mod">
        <pc:chgData name="Fernando Fontove" userId="39bcb981d82c3800" providerId="LiveId" clId="{9D661646-9A78-4772-BE8F-BB2C6E74374B}" dt="2023-11-13T22:10:15.564" v="4561" actId="14100"/>
        <pc:sldMkLst>
          <pc:docMk/>
          <pc:sldMk cId="286315448" sldId="295"/>
        </pc:sldMkLst>
      </pc:sldChg>
      <pc:sldChg chg="modSp add mod ord">
        <pc:chgData name="Fernando Fontove" userId="39bcb981d82c3800" providerId="LiveId" clId="{9D661646-9A78-4772-BE8F-BB2C6E74374B}" dt="2023-11-13T22:09:00.046" v="4496"/>
        <pc:sldMkLst>
          <pc:docMk/>
          <pc:sldMk cId="813117388" sldId="296"/>
        </pc:sldMkLst>
      </pc:sldChg>
      <pc:sldChg chg="addSp delSp modSp add mod">
        <pc:chgData name="Fernando Fontove" userId="39bcb981d82c3800" providerId="LiveId" clId="{9D661646-9A78-4772-BE8F-BB2C6E74374B}" dt="2023-11-13T22:10:58.808" v="4585" actId="1076"/>
        <pc:sldMkLst>
          <pc:docMk/>
          <pc:sldMk cId="60185692" sldId="297"/>
        </pc:sldMkLst>
      </pc:sldChg>
      <pc:sldChg chg="addSp modSp new mod">
        <pc:chgData name="Fernando Fontove" userId="39bcb981d82c3800" providerId="LiveId" clId="{9D661646-9A78-4772-BE8F-BB2C6E74374B}" dt="2023-11-13T22:11:42.382" v="4610" actId="1076"/>
        <pc:sldMkLst>
          <pc:docMk/>
          <pc:sldMk cId="306086915" sldId="298"/>
        </pc:sldMkLst>
      </pc:sldChg>
      <pc:sldChg chg="addSp modSp new mod">
        <pc:chgData name="Fernando Fontove" userId="39bcb981d82c3800" providerId="LiveId" clId="{9D661646-9A78-4772-BE8F-BB2C6E74374B}" dt="2023-11-13T22:16:06.177" v="4645" actId="404"/>
        <pc:sldMkLst>
          <pc:docMk/>
          <pc:sldMk cId="1472003183" sldId="299"/>
        </pc:sldMkLst>
      </pc:sldChg>
    </pc:docChg>
  </pc:docChgLst>
  <pc:docChgLst>
    <pc:chgData name="Fernando Fontove" userId="39bcb981d82c3800" providerId="LiveId" clId="{94990C3B-5971-4F6D-968E-79A2E87E6973}"/>
    <pc:docChg chg="undo redo custSel addSld delSld modSld sldOrd">
      <pc:chgData name="Fernando Fontove" userId="39bcb981d82c3800" providerId="LiveId" clId="{94990C3B-5971-4F6D-968E-79A2E87E6973}" dt="2023-09-21T18:23:09.123" v="2390" actId="1076"/>
      <pc:docMkLst>
        <pc:docMk/>
      </pc:docMkLst>
      <pc:sldChg chg="modSp mod">
        <pc:chgData name="Fernando Fontove" userId="39bcb981d82c3800" providerId="LiveId" clId="{94990C3B-5971-4F6D-968E-79A2E87E6973}" dt="2023-09-21T17:36:19.153" v="9" actId="20577"/>
        <pc:sldMkLst>
          <pc:docMk/>
          <pc:sldMk cId="0" sldId="256"/>
        </pc:sldMkLst>
      </pc:sldChg>
      <pc:sldChg chg="addSp delSp modSp mod">
        <pc:chgData name="Fernando Fontove" userId="39bcb981d82c3800" providerId="LiveId" clId="{94990C3B-5971-4F6D-968E-79A2E87E6973}" dt="2023-09-21T17:55:14.835" v="440" actId="14100"/>
        <pc:sldMkLst>
          <pc:docMk/>
          <pc:sldMk cId="1905306405" sldId="262"/>
        </pc:sldMkLst>
      </pc:sldChg>
      <pc:sldChg chg="add del">
        <pc:chgData name="Fernando Fontove" userId="39bcb981d82c3800" providerId="LiveId" clId="{94990C3B-5971-4F6D-968E-79A2E87E6973}" dt="2023-09-21T17:40:57.751" v="132" actId="47"/>
        <pc:sldMkLst>
          <pc:docMk/>
          <pc:sldMk cId="2143041481" sldId="263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425842636" sldId="263"/>
        </pc:sldMkLst>
      </pc:sldChg>
      <pc:sldChg chg="addSp delSp modSp add mod">
        <pc:chgData name="Fernando Fontove" userId="39bcb981d82c3800" providerId="LiveId" clId="{94990C3B-5971-4F6D-968E-79A2E87E6973}" dt="2023-09-21T17:46:04.115" v="299" actId="478"/>
        <pc:sldMkLst>
          <pc:docMk/>
          <pc:sldMk cId="860822654" sldId="264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3211320243" sldId="264"/>
        </pc:sldMkLst>
      </pc:sldChg>
      <pc:sldChg chg="add del">
        <pc:chgData name="Fernando Fontove" userId="39bcb981d82c3800" providerId="LiveId" clId="{94990C3B-5971-4F6D-968E-79A2E87E6973}" dt="2023-09-21T17:44:59.401" v="266" actId="47"/>
        <pc:sldMkLst>
          <pc:docMk/>
          <pc:sldMk cId="2425842636" sldId="265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475177088" sldId="265"/>
        </pc:sldMkLst>
      </pc:sldChg>
      <pc:sldChg chg="addSp delSp modSp add mod">
        <pc:chgData name="Fernando Fontove" userId="39bcb981d82c3800" providerId="LiveId" clId="{94990C3B-5971-4F6D-968E-79A2E87E6973}" dt="2023-09-21T17:52:22.402" v="328" actId="20577"/>
        <pc:sldMkLst>
          <pc:docMk/>
          <pc:sldMk cId="248578708" sldId="266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4181118197" sldId="266"/>
        </pc:sldMkLst>
      </pc:sldChg>
      <pc:sldChg chg="add del">
        <pc:chgData name="Fernando Fontove" userId="39bcb981d82c3800" providerId="LiveId" clId="{94990C3B-5971-4F6D-968E-79A2E87E6973}" dt="2023-09-21T17:45:25.566" v="268"/>
        <pc:sldMkLst>
          <pc:docMk/>
          <pc:sldMk cId="408223840" sldId="267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181575153" sldId="267"/>
        </pc:sldMkLst>
      </pc:sldChg>
      <pc:sldChg chg="addSp modSp add mod">
        <pc:chgData name="Fernando Fontove" userId="39bcb981d82c3800" providerId="LiveId" clId="{94990C3B-5971-4F6D-968E-79A2E87E6973}" dt="2023-09-21T17:53:11.133" v="360" actId="14100"/>
        <pc:sldMkLst>
          <pc:docMk/>
          <pc:sldMk cId="3542286832" sldId="267"/>
        </pc:sldMkLst>
      </pc:sldChg>
      <pc:sldChg chg="delSp modSp add mod">
        <pc:chgData name="Fernando Fontove" userId="39bcb981d82c3800" providerId="LiveId" clId="{94990C3B-5971-4F6D-968E-79A2E87E6973}" dt="2023-09-21T17:55:34.460" v="445" actId="20577"/>
        <pc:sldMkLst>
          <pc:docMk/>
          <pc:sldMk cId="1081408953" sldId="268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4251482419" sldId="268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770984478" sldId="269"/>
        </pc:sldMkLst>
      </pc:sldChg>
      <pc:sldChg chg="modSp add mod">
        <pc:chgData name="Fernando Fontove" userId="39bcb981d82c3800" providerId="LiveId" clId="{94990C3B-5971-4F6D-968E-79A2E87E6973}" dt="2023-09-21T17:57:05.990" v="737" actId="404"/>
        <pc:sldMkLst>
          <pc:docMk/>
          <pc:sldMk cId="3850595264" sldId="269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619404823" sldId="270"/>
        </pc:sldMkLst>
      </pc:sldChg>
      <pc:sldChg chg="modSp add mod ord">
        <pc:chgData name="Fernando Fontove" userId="39bcb981d82c3800" providerId="LiveId" clId="{94990C3B-5971-4F6D-968E-79A2E87E6973}" dt="2023-09-21T18:03:17.497" v="1345" actId="20577"/>
        <pc:sldMkLst>
          <pc:docMk/>
          <pc:sldMk cId="3462750760" sldId="270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397979297" sldId="271"/>
        </pc:sldMkLst>
      </pc:sldChg>
      <pc:sldChg chg="modSp add mod">
        <pc:chgData name="Fernando Fontove" userId="39bcb981d82c3800" providerId="LiveId" clId="{94990C3B-5971-4F6D-968E-79A2E87E6973}" dt="2023-09-21T18:02:20.231" v="1342" actId="6549"/>
        <pc:sldMkLst>
          <pc:docMk/>
          <pc:sldMk cId="1940837265" sldId="271"/>
        </pc:sldMkLst>
      </pc:sldChg>
      <pc:sldChg chg="addSp delSp modSp add mod">
        <pc:chgData name="Fernando Fontove" userId="39bcb981d82c3800" providerId="LiveId" clId="{94990C3B-5971-4F6D-968E-79A2E87E6973}" dt="2023-09-21T18:06:35.114" v="1547" actId="14100"/>
        <pc:sldMkLst>
          <pc:docMk/>
          <pc:sldMk cId="409832962" sldId="272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116488560" sldId="272"/>
        </pc:sldMkLst>
      </pc:sldChg>
      <pc:sldChg chg="addSp delSp modSp add mod">
        <pc:chgData name="Fernando Fontove" userId="39bcb981d82c3800" providerId="LiveId" clId="{94990C3B-5971-4F6D-968E-79A2E87E6973}" dt="2023-09-21T18:03:51.988" v="1354" actId="6549"/>
        <pc:sldMkLst>
          <pc:docMk/>
          <pc:sldMk cId="692563733" sldId="273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152954691" sldId="273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908251498" sldId="274"/>
        </pc:sldMkLst>
      </pc:sldChg>
      <pc:sldChg chg="modSp new mod">
        <pc:chgData name="Fernando Fontove" userId="39bcb981d82c3800" providerId="LiveId" clId="{94990C3B-5971-4F6D-968E-79A2E87E6973}" dt="2023-09-21T18:08:57.131" v="1748" actId="14100"/>
        <pc:sldMkLst>
          <pc:docMk/>
          <pc:sldMk cId="3552824779" sldId="274"/>
        </pc:sldMkLst>
      </pc:sldChg>
      <pc:sldChg chg="addSp modSp add mod">
        <pc:chgData name="Fernando Fontove" userId="39bcb981d82c3800" providerId="LiveId" clId="{94990C3B-5971-4F6D-968E-79A2E87E6973}" dt="2023-09-21T18:10:41.555" v="1905" actId="1076"/>
        <pc:sldMkLst>
          <pc:docMk/>
          <pc:sldMk cId="1540957780" sldId="275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101120470" sldId="275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3396250151" sldId="276"/>
        </pc:sldMkLst>
      </pc:sldChg>
      <pc:sldChg chg="addSp delSp modSp add mod">
        <pc:chgData name="Fernando Fontove" userId="39bcb981d82c3800" providerId="LiveId" clId="{94990C3B-5971-4F6D-968E-79A2E87E6973}" dt="2023-09-21T18:20:29.353" v="2166" actId="1076"/>
        <pc:sldMkLst>
          <pc:docMk/>
          <pc:sldMk cId="3800809582" sldId="276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116581737" sldId="277"/>
        </pc:sldMkLst>
      </pc:sldChg>
      <pc:sldChg chg="modSp add mod">
        <pc:chgData name="Fernando Fontove" userId="39bcb981d82c3800" providerId="LiveId" clId="{94990C3B-5971-4F6D-968E-79A2E87E6973}" dt="2023-09-21T18:21:40.268" v="2284" actId="1076"/>
        <pc:sldMkLst>
          <pc:docMk/>
          <pc:sldMk cId="4275750078" sldId="277"/>
        </pc:sldMkLst>
      </pc:sldChg>
      <pc:sldChg chg="addSp delSp modSp add mod">
        <pc:chgData name="Fernando Fontove" userId="39bcb981d82c3800" providerId="LiveId" clId="{94990C3B-5971-4F6D-968E-79A2E87E6973}" dt="2023-09-21T18:23:09.123" v="2390" actId="1076"/>
        <pc:sldMkLst>
          <pc:docMk/>
          <pc:sldMk cId="272966575" sldId="278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248256059" sldId="278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779110085" sldId="279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37153273" sldId="280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1406954335" sldId="281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623804289" sldId="282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3597499166" sldId="283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2061830983" sldId="284"/>
        </pc:sldMkLst>
      </pc:sldChg>
      <pc:sldChg chg="del">
        <pc:chgData name="Fernando Fontove" userId="39bcb981d82c3800" providerId="LiveId" clId="{94990C3B-5971-4F6D-968E-79A2E87E6973}" dt="2023-09-21T17:36:12.949" v="0" actId="47"/>
        <pc:sldMkLst>
          <pc:docMk/>
          <pc:sldMk cId="920556278" sldId="28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32D9D-B9D2-706C-F0D5-6360754495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B78AC7-EDBD-5075-676D-23DD10D18C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0F71C-9B7B-4816-9D84-3832C03BFD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CDD83E-56FD-4A3B-34CC-B697506CB3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749BE-5CFF-BB39-6C05-AE14673955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982FD6-881B-41D5-9C91-1514E5182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89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3" name="Google Shape;383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4" name="Google Shape;383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12" name="Google Shape;12;p2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" name="Google Shape;92;p2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93" name="Google Shape;93;p2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" name="Google Shape;212;p2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213" name="Google Shape;213;p2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2" name="Google Shape;422;p2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423" name="Google Shape;423;p2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65" name="Google Shape;1565;p5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566" name="Google Shape;1566;p5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1567" name="Google Shape;1567;p5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5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5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5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5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5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5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5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5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5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5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5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5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5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5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5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5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5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5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1625" name="Google Shape;1625;p5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5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5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5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5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5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5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5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5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5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5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5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5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5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5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5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5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5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5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5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5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5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5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5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5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5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5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5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5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5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5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5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5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5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5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5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5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5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5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5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5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5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7" name="Google Shape;1687;p5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1688" name="Google Shape;1688;p5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5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5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5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5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5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5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5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5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5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5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5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5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5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5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5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5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5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5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5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5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5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5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5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5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5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5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5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5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5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5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5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5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5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5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5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5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5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5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5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5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5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5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5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5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5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5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5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5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5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5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5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5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5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5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5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5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5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5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5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5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5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5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5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5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5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5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5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5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5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5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5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5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5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5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5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5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5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5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5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5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5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5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5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5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5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5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5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5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5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5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5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5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5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5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5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5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5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5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5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5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9" name="Google Shape;1789;p5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1790" name="Google Shape;1790;p5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5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5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5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5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5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5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5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5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5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5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5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5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5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5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5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5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5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5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5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5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5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5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5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5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5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5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5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5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5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5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5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5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5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5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5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5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5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5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5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5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5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5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5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5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5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5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5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5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0" name="Google Shape;1840;p5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6" name="Google Shape;3836;p13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Librerías externas</a:t>
            </a: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F2DE-D293-D21A-5ABC-761D05C12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1085540"/>
            <a:ext cx="6761100" cy="857400"/>
          </a:xfrm>
        </p:spPr>
        <p:txBody>
          <a:bodyPr/>
          <a:lstStyle/>
          <a:p>
            <a:r>
              <a:rPr lang="es-MX" dirty="0"/>
              <a:t>Una </a:t>
            </a:r>
            <a:r>
              <a:rPr lang="es-MX" b="1" i="1" dirty="0"/>
              <a:t>librería (</a:t>
            </a:r>
            <a:r>
              <a:rPr lang="es-MX" b="1" i="1" dirty="0" err="1"/>
              <a:t>library</a:t>
            </a:r>
            <a:r>
              <a:rPr lang="es-MX" b="1" i="1" dirty="0"/>
              <a:t>)  </a:t>
            </a:r>
            <a:r>
              <a:rPr lang="es-MX" dirty="0"/>
              <a:t>es un código preparado para correrse en diversos lugares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84921-A05C-6D39-010A-7AD0D354E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129246"/>
            <a:ext cx="6761100" cy="2584804"/>
          </a:xfrm>
        </p:spPr>
        <p:txBody>
          <a:bodyPr/>
          <a:lstStyle/>
          <a:p>
            <a:r>
              <a:rPr lang="es-MX" dirty="0"/>
              <a:t>Por ejemplo código que hicimos en otro archivo y queremos reusar</a:t>
            </a:r>
          </a:p>
          <a:p>
            <a:endParaRPr lang="es-MX" dirty="0"/>
          </a:p>
          <a:p>
            <a:pPr lvl="1"/>
            <a:r>
              <a:rPr lang="es-MX" dirty="0"/>
              <a:t>También a veces por orden es común guardar funciones en diferentes archivos (e.g., algebra, manipular fasta, estadística)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09C51-1862-F2A6-FA21-5FD80B9085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90116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E1E18-08CA-A583-D70D-9230754F5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En otro programa creamos una función que queremos usar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4B798-2431-D56D-BCFB-186765BC2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r>
              <a:rPr lang="es-MX" dirty="0"/>
              <a:t>imprime()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ACF28-4D62-B3A8-5732-4BE29A6034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B6D56F-E65E-6415-363E-E1B162D50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01" y="1733550"/>
            <a:ext cx="6761099" cy="104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040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E1E18-08CA-A583-D70D-9230754F5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 mandamos a llamar con </a:t>
            </a:r>
            <a:r>
              <a:rPr lang="es-MX" b="1" i="1" dirty="0" err="1"/>
              <a:t>import</a:t>
            </a:r>
            <a:r>
              <a:rPr lang="es-MX" dirty="0"/>
              <a:t> en nuestro código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4B798-2431-D56D-BCFB-186765BC2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ACF28-4D62-B3A8-5732-4BE29A6034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E67663-5908-5112-22D1-EC81E465E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99" y="1737053"/>
            <a:ext cx="6761100" cy="16237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46E7ED-8302-47DD-ADFD-C1815AF207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400"/>
          <a:stretch/>
        </p:blipFill>
        <p:spPr>
          <a:xfrm>
            <a:off x="895013" y="3497612"/>
            <a:ext cx="4192970" cy="96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20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EF9E6-99E0-CC45-AF91-66C339A3F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Sintaxis </a:t>
            </a:r>
            <a:r>
              <a:rPr lang="es-MX" b="1" i="1" dirty="0" err="1"/>
              <a:t>import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80D42-3F3F-D4E6-F665-74A2072CC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3779928"/>
            <a:ext cx="6761100" cy="934122"/>
          </a:xfrm>
        </p:spPr>
        <p:txBody>
          <a:bodyPr/>
          <a:lstStyle/>
          <a:p>
            <a:r>
              <a:rPr lang="es-MX" dirty="0"/>
              <a:t>Al llamarlo copia todo el código de la librería y lo pone disponible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DE631-941E-A5B9-EFB1-B3E85F3506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9A8D7E-2898-3F51-5C38-119ABD2D5091}"/>
              </a:ext>
            </a:extLst>
          </p:cNvPr>
          <p:cNvCxnSpPr>
            <a:cxnSpLocks/>
          </p:cNvCxnSpPr>
          <p:nvPr/>
        </p:nvCxnSpPr>
        <p:spPr>
          <a:xfrm>
            <a:off x="2162890" y="2327293"/>
            <a:ext cx="286396" cy="4305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4B04BCF-78A3-E9D9-CE91-1CF9D12D6619}"/>
              </a:ext>
            </a:extLst>
          </p:cNvPr>
          <p:cNvSpPr txBox="1">
            <a:spLocks/>
          </p:cNvSpPr>
          <p:nvPr/>
        </p:nvSpPr>
        <p:spPr>
          <a:xfrm>
            <a:off x="1181275" y="1850427"/>
            <a:ext cx="1963230" cy="69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Palabra clave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00C466D-9375-AC7F-A569-5925BD47BF8D}"/>
              </a:ext>
            </a:extLst>
          </p:cNvPr>
          <p:cNvCxnSpPr>
            <a:cxnSpLocks/>
          </p:cNvCxnSpPr>
          <p:nvPr/>
        </p:nvCxnSpPr>
        <p:spPr>
          <a:xfrm flipH="1">
            <a:off x="4269318" y="2434205"/>
            <a:ext cx="544346" cy="4305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24388E29-108F-720F-B538-D90AEFABBE34}"/>
              </a:ext>
            </a:extLst>
          </p:cNvPr>
          <p:cNvSpPr txBox="1">
            <a:spLocks/>
          </p:cNvSpPr>
          <p:nvPr/>
        </p:nvSpPr>
        <p:spPr>
          <a:xfrm>
            <a:off x="4269318" y="1596775"/>
            <a:ext cx="1687345" cy="69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Nombre de la librería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3CE54C4-D8EE-D04B-4D54-05B1863408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69" r="10730" b="72788"/>
          <a:stretch/>
        </p:blipFill>
        <p:spPr>
          <a:xfrm>
            <a:off x="1922943" y="2835586"/>
            <a:ext cx="4830206" cy="42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581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0CCD6-225E-1C12-C932-EFD6426A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Sintaxis </a:t>
            </a:r>
            <a:r>
              <a:rPr lang="es-MX" b="1" i="1" dirty="0" err="1"/>
              <a:t>import</a:t>
            </a:r>
            <a:r>
              <a:rPr lang="es-MX" b="1" i="1" dirty="0"/>
              <a:t>  </a:t>
            </a:r>
            <a:r>
              <a:rPr lang="es-MX" dirty="0"/>
              <a:t>funciones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2D2CF-7B65-4CA7-47D1-E9D6B5E090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3AAD33-DA4B-79F0-9E8F-0179B76CD7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72" t="62587"/>
          <a:stretch/>
        </p:blipFill>
        <p:spPr>
          <a:xfrm>
            <a:off x="1835331" y="2834639"/>
            <a:ext cx="4022752" cy="430569"/>
          </a:xfrm>
          <a:prstGeom prst="rect">
            <a:avLst/>
          </a:prstGeom>
          <a:ln w="28575">
            <a:noFill/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76DF8CB-72D6-7E5E-C187-2DE5903ADDB3}"/>
              </a:ext>
            </a:extLst>
          </p:cNvPr>
          <p:cNvCxnSpPr>
            <a:cxnSpLocks/>
          </p:cNvCxnSpPr>
          <p:nvPr/>
        </p:nvCxnSpPr>
        <p:spPr>
          <a:xfrm>
            <a:off x="2162890" y="2327293"/>
            <a:ext cx="286396" cy="4305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56732CD-D004-3E60-5A76-9DD1F26A706C}"/>
              </a:ext>
            </a:extLst>
          </p:cNvPr>
          <p:cNvSpPr txBox="1">
            <a:spLocks/>
          </p:cNvSpPr>
          <p:nvPr/>
        </p:nvSpPr>
        <p:spPr>
          <a:xfrm>
            <a:off x="1181275" y="1486629"/>
            <a:ext cx="2188942" cy="69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Librería donde se encuentra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0F2768-BACF-FF48-400D-14BC4201FBF4}"/>
              </a:ext>
            </a:extLst>
          </p:cNvPr>
          <p:cNvCxnSpPr>
            <a:cxnSpLocks/>
          </p:cNvCxnSpPr>
          <p:nvPr/>
        </p:nvCxnSpPr>
        <p:spPr>
          <a:xfrm flipV="1">
            <a:off x="4343400" y="3154492"/>
            <a:ext cx="0" cy="5067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092C5DD-7CE1-5978-BAB2-526F6F85CC32}"/>
              </a:ext>
            </a:extLst>
          </p:cNvPr>
          <p:cNvSpPr txBox="1">
            <a:spLocks/>
          </p:cNvSpPr>
          <p:nvPr/>
        </p:nvSpPr>
        <p:spPr>
          <a:xfrm>
            <a:off x="2710542" y="3407860"/>
            <a:ext cx="3265715" cy="690690"/>
          </a:xfrm>
          <a:prstGeom prst="rect">
            <a:avLst/>
          </a:prstGeom>
          <a:noFill/>
          <a:ln w="28575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Se pone un punto para acceder a las funciones como métodos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FD88E8E-B174-394C-39F3-22D057C8C7F4}"/>
              </a:ext>
            </a:extLst>
          </p:cNvPr>
          <p:cNvCxnSpPr>
            <a:cxnSpLocks/>
          </p:cNvCxnSpPr>
          <p:nvPr/>
        </p:nvCxnSpPr>
        <p:spPr>
          <a:xfrm flipH="1">
            <a:off x="5016138" y="2430116"/>
            <a:ext cx="277774" cy="4305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AEBFD00-91A7-559D-F54C-2ADA076A8890}"/>
              </a:ext>
            </a:extLst>
          </p:cNvPr>
          <p:cNvSpPr txBox="1">
            <a:spLocks/>
          </p:cNvSpPr>
          <p:nvPr/>
        </p:nvSpPr>
        <p:spPr>
          <a:xfrm>
            <a:off x="4153075" y="1563405"/>
            <a:ext cx="2280382" cy="69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Función con sus parámetros</a:t>
            </a:r>
          </a:p>
        </p:txBody>
      </p:sp>
    </p:spTree>
    <p:extLst>
      <p:ext uri="{BB962C8B-B14F-4D97-AF65-F5344CB8AC3E}">
        <p14:creationId xmlns:p14="http://schemas.microsoft.com/office/powerpoint/2010/main" val="3278164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C5D0B7F-92E5-7130-6222-D2D69978A1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1" r="1174"/>
          <a:stretch/>
        </p:blipFill>
        <p:spPr>
          <a:xfrm>
            <a:off x="2514600" y="2432525"/>
            <a:ext cx="3677196" cy="6309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20B1C2-FF97-AAB9-52F6-DDAADA3BE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Sintaxis</a:t>
            </a:r>
            <a:r>
              <a:rPr lang="en-US" dirty="0"/>
              <a:t> </a:t>
            </a:r>
            <a:r>
              <a:rPr lang="en-US" b="1" i="1" dirty="0"/>
              <a:t>import  </a:t>
            </a:r>
            <a:r>
              <a:rPr lang="en-US" dirty="0"/>
              <a:t>variables</a:t>
            </a: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612A3-BF65-56ED-F977-332D7798B8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F23E6E3-AF37-F993-0E7C-FB33C7637CD0}"/>
              </a:ext>
            </a:extLst>
          </p:cNvPr>
          <p:cNvCxnSpPr>
            <a:cxnSpLocks/>
          </p:cNvCxnSpPr>
          <p:nvPr/>
        </p:nvCxnSpPr>
        <p:spPr>
          <a:xfrm>
            <a:off x="2975559" y="2327293"/>
            <a:ext cx="789316" cy="3309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0B9CEC5-4B76-19EA-F14D-A2E8AD0830DC}"/>
              </a:ext>
            </a:extLst>
          </p:cNvPr>
          <p:cNvSpPr txBox="1">
            <a:spLocks/>
          </p:cNvSpPr>
          <p:nvPr/>
        </p:nvSpPr>
        <p:spPr>
          <a:xfrm>
            <a:off x="1181275" y="1486629"/>
            <a:ext cx="2188942" cy="69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Librería donde se encuentra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E725FCD-07B9-DB2A-9C88-705F609349FA}"/>
              </a:ext>
            </a:extLst>
          </p:cNvPr>
          <p:cNvCxnSpPr>
            <a:cxnSpLocks/>
          </p:cNvCxnSpPr>
          <p:nvPr/>
        </p:nvCxnSpPr>
        <p:spPr>
          <a:xfrm flipV="1">
            <a:off x="4421777" y="2890951"/>
            <a:ext cx="1397726" cy="7274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07CAC77-435B-EA51-315E-1BCF4D962285}"/>
              </a:ext>
            </a:extLst>
          </p:cNvPr>
          <p:cNvSpPr txBox="1">
            <a:spLocks/>
          </p:cNvSpPr>
          <p:nvPr/>
        </p:nvSpPr>
        <p:spPr>
          <a:xfrm>
            <a:off x="2710543" y="3407860"/>
            <a:ext cx="3154680" cy="69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También se pone punto para acceder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FB9D87A-DFDA-F704-EF47-0F65DC54442C}"/>
              </a:ext>
            </a:extLst>
          </p:cNvPr>
          <p:cNvCxnSpPr>
            <a:cxnSpLocks/>
          </p:cNvCxnSpPr>
          <p:nvPr/>
        </p:nvCxnSpPr>
        <p:spPr>
          <a:xfrm flipH="1">
            <a:off x="6133390" y="2227721"/>
            <a:ext cx="277774" cy="4305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2936277-9B8F-62DE-3AF1-0CFDB2E71672}"/>
              </a:ext>
            </a:extLst>
          </p:cNvPr>
          <p:cNvSpPr txBox="1">
            <a:spLocks/>
          </p:cNvSpPr>
          <p:nvPr/>
        </p:nvSpPr>
        <p:spPr>
          <a:xfrm>
            <a:off x="5668366" y="1392252"/>
            <a:ext cx="1705617" cy="69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Nombre de la variable</a:t>
            </a:r>
          </a:p>
        </p:txBody>
      </p:sp>
    </p:spTree>
    <p:extLst>
      <p:ext uri="{BB962C8B-B14F-4D97-AF65-F5344CB8AC3E}">
        <p14:creationId xmlns:p14="http://schemas.microsoft.com/office/powerpoint/2010/main" val="2619951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D3BFB11-0872-A1AD-9DF1-277211DC3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31" y="2416765"/>
            <a:ext cx="6459078" cy="857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1EF9E6-99E0-CC45-AF91-66C339A3F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739375"/>
            <a:ext cx="5956820" cy="857400"/>
          </a:xfrm>
        </p:spPr>
        <p:txBody>
          <a:bodyPr/>
          <a:lstStyle/>
          <a:p>
            <a:r>
              <a:rPr lang="es-MX" dirty="0"/>
              <a:t>Podemos usar alias para las </a:t>
            </a:r>
            <a:r>
              <a:rPr lang="es-MX" b="1" i="1" dirty="0"/>
              <a:t>librerías</a:t>
            </a:r>
            <a:r>
              <a:rPr lang="es-MX" dirty="0"/>
              <a:t> con </a:t>
            </a:r>
            <a:r>
              <a:rPr lang="es-MX" b="1" i="1" dirty="0"/>
              <a:t>as</a:t>
            </a: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DE631-941E-A5B9-EFB1-B3E85F3506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9A8D7E-2898-3F51-5C38-119ABD2D5091}"/>
              </a:ext>
            </a:extLst>
          </p:cNvPr>
          <p:cNvCxnSpPr>
            <a:cxnSpLocks/>
          </p:cNvCxnSpPr>
          <p:nvPr/>
        </p:nvCxnSpPr>
        <p:spPr>
          <a:xfrm>
            <a:off x="5526892" y="2114936"/>
            <a:ext cx="286396" cy="4305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4B04BCF-78A3-E9D9-CE91-1CF9D12D6619}"/>
              </a:ext>
            </a:extLst>
          </p:cNvPr>
          <p:cNvSpPr txBox="1">
            <a:spLocks/>
          </p:cNvSpPr>
          <p:nvPr/>
        </p:nvSpPr>
        <p:spPr>
          <a:xfrm>
            <a:off x="4678194" y="1466995"/>
            <a:ext cx="1692553" cy="69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Palabra clave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00C466D-9375-AC7F-A569-5925BD47BF8D}"/>
              </a:ext>
            </a:extLst>
          </p:cNvPr>
          <p:cNvCxnSpPr>
            <a:cxnSpLocks/>
          </p:cNvCxnSpPr>
          <p:nvPr/>
        </p:nvCxnSpPr>
        <p:spPr>
          <a:xfrm flipV="1">
            <a:off x="6230983" y="2795451"/>
            <a:ext cx="352697" cy="8098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24388E29-108F-720F-B538-D90AEFABBE34}"/>
              </a:ext>
            </a:extLst>
          </p:cNvPr>
          <p:cNvSpPr txBox="1">
            <a:spLocks/>
          </p:cNvSpPr>
          <p:nvPr/>
        </p:nvSpPr>
        <p:spPr>
          <a:xfrm>
            <a:off x="5262095" y="3403465"/>
            <a:ext cx="2217305" cy="69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Alias que queremos usar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41A5D26-31DF-140C-AED4-59941BD7997A}"/>
              </a:ext>
            </a:extLst>
          </p:cNvPr>
          <p:cNvSpPr txBox="1">
            <a:spLocks/>
          </p:cNvSpPr>
          <p:nvPr/>
        </p:nvSpPr>
        <p:spPr>
          <a:xfrm>
            <a:off x="718300" y="3700542"/>
            <a:ext cx="2693185" cy="69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También en la llamada se cambia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9F76437-1F55-3E91-DF76-F0B294F47C3A}"/>
              </a:ext>
            </a:extLst>
          </p:cNvPr>
          <p:cNvCxnSpPr>
            <a:cxnSpLocks/>
          </p:cNvCxnSpPr>
          <p:nvPr/>
        </p:nvCxnSpPr>
        <p:spPr>
          <a:xfrm flipV="1">
            <a:off x="1641078" y="3200400"/>
            <a:ext cx="285693" cy="7377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970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342CB-7E52-B18C-AEF0-6F2922018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 pueden extraer elementos específicos de la librería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BA223-3E2A-A1CC-CED3-FB6D33623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926080"/>
            <a:ext cx="6761100" cy="1787970"/>
          </a:xfrm>
        </p:spPr>
        <p:txBody>
          <a:bodyPr/>
          <a:lstStyle/>
          <a:p>
            <a:r>
              <a:rPr lang="es-MX" b="1" i="1" dirty="0"/>
              <a:t>Nota: </a:t>
            </a:r>
            <a:r>
              <a:rPr lang="es-MX" dirty="0"/>
              <a:t>No es necesario poner la librería antes de la función</a:t>
            </a:r>
          </a:p>
          <a:p>
            <a:r>
              <a:rPr lang="es-MX" dirty="0"/>
              <a:t>A veces conviene para mantener el código limpio y no importar cosas que no se van a usar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C1417-ED21-2403-32F0-6DC27EA1FC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D76FD4-4C6E-0267-5B45-653FE4374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072" y="1991751"/>
            <a:ext cx="5918561" cy="71879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E2A8032-A1AE-BFDE-B0EB-3D3C1C5B6D47}"/>
              </a:ext>
            </a:extLst>
          </p:cNvPr>
          <p:cNvCxnSpPr>
            <a:cxnSpLocks/>
          </p:cNvCxnSpPr>
          <p:nvPr/>
        </p:nvCxnSpPr>
        <p:spPr>
          <a:xfrm flipH="1" flipV="1">
            <a:off x="1606731" y="2658291"/>
            <a:ext cx="57869" cy="4441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121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0B4FF-4392-4028-F3DC-34B9354E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674" y="987566"/>
            <a:ext cx="6761100" cy="857400"/>
          </a:xfrm>
        </p:spPr>
        <p:txBody>
          <a:bodyPr/>
          <a:lstStyle/>
          <a:p>
            <a:r>
              <a:rPr lang="es-MX" dirty="0"/>
              <a:t>Para importar muchos elementos se pueden usar varios </a:t>
            </a:r>
            <a:r>
              <a:rPr lang="es-MX" b="1" i="1" dirty="0" err="1"/>
              <a:t>import</a:t>
            </a:r>
            <a:r>
              <a:rPr lang="es-MX" b="1" dirty="0"/>
              <a:t>  </a:t>
            </a:r>
            <a:r>
              <a:rPr lang="es-MX" dirty="0"/>
              <a:t>o separar los elementos por comas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2926F-D6EF-53E7-B652-43072882FF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C992F7-4608-8378-3EFE-23CA661B2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00" y="2309455"/>
            <a:ext cx="7072616" cy="82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298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E0985-F7B9-39B9-1C46-706A8085C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935318"/>
            <a:ext cx="6761100" cy="857400"/>
          </a:xfrm>
        </p:spPr>
        <p:txBody>
          <a:bodyPr/>
          <a:lstStyle/>
          <a:p>
            <a:r>
              <a:rPr lang="es-MX" dirty="0"/>
              <a:t>Las librerías Python las busca en el lugar donde está instalado y donde está corriendo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B4C37-E0A0-5C2E-E988-8A49A6F2A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841862"/>
            <a:ext cx="6761100" cy="2872187"/>
          </a:xfrm>
        </p:spPr>
        <p:txBody>
          <a:bodyPr/>
          <a:lstStyle/>
          <a:p>
            <a:r>
              <a:rPr lang="es-MX" dirty="0"/>
              <a:t>Para utilizar una librería que está en otro directorio (incluyendo </a:t>
            </a:r>
            <a:r>
              <a:rPr lang="es-MX" dirty="0" err="1"/>
              <a:t>sub-folders</a:t>
            </a:r>
            <a:r>
              <a:rPr lang="es-MX" dirty="0"/>
              <a:t>), hay que agregarlas al lugar donde busca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0D369-9E1D-D3ED-C59D-01F900E269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EEDB64-F81D-3329-F04D-FFB9D4519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871" y="3197471"/>
            <a:ext cx="5943757" cy="151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047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F2DE-D293-D21A-5ABC-761D05C12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1026758"/>
            <a:ext cx="6761100" cy="857400"/>
          </a:xfrm>
        </p:spPr>
        <p:txBody>
          <a:bodyPr/>
          <a:lstStyle/>
          <a:p>
            <a:r>
              <a:rPr lang="es-MX" dirty="0"/>
              <a:t>Hay muchas librerías que ya vienen </a:t>
            </a:r>
            <a:r>
              <a:rPr lang="es-MX" b="1" i="1" dirty="0"/>
              <a:t>instaladas </a:t>
            </a:r>
            <a:r>
              <a:rPr lang="es-MX" dirty="0"/>
              <a:t>en Python y sólo hay que llamarlas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84921-A05C-6D39-010A-7AD0D354E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129246"/>
            <a:ext cx="6761100" cy="2584804"/>
          </a:xfrm>
        </p:spPr>
        <p:txBody>
          <a:bodyPr/>
          <a:lstStyle/>
          <a:p>
            <a:r>
              <a:rPr lang="es-MX" dirty="0"/>
              <a:t>Entre las más usadas están</a:t>
            </a:r>
          </a:p>
          <a:p>
            <a:pPr lvl="1"/>
            <a:r>
              <a:rPr lang="es-MX" b="1" i="1" dirty="0" err="1"/>
              <a:t>sys</a:t>
            </a:r>
            <a:r>
              <a:rPr lang="es-MX" b="1" i="1" dirty="0"/>
              <a:t> – </a:t>
            </a:r>
            <a:r>
              <a:rPr lang="es-MX" dirty="0"/>
              <a:t>trae varias funciones de configuración</a:t>
            </a:r>
            <a:endParaRPr lang="es-MX" b="1" i="1" dirty="0"/>
          </a:p>
          <a:p>
            <a:pPr lvl="1"/>
            <a:r>
              <a:rPr lang="es-MX" b="1" i="1" dirty="0"/>
              <a:t>os  </a:t>
            </a:r>
            <a:r>
              <a:rPr lang="es-MX" dirty="0"/>
              <a:t>- permite manipular folders y archivos</a:t>
            </a:r>
            <a:endParaRPr lang="es-MX" b="1" i="1" dirty="0"/>
          </a:p>
          <a:p>
            <a:pPr lvl="1"/>
            <a:r>
              <a:rPr lang="es-MX" b="1" i="1" dirty="0" err="1"/>
              <a:t>math</a:t>
            </a:r>
            <a:r>
              <a:rPr lang="es-MX" b="1" i="1" dirty="0"/>
              <a:t> – </a:t>
            </a:r>
            <a:r>
              <a:rPr lang="es-MX" dirty="0"/>
              <a:t>tiene funciones matemáticas</a:t>
            </a:r>
          </a:p>
          <a:p>
            <a:endParaRPr lang="es-MX" b="1" i="1" dirty="0"/>
          </a:p>
          <a:p>
            <a:r>
              <a:rPr lang="es-MX" dirty="0"/>
              <a:t>Lo más común es tener que instalar las librerías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09C51-1862-F2A6-FA21-5FD80B9085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49385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EF9E6-99E0-CC45-AF91-66C339A3F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i="1" dirty="0" err="1"/>
              <a:t>Pip</a:t>
            </a:r>
            <a:r>
              <a:rPr lang="es-MX" dirty="0"/>
              <a:t> es el administrador de </a:t>
            </a:r>
            <a:r>
              <a:rPr lang="es-MX" b="1" i="1" dirty="0"/>
              <a:t>librerías</a:t>
            </a:r>
            <a:r>
              <a:rPr lang="es-MX" dirty="0"/>
              <a:t> de Python</a:t>
            </a:r>
            <a:endParaRPr lang="es-MX" b="1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80D42-3F3F-D4E6-F665-74A2072CC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Al llamarlo copia todo el código de la librería y lo pone disponible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DE631-941E-A5B9-EFB1-B3E85F3506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5287F7-0308-B02D-7D0C-A1976E38A7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89" b="19973"/>
          <a:stretch/>
        </p:blipFill>
        <p:spPr>
          <a:xfrm>
            <a:off x="2690948" y="3095194"/>
            <a:ext cx="3562541" cy="41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567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EF9E6-99E0-CC45-AF91-66C339A3F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i="1" dirty="0" err="1"/>
              <a:t>Pip</a:t>
            </a:r>
            <a:r>
              <a:rPr lang="es-MX" dirty="0"/>
              <a:t> es el administrador de </a:t>
            </a:r>
            <a:r>
              <a:rPr lang="es-MX" b="1" i="1" dirty="0"/>
              <a:t>librerías</a:t>
            </a:r>
            <a:r>
              <a:rPr lang="es-MX" dirty="0"/>
              <a:t> de Python</a:t>
            </a:r>
            <a:endParaRPr lang="es-MX" b="1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80D42-3F3F-D4E6-F665-74A2072CC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Al llamarlo copia todo el código de la librería y lo pone disponible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DE631-941E-A5B9-EFB1-B3E85F3506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5287F7-0308-B02D-7D0C-A1976E38A7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89" b="19973"/>
          <a:stretch/>
        </p:blipFill>
        <p:spPr>
          <a:xfrm>
            <a:off x="2690948" y="3095194"/>
            <a:ext cx="3562541" cy="418715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493E82B-9D0F-15C0-46B7-0C6911125D5D}"/>
              </a:ext>
            </a:extLst>
          </p:cNvPr>
          <p:cNvSpPr txBox="1">
            <a:spLocks/>
          </p:cNvSpPr>
          <p:nvPr/>
        </p:nvSpPr>
        <p:spPr>
          <a:xfrm>
            <a:off x="1430226" y="4023360"/>
            <a:ext cx="2403723" cy="69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Desde la terminal de </a:t>
            </a:r>
            <a:r>
              <a:rPr lang="es-MX" dirty="0" err="1"/>
              <a:t>linux</a:t>
            </a:r>
            <a:endParaRPr lang="es-MX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83A0D7D-C790-B162-EC17-655BC8D90E25}"/>
              </a:ext>
            </a:extLst>
          </p:cNvPr>
          <p:cNvCxnSpPr>
            <a:cxnSpLocks/>
          </p:cNvCxnSpPr>
          <p:nvPr/>
        </p:nvCxnSpPr>
        <p:spPr>
          <a:xfrm flipV="1">
            <a:off x="2353004" y="3513909"/>
            <a:ext cx="337944" cy="7471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93E76DE-E0B8-C4CB-13B3-823AABDDBEA4}"/>
              </a:ext>
            </a:extLst>
          </p:cNvPr>
          <p:cNvSpPr txBox="1">
            <a:spLocks/>
          </p:cNvSpPr>
          <p:nvPr/>
        </p:nvSpPr>
        <p:spPr>
          <a:xfrm>
            <a:off x="4445316" y="4058780"/>
            <a:ext cx="2403723" cy="69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Comando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F994D09-18D9-D6A3-D6D0-4CA7743FF24C}"/>
              </a:ext>
            </a:extLst>
          </p:cNvPr>
          <p:cNvCxnSpPr>
            <a:cxnSpLocks/>
            <a:endCxn id="8" idx="2"/>
          </p:cNvCxnSpPr>
          <p:nvPr/>
        </p:nvCxnSpPr>
        <p:spPr>
          <a:xfrm flipH="1" flipV="1">
            <a:off x="4472219" y="3513909"/>
            <a:ext cx="895875" cy="78252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F0AAC3-B911-46B9-FB9A-E2520AFBACA1}"/>
              </a:ext>
            </a:extLst>
          </p:cNvPr>
          <p:cNvSpPr txBox="1">
            <a:spLocks/>
          </p:cNvSpPr>
          <p:nvPr/>
        </p:nvSpPr>
        <p:spPr>
          <a:xfrm>
            <a:off x="6277538" y="2336815"/>
            <a:ext cx="2403723" cy="69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Librería a instalar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2DD028B-6E54-000D-7781-8B9515D4B9B5}"/>
              </a:ext>
            </a:extLst>
          </p:cNvPr>
          <p:cNvCxnSpPr>
            <a:cxnSpLocks/>
          </p:cNvCxnSpPr>
          <p:nvPr/>
        </p:nvCxnSpPr>
        <p:spPr>
          <a:xfrm flipH="1">
            <a:off x="5969726" y="2893810"/>
            <a:ext cx="457200" cy="2839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198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6C3C1-1362-0E63-87E8-CA0E3EB4F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954912"/>
            <a:ext cx="6761100" cy="857400"/>
          </a:xfrm>
        </p:spPr>
        <p:txBody>
          <a:bodyPr/>
          <a:lstStyle/>
          <a:p>
            <a:r>
              <a:rPr lang="es-MX" dirty="0"/>
              <a:t>Por default instala la versión más reciente de la librería, pero se puede especificar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652F5-9B2E-0373-6B15-F5262048CE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93B4FD-ACA5-64B0-4490-D3A94B294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609" y="2457862"/>
            <a:ext cx="5577185" cy="793592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D93DEE5-03D3-BCD6-17BF-D1DC7785D843}"/>
              </a:ext>
            </a:extLst>
          </p:cNvPr>
          <p:cNvSpPr txBox="1">
            <a:spLocks/>
          </p:cNvSpPr>
          <p:nvPr/>
        </p:nvSpPr>
        <p:spPr>
          <a:xfrm>
            <a:off x="3783668" y="1462882"/>
            <a:ext cx="1877107" cy="69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Sintaxis forzosa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87E579A-BF3E-6F62-66BB-472020DF3CCE}"/>
              </a:ext>
            </a:extLst>
          </p:cNvPr>
          <p:cNvCxnSpPr>
            <a:cxnSpLocks/>
          </p:cNvCxnSpPr>
          <p:nvPr/>
        </p:nvCxnSpPr>
        <p:spPr>
          <a:xfrm>
            <a:off x="4552406" y="2320282"/>
            <a:ext cx="809896" cy="5403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39A87C-126F-FF80-6DFD-41E5910F31CF}"/>
              </a:ext>
            </a:extLst>
          </p:cNvPr>
          <p:cNvCxnSpPr>
            <a:cxnSpLocks/>
          </p:cNvCxnSpPr>
          <p:nvPr/>
        </p:nvCxnSpPr>
        <p:spPr>
          <a:xfrm flipH="1">
            <a:off x="6106885" y="2044336"/>
            <a:ext cx="385355" cy="8162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231F919-9FCD-200A-805E-909F795230B6}"/>
              </a:ext>
            </a:extLst>
          </p:cNvPr>
          <p:cNvSpPr txBox="1">
            <a:spLocks/>
          </p:cNvSpPr>
          <p:nvPr/>
        </p:nvSpPr>
        <p:spPr>
          <a:xfrm>
            <a:off x="5805754" y="1559227"/>
            <a:ext cx="1877107" cy="69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Versión</a:t>
            </a:r>
          </a:p>
        </p:txBody>
      </p:sp>
    </p:spTree>
    <p:extLst>
      <p:ext uri="{BB962C8B-B14F-4D97-AF65-F5344CB8AC3E}">
        <p14:creationId xmlns:p14="http://schemas.microsoft.com/office/powerpoint/2010/main" val="2385764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6C3C1-1362-0E63-87E8-CA0E3EB4F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954912"/>
            <a:ext cx="6761100" cy="857400"/>
          </a:xfrm>
        </p:spPr>
        <p:txBody>
          <a:bodyPr/>
          <a:lstStyle/>
          <a:p>
            <a:r>
              <a:rPr lang="es-MX" dirty="0"/>
              <a:t>Por default instala la versión más reciente de la librería, pero se puede especificar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4CE1C-A26C-B5C1-1D12-F48379B0E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3331189"/>
            <a:ext cx="6761100" cy="525461"/>
          </a:xfrm>
        </p:spPr>
        <p:txBody>
          <a:bodyPr/>
          <a:lstStyle/>
          <a:p>
            <a:r>
              <a:rPr lang="es-MX" b="1" i="1" dirty="0"/>
              <a:t>Nota: </a:t>
            </a:r>
            <a:r>
              <a:rPr lang="es-MX" dirty="0"/>
              <a:t>Una fuente de errores común es que una librería que queremos usar no es compatible con una versión reciente de otra, por lo que hay que instalar una versión específica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652F5-9B2E-0373-6B15-F5262048CE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93B4FD-ACA5-64B0-4490-D3A94B294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203" y="2020257"/>
            <a:ext cx="5577185" cy="793592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D93DEE5-03D3-BCD6-17BF-D1DC7785D843}"/>
              </a:ext>
            </a:extLst>
          </p:cNvPr>
          <p:cNvSpPr txBox="1">
            <a:spLocks/>
          </p:cNvSpPr>
          <p:nvPr/>
        </p:nvSpPr>
        <p:spPr>
          <a:xfrm>
            <a:off x="3803262" y="1025277"/>
            <a:ext cx="1877107" cy="69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Sintaxis forzosa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87E579A-BF3E-6F62-66BB-472020DF3CCE}"/>
              </a:ext>
            </a:extLst>
          </p:cNvPr>
          <p:cNvCxnSpPr>
            <a:cxnSpLocks/>
          </p:cNvCxnSpPr>
          <p:nvPr/>
        </p:nvCxnSpPr>
        <p:spPr>
          <a:xfrm>
            <a:off x="4572000" y="1882677"/>
            <a:ext cx="809896" cy="5403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39A87C-126F-FF80-6DFD-41E5910F31CF}"/>
              </a:ext>
            </a:extLst>
          </p:cNvPr>
          <p:cNvCxnSpPr>
            <a:cxnSpLocks/>
          </p:cNvCxnSpPr>
          <p:nvPr/>
        </p:nvCxnSpPr>
        <p:spPr>
          <a:xfrm flipH="1">
            <a:off x="6126479" y="1606731"/>
            <a:ext cx="385355" cy="8162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231F919-9FCD-200A-805E-909F795230B6}"/>
              </a:ext>
            </a:extLst>
          </p:cNvPr>
          <p:cNvSpPr txBox="1">
            <a:spLocks/>
          </p:cNvSpPr>
          <p:nvPr/>
        </p:nvSpPr>
        <p:spPr>
          <a:xfrm>
            <a:off x="5825348" y="1121622"/>
            <a:ext cx="1877107" cy="69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Versión</a:t>
            </a:r>
          </a:p>
        </p:txBody>
      </p:sp>
    </p:spTree>
    <p:extLst>
      <p:ext uri="{BB962C8B-B14F-4D97-AF65-F5344CB8AC3E}">
        <p14:creationId xmlns:p14="http://schemas.microsoft.com/office/powerpoint/2010/main" val="2437566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445EC-6960-D29A-5FD9-FB6DA85CF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i="1" dirty="0"/>
              <a:t>Pandas </a:t>
            </a:r>
            <a:r>
              <a:rPr lang="es-MX" dirty="0"/>
              <a:t>es una librería usada para manipular tablas (</a:t>
            </a:r>
            <a:r>
              <a:rPr lang="es-MX" dirty="0" err="1"/>
              <a:t>csv</a:t>
            </a:r>
            <a:r>
              <a:rPr lang="es-MX" dirty="0"/>
              <a:t>, </a:t>
            </a:r>
            <a:r>
              <a:rPr lang="es-MX" dirty="0" err="1"/>
              <a:t>tsv</a:t>
            </a:r>
            <a:r>
              <a:rPr lang="es-MX" dirty="0"/>
              <a:t> y Excel)</a:t>
            </a:r>
            <a:endParaRPr lang="es-MX" b="1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E35B0-5A17-6813-2393-D359E841C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3598818"/>
            <a:ext cx="6761100" cy="1115232"/>
          </a:xfrm>
        </p:spPr>
        <p:txBody>
          <a:bodyPr/>
          <a:lstStyle/>
          <a:p>
            <a:r>
              <a:rPr lang="es-MX" b="1" dirty="0"/>
              <a:t>https://pandas.pydata.org/docs/</a:t>
            </a:r>
          </a:p>
          <a:p>
            <a:r>
              <a:rPr lang="es-MX" b="1" dirty="0"/>
              <a:t>Nota: </a:t>
            </a:r>
            <a:r>
              <a:rPr lang="es-MX" dirty="0"/>
              <a:t>el alias </a:t>
            </a:r>
            <a:r>
              <a:rPr lang="es-MX" b="1" i="1" dirty="0" err="1"/>
              <a:t>pd</a:t>
            </a:r>
            <a:r>
              <a:rPr lang="es-MX" dirty="0"/>
              <a:t> es de uso muy común</a:t>
            </a:r>
            <a:endParaRPr lang="es-MX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184BB-2FDA-DC6A-331C-9275B08D7F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4CDF30-7470-194D-4631-0733AD649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118" y="2346372"/>
            <a:ext cx="4331463" cy="58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402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5B361-76B7-3074-02BF-60BA5FBFA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Puede leer muchos formatos y escribir archivos en ellos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58C7C-DAD1-FD84-06C6-379F8405A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3984170"/>
            <a:ext cx="6761100" cy="729879"/>
          </a:xfrm>
        </p:spPr>
        <p:txBody>
          <a:bodyPr/>
          <a:lstStyle/>
          <a:p>
            <a:pPr marL="76200" indent="0">
              <a:buNone/>
            </a:pPr>
            <a:r>
              <a:rPr lang="es-MX" sz="1600" dirty="0"/>
              <a:t>Tomado de https://pandas.pydata.org/docs/getting_started/intro_tutorials/02_read_write.html#min-tut-02-read-write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7C38B-E59F-0168-8F3C-78586D42BD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7910C9-9DEF-50A4-901D-7598100B5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00" y="1850094"/>
            <a:ext cx="6775126" cy="188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794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5B361-76B7-3074-02BF-60BA5FBFA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Puede leer muchos formatos y escribir archivos en ellos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58C7C-DAD1-FD84-06C6-379F8405A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3984170"/>
            <a:ext cx="6761100" cy="729879"/>
          </a:xfrm>
        </p:spPr>
        <p:txBody>
          <a:bodyPr/>
          <a:lstStyle/>
          <a:p>
            <a:pPr marL="76200" indent="0">
              <a:buNone/>
            </a:pPr>
            <a:r>
              <a:rPr lang="es-MX" sz="1600" dirty="0"/>
              <a:t>Tomado de https://pandas.pydata.org/docs/getting_started/intro_tutorials/02_read_write.html#min-tut-02-read-write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7C38B-E59F-0168-8F3C-78586D42BD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0589C9-0246-0D83-B56A-9423F85EA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45" y="1804530"/>
            <a:ext cx="3925392" cy="3787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479525-F7F0-6553-C0B2-4DAE9495E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45" y="2209970"/>
            <a:ext cx="5968436" cy="3443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E17931-446F-75A1-78FA-88F05F4DF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845" y="3023422"/>
            <a:ext cx="6645621" cy="40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5532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DD8D1-DC23-3262-6843-FB02B41CC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Pandas ya tiene muchos métodos para manipular tablas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708F9-EBFA-50E9-6402-25AD16A87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Hace muy conveniente y sencilla la manipulación</a:t>
            </a:r>
          </a:p>
          <a:p>
            <a:endParaRPr lang="es-MX" dirty="0"/>
          </a:p>
          <a:p>
            <a:r>
              <a:rPr lang="es-MX" dirty="0"/>
              <a:t>No está diseñado para iterar sobre las celdas de la tabla, por lo que en algunos casos su uso es ineficiente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25A03-00DA-895E-3846-85F9385F62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18906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AE240-2411-1C0B-CA43-67E8F3A28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 necesario conocer Pandas porque muchas librerías lo usan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F5999-1143-93B6-9EC4-FC2803697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Por ahora nos basta con saber leer y escribir archivos, y ojear tablas </a:t>
            </a:r>
          </a:p>
          <a:p>
            <a:endParaRPr lang="es-MX" dirty="0"/>
          </a:p>
          <a:p>
            <a:r>
              <a:rPr lang="es-MX" dirty="0"/>
              <a:t>https://pandas.pydata.org/docs/getting_started/intro_tutorials/03_subset_data.html#min-tut-03-subset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5C5D8-7AB1-EE6C-F22B-CED26DF1AF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93004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9510E-5F39-5A5E-5DED-6871C1AC2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739375"/>
            <a:ext cx="3207089" cy="2317334"/>
          </a:xfrm>
        </p:spPr>
        <p:txBody>
          <a:bodyPr/>
          <a:lstStyle/>
          <a:p>
            <a:r>
              <a:rPr lang="es-MX" dirty="0"/>
              <a:t>Está muy bien documentada y cuenta con muchos tutoriales oficiales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A307E-ABC9-6B8D-A7E3-65795F8E5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3259182"/>
            <a:ext cx="3207089" cy="1454867"/>
          </a:xfrm>
        </p:spPr>
        <p:txBody>
          <a:bodyPr/>
          <a:lstStyle/>
          <a:p>
            <a:r>
              <a:rPr lang="es-MX" sz="2000" dirty="0"/>
              <a:t>https://pandas.pydata.org/docs/getting_started/index.html#getting-started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15CC6-51BE-103B-8CA8-E40FB3FF02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EF0E16-6E3B-99EC-C128-990A62AC6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850" y="8826"/>
            <a:ext cx="538391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061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4E6DF-B3D5-186B-5EC3-735DD6EEE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251695"/>
            <a:ext cx="6761100" cy="857400"/>
          </a:xfrm>
        </p:spPr>
        <p:txBody>
          <a:bodyPr/>
          <a:lstStyle/>
          <a:p>
            <a:r>
              <a:rPr lang="es-MX" dirty="0"/>
              <a:t>Librerías para graficar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6F65C-6A2B-EB30-ECFB-BBF28A068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733550"/>
            <a:ext cx="3475748" cy="2980500"/>
          </a:xfrm>
        </p:spPr>
        <p:txBody>
          <a:bodyPr/>
          <a:lstStyle/>
          <a:p>
            <a:pPr marL="76200" indent="0">
              <a:buNone/>
            </a:pPr>
            <a:r>
              <a:rPr lang="es-MX" dirty="0" err="1"/>
              <a:t>GGPlot</a:t>
            </a:r>
            <a:endParaRPr lang="es-MX" dirty="0"/>
          </a:p>
          <a:p>
            <a:r>
              <a:rPr lang="es-MX" dirty="0"/>
              <a:t>“Más bonitas”</a:t>
            </a:r>
          </a:p>
          <a:p>
            <a:r>
              <a:rPr lang="es-MX" dirty="0"/>
              <a:t>Muchos lenguajes</a:t>
            </a:r>
          </a:p>
          <a:p>
            <a:r>
              <a:rPr lang="es-MX" dirty="0"/>
              <a:t>Sintaxis y lógica tipo Photoshop</a:t>
            </a:r>
          </a:p>
          <a:p>
            <a:r>
              <a:rPr lang="es-MX" dirty="0"/>
              <a:t>https://realpython.com/ggplot-python/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5CFAA-D0EB-4C8B-94EC-B538449D2B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B0D230C-C32B-A013-5076-0F867635DBBC}"/>
              </a:ext>
            </a:extLst>
          </p:cNvPr>
          <p:cNvSpPr txBox="1">
            <a:spLocks/>
          </p:cNvSpPr>
          <p:nvPr/>
        </p:nvSpPr>
        <p:spPr>
          <a:xfrm>
            <a:off x="4194048" y="1733550"/>
            <a:ext cx="3475748" cy="29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 err="1"/>
              <a:t>Matplotlib</a:t>
            </a:r>
            <a:endParaRPr lang="es-MX" dirty="0"/>
          </a:p>
          <a:p>
            <a:r>
              <a:rPr lang="es-MX" dirty="0"/>
              <a:t>Estándar en Python</a:t>
            </a:r>
          </a:p>
          <a:p>
            <a:r>
              <a:rPr lang="es-MX" dirty="0"/>
              <a:t>Sintaxis más familiar a una función normal</a:t>
            </a:r>
          </a:p>
          <a:p>
            <a:r>
              <a:rPr lang="es-MX" dirty="0"/>
              <a:t>https://matplotlib.org/stable/gallery/lines_bars_and_markers/index.html</a:t>
            </a:r>
          </a:p>
        </p:txBody>
      </p:sp>
    </p:spTree>
    <p:extLst>
      <p:ext uri="{BB962C8B-B14F-4D97-AF65-F5344CB8AC3E}">
        <p14:creationId xmlns:p14="http://schemas.microsoft.com/office/powerpoint/2010/main" val="39615298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4E6DF-B3D5-186B-5EC3-735DD6EEE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251695"/>
            <a:ext cx="6761100" cy="857400"/>
          </a:xfrm>
        </p:spPr>
        <p:txBody>
          <a:bodyPr/>
          <a:lstStyle/>
          <a:p>
            <a:r>
              <a:rPr lang="es-MX" dirty="0"/>
              <a:t>Librerías para graficar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6F65C-6A2B-EB30-ECFB-BBF28A068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109095"/>
            <a:ext cx="3475748" cy="2980500"/>
          </a:xfrm>
        </p:spPr>
        <p:txBody>
          <a:bodyPr/>
          <a:lstStyle/>
          <a:p>
            <a:pPr marL="76200" indent="0">
              <a:buNone/>
            </a:pPr>
            <a:r>
              <a:rPr lang="es-MX" dirty="0" err="1"/>
              <a:t>GGPlot</a:t>
            </a: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5CFAA-D0EB-4C8B-94EC-B538449D2B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B0D230C-C32B-A013-5076-0F867635DBBC}"/>
              </a:ext>
            </a:extLst>
          </p:cNvPr>
          <p:cNvSpPr txBox="1">
            <a:spLocks/>
          </p:cNvSpPr>
          <p:nvPr/>
        </p:nvSpPr>
        <p:spPr>
          <a:xfrm>
            <a:off x="4194048" y="1109095"/>
            <a:ext cx="3475748" cy="29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 err="1"/>
              <a:t>Matplotlib</a:t>
            </a:r>
            <a:endParaRPr lang="es-MX" dirty="0"/>
          </a:p>
        </p:txBody>
      </p:sp>
      <p:pic>
        <p:nvPicPr>
          <p:cNvPr id="7" name="Picture 6" descr="A graph of a normal distribution&#10;&#10;Description automatically generated">
            <a:extLst>
              <a:ext uri="{FF2B5EF4-FFF2-40B4-BE49-F238E27FC236}">
                <a16:creationId xmlns:a16="http://schemas.microsoft.com/office/drawing/2014/main" id="{B694EEB8-58BB-F1D0-B01A-4F29F16C8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048" y="1691251"/>
            <a:ext cx="4038600" cy="3028950"/>
          </a:xfrm>
          <a:prstGeom prst="rect">
            <a:avLst/>
          </a:prstGeom>
        </p:spPr>
      </p:pic>
      <p:pic>
        <p:nvPicPr>
          <p:cNvPr id="9" name="Picture 8" descr="A graph of different sizes of bars&#10;&#10;Description automatically generated with medium confidence">
            <a:extLst>
              <a:ext uri="{FF2B5EF4-FFF2-40B4-BE49-F238E27FC236}">
                <a16:creationId xmlns:a16="http://schemas.microsoft.com/office/drawing/2014/main" id="{4BD8492D-5950-7444-AB4D-04F6622F2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86" y="1810503"/>
            <a:ext cx="3792876" cy="29096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2B44A43-C060-87BC-FFFC-A32A6856C5E5}"/>
              </a:ext>
            </a:extLst>
          </p:cNvPr>
          <p:cNvSpPr txBox="1"/>
          <p:nvPr/>
        </p:nvSpPr>
        <p:spPr>
          <a:xfrm>
            <a:off x="365881" y="465776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https://realpython.com/ggplot-python/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082BBD-9627-DC7D-CFD1-3E5F717F87B2}"/>
              </a:ext>
            </a:extLst>
          </p:cNvPr>
          <p:cNvSpPr txBox="1"/>
          <p:nvPr/>
        </p:nvSpPr>
        <p:spPr>
          <a:xfrm>
            <a:off x="4194048" y="4642757"/>
            <a:ext cx="360871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dirty="0"/>
              <a:t>https://matplotlib.org/stable/gallery/statistics/histogram_features.html#sphx-glr-gallery-statistics-histogram-features-py</a:t>
            </a:r>
          </a:p>
        </p:txBody>
      </p:sp>
    </p:spTree>
    <p:extLst>
      <p:ext uri="{BB962C8B-B14F-4D97-AF65-F5344CB8AC3E}">
        <p14:creationId xmlns:p14="http://schemas.microsoft.com/office/powerpoint/2010/main" val="9606206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BE9B1-4B7F-78F2-38F6-FD407FC93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GGPlot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196B3-0E36-C524-520D-9623F5D400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31501-B67D-A917-CF03-2E5B1D665D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A4C083-B9BE-14B0-53C6-C91341DA35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542" b="18994"/>
          <a:stretch/>
        </p:blipFill>
        <p:spPr>
          <a:xfrm>
            <a:off x="718300" y="1596775"/>
            <a:ext cx="8346387" cy="2980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434D7E-D423-FA4B-210F-49F48817EEB7}"/>
              </a:ext>
            </a:extLst>
          </p:cNvPr>
          <p:cNvSpPr txBox="1"/>
          <p:nvPr/>
        </p:nvSpPr>
        <p:spPr>
          <a:xfrm>
            <a:off x="718300" y="471405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https://realpython.com/ggplot-python/</a:t>
            </a:r>
          </a:p>
        </p:txBody>
      </p:sp>
    </p:spTree>
    <p:extLst>
      <p:ext uri="{BB962C8B-B14F-4D97-AF65-F5344CB8AC3E}">
        <p14:creationId xmlns:p14="http://schemas.microsoft.com/office/powerpoint/2010/main" val="41910058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498F2-6077-17DD-EE1E-BBF37B139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69F6D-B237-6ED4-1797-BA1A1A073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B15E3-BA96-CCB6-1692-5BAFA5A97F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1A5E9C-2D10-095C-C272-85BF96056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5698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BE9B1-4B7F-78F2-38F6-FD407FC93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GGPlot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196B3-0E36-C524-520D-9623F5D40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571750"/>
            <a:ext cx="6761100" cy="2142300"/>
          </a:xfrm>
        </p:spPr>
        <p:txBody>
          <a:bodyPr/>
          <a:lstStyle/>
          <a:p>
            <a:r>
              <a:rPr lang="en-US" dirty="0" err="1"/>
              <a:t>Mandamos</a:t>
            </a:r>
            <a:r>
              <a:rPr lang="en-US" dirty="0"/>
              <a:t> a </a:t>
            </a:r>
            <a:r>
              <a:rPr lang="en-US" dirty="0" err="1"/>
              <a:t>llamar</a:t>
            </a:r>
            <a:r>
              <a:rPr lang="en-US" dirty="0"/>
              <a:t> de la li</a:t>
            </a:r>
            <a:r>
              <a:rPr lang="es-MX" dirty="0" err="1"/>
              <a:t>brería</a:t>
            </a:r>
            <a:r>
              <a:rPr lang="es-MX" dirty="0"/>
              <a:t> los datos y las funciones que necesitamos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31501-B67D-A917-CF03-2E5B1D665D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A4C083-B9BE-14B0-53C6-C91341DA35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542" b="79114"/>
          <a:stretch/>
        </p:blipFill>
        <p:spPr>
          <a:xfrm>
            <a:off x="718300" y="1596775"/>
            <a:ext cx="8346387" cy="7684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434D7E-D423-FA4B-210F-49F48817EEB7}"/>
              </a:ext>
            </a:extLst>
          </p:cNvPr>
          <p:cNvSpPr txBox="1"/>
          <p:nvPr/>
        </p:nvSpPr>
        <p:spPr>
          <a:xfrm>
            <a:off x="718300" y="471405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https://realpython.com/ggplot-python/</a:t>
            </a:r>
          </a:p>
        </p:txBody>
      </p:sp>
    </p:spTree>
    <p:extLst>
      <p:ext uri="{BB962C8B-B14F-4D97-AF65-F5344CB8AC3E}">
        <p14:creationId xmlns:p14="http://schemas.microsoft.com/office/powerpoint/2010/main" val="35218329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BE9B1-4B7F-78F2-38F6-FD407FC93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GGPlot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196B3-0E36-C524-520D-9623F5D40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4799" y="2031088"/>
            <a:ext cx="2505064" cy="1328634"/>
          </a:xfrm>
        </p:spPr>
        <p:txBody>
          <a:bodyPr/>
          <a:lstStyle/>
          <a:p>
            <a:pPr marL="76200" indent="0">
              <a:buNone/>
            </a:pPr>
            <a:r>
              <a:rPr lang="es-MX" dirty="0"/>
              <a:t>Carga los datos</a:t>
            </a:r>
          </a:p>
          <a:p>
            <a:pPr marL="76200" indent="0">
              <a:buNone/>
            </a:pPr>
            <a:r>
              <a:rPr lang="es-MX" dirty="0"/>
              <a:t>Escoge los ejes</a:t>
            </a:r>
          </a:p>
          <a:p>
            <a:pPr marL="76200" indent="0">
              <a:buNone/>
            </a:pPr>
            <a:r>
              <a:rPr lang="es-MX" dirty="0"/>
              <a:t>Selecciona tipo de gráfica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31501-B67D-A917-CF03-2E5B1D665D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434D7E-D423-FA4B-210F-49F48817EEB7}"/>
              </a:ext>
            </a:extLst>
          </p:cNvPr>
          <p:cNvSpPr txBox="1"/>
          <p:nvPr/>
        </p:nvSpPr>
        <p:spPr>
          <a:xfrm>
            <a:off x="718300" y="471405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https://realpython.com/ggplot-python/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B45ED1-CBBF-4E68-6309-BE37705E7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1088"/>
            <a:ext cx="5096836" cy="178864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3FE1A6-5608-7F43-7D3F-DEB1F3142A48}"/>
              </a:ext>
            </a:extLst>
          </p:cNvPr>
          <p:cNvCxnSpPr>
            <a:cxnSpLocks/>
          </p:cNvCxnSpPr>
          <p:nvPr/>
        </p:nvCxnSpPr>
        <p:spPr>
          <a:xfrm flipH="1">
            <a:off x="4062549" y="2384452"/>
            <a:ext cx="1384662" cy="1872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A0F0B2-9717-4B17-8FDE-4CFB75A1147D}"/>
              </a:ext>
            </a:extLst>
          </p:cNvPr>
          <p:cNvCxnSpPr>
            <a:cxnSpLocks/>
          </p:cNvCxnSpPr>
          <p:nvPr/>
        </p:nvCxnSpPr>
        <p:spPr>
          <a:xfrm flipH="1">
            <a:off x="4976948" y="2858882"/>
            <a:ext cx="470263" cy="922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13D805-D184-FE1D-E297-1F9538067F0E}"/>
              </a:ext>
            </a:extLst>
          </p:cNvPr>
          <p:cNvCxnSpPr>
            <a:cxnSpLocks/>
          </p:cNvCxnSpPr>
          <p:nvPr/>
        </p:nvCxnSpPr>
        <p:spPr>
          <a:xfrm flipH="1">
            <a:off x="3592286" y="3265714"/>
            <a:ext cx="1854925" cy="795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460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BE9B1-4B7F-78F2-38F6-FD407FC93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GGPlot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196B3-0E36-C524-520D-9623F5D40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4799" y="2031088"/>
            <a:ext cx="2505064" cy="1328634"/>
          </a:xfrm>
        </p:spPr>
        <p:txBody>
          <a:bodyPr/>
          <a:lstStyle/>
          <a:p>
            <a:pPr marL="76200" indent="0">
              <a:buNone/>
            </a:pPr>
            <a:r>
              <a:rPr lang="es-MX" dirty="0"/>
              <a:t>Carga los datos</a:t>
            </a:r>
          </a:p>
          <a:p>
            <a:pPr marL="76200" indent="0">
              <a:buNone/>
            </a:pPr>
            <a:r>
              <a:rPr lang="es-MX" dirty="0"/>
              <a:t>Escoge los ejes</a:t>
            </a:r>
          </a:p>
          <a:p>
            <a:pPr marL="76200" indent="0">
              <a:buNone/>
            </a:pPr>
            <a:r>
              <a:rPr lang="es-MX" dirty="0"/>
              <a:t>Selecciona tipo de gráfica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31501-B67D-A917-CF03-2E5B1D665D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434D7E-D423-FA4B-210F-49F48817EEB7}"/>
              </a:ext>
            </a:extLst>
          </p:cNvPr>
          <p:cNvSpPr txBox="1"/>
          <p:nvPr/>
        </p:nvSpPr>
        <p:spPr>
          <a:xfrm>
            <a:off x="718300" y="471405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https://realpython.com/ggplot-python/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B45ED1-CBBF-4E68-6309-BE37705E7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1088"/>
            <a:ext cx="5096836" cy="178864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3FE1A6-5608-7F43-7D3F-DEB1F3142A48}"/>
              </a:ext>
            </a:extLst>
          </p:cNvPr>
          <p:cNvCxnSpPr>
            <a:cxnSpLocks/>
          </p:cNvCxnSpPr>
          <p:nvPr/>
        </p:nvCxnSpPr>
        <p:spPr>
          <a:xfrm flipH="1">
            <a:off x="4062549" y="2384452"/>
            <a:ext cx="1384662" cy="1872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A0F0B2-9717-4B17-8FDE-4CFB75A1147D}"/>
              </a:ext>
            </a:extLst>
          </p:cNvPr>
          <p:cNvCxnSpPr>
            <a:cxnSpLocks/>
          </p:cNvCxnSpPr>
          <p:nvPr/>
        </p:nvCxnSpPr>
        <p:spPr>
          <a:xfrm flipH="1">
            <a:off x="4976948" y="2858882"/>
            <a:ext cx="470263" cy="922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13D805-D184-FE1D-E297-1F9538067F0E}"/>
              </a:ext>
            </a:extLst>
          </p:cNvPr>
          <p:cNvCxnSpPr>
            <a:cxnSpLocks/>
          </p:cNvCxnSpPr>
          <p:nvPr/>
        </p:nvCxnSpPr>
        <p:spPr>
          <a:xfrm flipH="1">
            <a:off x="3592286" y="3265714"/>
            <a:ext cx="1854925" cy="795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59237FF-6988-88F6-1D33-744F81439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68252"/>
            <a:ext cx="8869117" cy="393600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B59FC2-33F8-EAE9-6D62-DDF927B0653E}"/>
              </a:ext>
            </a:extLst>
          </p:cNvPr>
          <p:cNvSpPr txBox="1">
            <a:spLocks/>
          </p:cNvSpPr>
          <p:nvPr/>
        </p:nvSpPr>
        <p:spPr>
          <a:xfrm>
            <a:off x="4349931" y="4197651"/>
            <a:ext cx="3615250" cy="46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Se puede poner todo en una sola línea</a:t>
            </a:r>
          </a:p>
        </p:txBody>
      </p:sp>
    </p:spTree>
    <p:extLst>
      <p:ext uri="{BB962C8B-B14F-4D97-AF65-F5344CB8AC3E}">
        <p14:creationId xmlns:p14="http://schemas.microsoft.com/office/powerpoint/2010/main" val="10215362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BE9B1-4B7F-78F2-38F6-FD407FC93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GGPlot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196B3-0E36-C524-520D-9623F5D40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571750"/>
            <a:ext cx="6761100" cy="2142300"/>
          </a:xfrm>
        </p:spPr>
        <p:txBody>
          <a:bodyPr/>
          <a:lstStyle/>
          <a:p>
            <a:r>
              <a:rPr lang="es-MX" dirty="0"/>
              <a:t>Guardamos la figura en un archivo tipo png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31501-B67D-A917-CF03-2E5B1D665D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30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A4C083-B9BE-14B0-53C6-C91341DA35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8" t="71762" r="42506" b="18848"/>
          <a:stretch/>
        </p:blipFill>
        <p:spPr>
          <a:xfrm>
            <a:off x="718300" y="1911517"/>
            <a:ext cx="5408847" cy="3454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434D7E-D423-FA4B-210F-49F48817EEB7}"/>
              </a:ext>
            </a:extLst>
          </p:cNvPr>
          <p:cNvSpPr txBox="1"/>
          <p:nvPr/>
        </p:nvSpPr>
        <p:spPr>
          <a:xfrm>
            <a:off x="718300" y="471405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https://realpython.com/ggplot-python/</a:t>
            </a:r>
          </a:p>
        </p:txBody>
      </p:sp>
    </p:spTree>
    <p:extLst>
      <p:ext uri="{BB962C8B-B14F-4D97-AF65-F5344CB8AC3E}">
        <p14:creationId xmlns:p14="http://schemas.microsoft.com/office/powerpoint/2010/main" val="8131173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BD0F0-1F7E-EF99-CFF8-C2D8D7CC6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GGPlot</a:t>
            </a:r>
            <a:r>
              <a:rPr lang="es-MX" dirty="0"/>
              <a:t> – </a:t>
            </a:r>
            <a:r>
              <a:rPr lang="es-MX" dirty="0" err="1"/>
              <a:t>Scatterplot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AEC0E-A7DA-3EC4-78E4-1C82BC225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15246" y="1733550"/>
            <a:ext cx="3064154" cy="2980500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D8B74-D790-B23C-1AA9-EDA605E159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31</a:t>
            </a:fld>
            <a:endParaRPr lang="en"/>
          </a:p>
        </p:txBody>
      </p:sp>
      <p:pic>
        <p:nvPicPr>
          <p:cNvPr id="6" name="Picture 5" descr="A graph of a graph with black dots&#10;&#10;Description automatically generated with medium confidence">
            <a:extLst>
              <a:ext uri="{FF2B5EF4-FFF2-40B4-BE49-F238E27FC236}">
                <a16:creationId xmlns:a16="http://schemas.microsoft.com/office/drawing/2014/main" id="{5898CECE-13B2-0ACC-4611-88A472291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70" y="1733550"/>
            <a:ext cx="3383280" cy="25954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989411-87AB-7311-7D9E-B61F903B4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897" y="1784091"/>
            <a:ext cx="4681919" cy="123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154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BD0F0-1F7E-EF99-CFF8-C2D8D7CC6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GGPlot</a:t>
            </a:r>
            <a:r>
              <a:rPr lang="es-MX" dirty="0"/>
              <a:t> – Histograma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AEC0E-A7DA-3EC4-78E4-1C82BC225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15246" y="1733550"/>
            <a:ext cx="3064154" cy="2980500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D8B74-D790-B23C-1AA9-EDA605E159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32</a:t>
            </a:fld>
            <a:endParaRPr lang="e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4CD259-BBB4-A1B8-425D-AC64F5057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896" y="1784091"/>
            <a:ext cx="4535407" cy="1259216"/>
          </a:xfrm>
          <a:prstGeom prst="rect">
            <a:avLst/>
          </a:prstGeom>
        </p:spPr>
      </p:pic>
      <p:pic>
        <p:nvPicPr>
          <p:cNvPr id="10" name="Picture 9" descr="A graph of different sizes of bars&#10;&#10;Description automatically generated with medium confidence">
            <a:extLst>
              <a:ext uri="{FF2B5EF4-FFF2-40B4-BE49-F238E27FC236}">
                <a16:creationId xmlns:a16="http://schemas.microsoft.com/office/drawing/2014/main" id="{1CFF57AA-31E6-3253-92A4-1DD1F3F03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26" y="1686011"/>
            <a:ext cx="3885170" cy="298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856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B1DAE-92C5-E674-1C67-9469854A8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GGPlot</a:t>
            </a:r>
            <a:r>
              <a:rPr lang="es-MX" dirty="0"/>
              <a:t> - </a:t>
            </a:r>
            <a:r>
              <a:rPr lang="es-MX" dirty="0" err="1"/>
              <a:t>Boxplot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2155B-B6C4-E498-A704-BDA6C65FD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2E4CF-79ED-73E5-9184-DF2E651812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33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B51DB5-2A38-56B8-3169-2D130E261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779" y="1821336"/>
            <a:ext cx="4427215" cy="2006081"/>
          </a:xfrm>
          <a:prstGeom prst="rect">
            <a:avLst/>
          </a:prstGeom>
        </p:spPr>
      </p:pic>
      <p:pic>
        <p:nvPicPr>
          <p:cNvPr id="8" name="Picture 7" descr="A graph showing the number of different types of candlesticks&#10;&#10;Description automatically generated with medium confidence">
            <a:extLst>
              <a:ext uri="{FF2B5EF4-FFF2-40B4-BE49-F238E27FC236}">
                <a16:creationId xmlns:a16="http://schemas.microsoft.com/office/drawing/2014/main" id="{D374405E-4F3A-C4BE-3F2C-8BCADE232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18" y="1644827"/>
            <a:ext cx="4172204" cy="315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69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648EC-1289-B668-BEF4-3C49E4B30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GGPlot</a:t>
            </a:r>
            <a:r>
              <a:rPr lang="es-MX" dirty="0"/>
              <a:t> - </a:t>
            </a:r>
            <a:r>
              <a:rPr lang="es-MX" dirty="0" err="1"/>
              <a:t>Heatmap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83838-9EF8-0D4C-049B-8F8DB75CA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5350" y="2795450"/>
            <a:ext cx="3184049" cy="1918599"/>
          </a:xfrm>
        </p:spPr>
        <p:txBody>
          <a:bodyPr/>
          <a:lstStyle/>
          <a:p>
            <a:r>
              <a:rPr lang="es-MX" sz="1800" dirty="0"/>
              <a:t>https://plotnine.org/gallery/annotated-heatmap.html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90E9B-14CE-DD32-5D4C-EFCD9B808E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34</a:t>
            </a:fld>
            <a:endParaRPr lang="en"/>
          </a:p>
        </p:txBody>
      </p:sp>
      <p:pic>
        <p:nvPicPr>
          <p:cNvPr id="6" name="Picture 5" descr="A chart of different colors&#10;&#10;Description automatically generated">
            <a:extLst>
              <a:ext uri="{FF2B5EF4-FFF2-40B4-BE49-F238E27FC236}">
                <a16:creationId xmlns:a16="http://schemas.microsoft.com/office/drawing/2014/main" id="{0922513B-B042-EA6C-8E8C-CA27D4351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60" y="1733550"/>
            <a:ext cx="4125691" cy="30942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4E1C55-4466-B788-3D2B-6C7770194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4" y="859980"/>
            <a:ext cx="8329559" cy="148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003183"/>
      </p:ext>
    </p:extLst>
  </p:cSld>
  <p:clrMapOvr>
    <a:masterClrMapping/>
  </p:clrMapOvr>
</p:sld>
</file>

<file path=ppt/theme/theme1.xml><?xml version="1.0" encoding="utf-8"?>
<a:theme xmlns:a="http://schemas.openxmlformats.org/drawingml/2006/main" name="Mowbray template">
  <a:themeElements>
    <a:clrScheme name="C3 Idea 1">
      <a:dk1>
        <a:srgbClr val="0F6082"/>
      </a:dk1>
      <a:lt1>
        <a:srgbClr val="F6EAD1"/>
      </a:lt1>
      <a:dk2>
        <a:srgbClr val="093C51"/>
      </a:dk2>
      <a:lt2>
        <a:srgbClr val="E9F4FB"/>
      </a:lt2>
      <a:accent1>
        <a:srgbClr val="5386A4"/>
      </a:accent1>
      <a:accent2>
        <a:srgbClr val="E9CB8D"/>
      </a:accent2>
      <a:accent3>
        <a:srgbClr val="C9E3F6"/>
      </a:accent3>
      <a:accent4>
        <a:srgbClr val="71A9BF"/>
      </a:accent4>
      <a:accent5>
        <a:srgbClr val="0F6082"/>
      </a:accent5>
      <a:accent6>
        <a:srgbClr val="6FAEC8"/>
      </a:accent6>
      <a:hlink>
        <a:srgbClr val="E9CB8D"/>
      </a:hlink>
      <a:folHlink>
        <a:srgbClr val="E9CB8D"/>
      </a:folHlink>
    </a:clrScheme>
    <a:fontScheme name="Custom 1">
      <a:majorFont>
        <a:latin typeface="Exo"/>
        <a:ea typeface=""/>
        <a:cs typeface=""/>
      </a:majorFont>
      <a:minorFont>
        <a:latin typeface="Alegrey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wbray · SlidesCarnival colores c3 template" id="{BDF81AEB-CF00-443C-8459-389E8714FB5F}" vid="{B4CCEA33-2A96-4F2F-B516-DD39C0EBEA65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c3</Template>
  <TotalTime>1027</TotalTime>
  <Words>871</Words>
  <Application>Microsoft Office PowerPoint</Application>
  <PresentationFormat>On-screen Show (16:9)</PresentationFormat>
  <Paragraphs>143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Titillium Web Light</vt:lpstr>
      <vt:lpstr>Arial</vt:lpstr>
      <vt:lpstr>Dosis ExtraLight</vt:lpstr>
      <vt:lpstr>Mowbray template</vt:lpstr>
      <vt:lpstr>Librerías externas</vt:lpstr>
      <vt:lpstr>Una librería (library)  es un código preparado para correrse en diversos lugares</vt:lpstr>
      <vt:lpstr>En otro programa creamos una función que queremos usar</vt:lpstr>
      <vt:lpstr>La mandamos a llamar con import en nuestro código</vt:lpstr>
      <vt:lpstr>Sintaxis import</vt:lpstr>
      <vt:lpstr>Sintaxis import  funciones</vt:lpstr>
      <vt:lpstr>Sintaxis import  variables</vt:lpstr>
      <vt:lpstr>Podemos usar alias para las librerías con as</vt:lpstr>
      <vt:lpstr>Se pueden extraer elementos específicos de la librería</vt:lpstr>
      <vt:lpstr>Para importar muchos elementos se pueden usar varios import  o separar los elementos por comas</vt:lpstr>
      <vt:lpstr>Las librerías Python las busca en el lugar donde está instalado y donde está corriendo</vt:lpstr>
      <vt:lpstr>Hay muchas librerías que ya vienen instaladas en Python y sólo hay que llamarlas</vt:lpstr>
      <vt:lpstr>Pip es el administrador de librerías de Python</vt:lpstr>
      <vt:lpstr>Pip es el administrador de librerías de Python</vt:lpstr>
      <vt:lpstr>Por default instala la versión más reciente de la librería, pero se puede especificar</vt:lpstr>
      <vt:lpstr>Por default instala la versión más reciente de la librería, pero se puede especificar</vt:lpstr>
      <vt:lpstr>Pandas es una librería usada para manipular tablas (csv, tsv y Excel)</vt:lpstr>
      <vt:lpstr>Puede leer muchos formatos y escribir archivos en ellos</vt:lpstr>
      <vt:lpstr>Puede leer muchos formatos y escribir archivos en ellos</vt:lpstr>
      <vt:lpstr>Pandas ya tiene muchos métodos para manipular tablas</vt:lpstr>
      <vt:lpstr>Es necesario conocer Pandas porque muchas librerías lo usan</vt:lpstr>
      <vt:lpstr>Está muy bien documentada y cuenta con muchos tutoriales oficiales</vt:lpstr>
      <vt:lpstr>Librerías para graficar</vt:lpstr>
      <vt:lpstr>Librerías para graficar</vt:lpstr>
      <vt:lpstr>GGPlot</vt:lpstr>
      <vt:lpstr>PowerPoint Presentation</vt:lpstr>
      <vt:lpstr>GGPlot</vt:lpstr>
      <vt:lpstr>GGPlot</vt:lpstr>
      <vt:lpstr>GGPlot</vt:lpstr>
      <vt:lpstr>GGPlot</vt:lpstr>
      <vt:lpstr>GGPlot – Scatterplot</vt:lpstr>
      <vt:lpstr>GGPlot – Histograma</vt:lpstr>
      <vt:lpstr>GGPlot - Boxplot</vt:lpstr>
      <vt:lpstr>GGPlot - Heatmap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Python: Variables</dc:title>
  <dc:creator>Fernando Fontove</dc:creator>
  <cp:lastModifiedBy>Fernando Fontove</cp:lastModifiedBy>
  <cp:revision>3</cp:revision>
  <dcterms:created xsi:type="dcterms:W3CDTF">2023-08-17T04:46:33Z</dcterms:created>
  <dcterms:modified xsi:type="dcterms:W3CDTF">2025-10-23T21:24:52Z</dcterms:modified>
</cp:coreProperties>
</file>