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22"/>
  </p:notesMasterIdLst>
  <p:handoutMasterIdLst>
    <p:handoutMasterId r:id="rId23"/>
  </p:handoutMasterIdLst>
  <p:sldIdLst>
    <p:sldId id="256" r:id="rId2"/>
    <p:sldId id="261" r:id="rId3"/>
    <p:sldId id="262" r:id="rId4"/>
    <p:sldId id="271" r:id="rId5"/>
    <p:sldId id="263" r:id="rId6"/>
    <p:sldId id="265" r:id="rId7"/>
    <p:sldId id="266" r:id="rId8"/>
    <p:sldId id="267" r:id="rId9"/>
    <p:sldId id="268" r:id="rId10"/>
    <p:sldId id="269" r:id="rId11"/>
    <p:sldId id="270" r:id="rId12"/>
    <p:sldId id="272" r:id="rId13"/>
    <p:sldId id="273" r:id="rId14"/>
    <p:sldId id="277" r:id="rId15"/>
    <p:sldId id="276" r:id="rId16"/>
    <p:sldId id="278" r:id="rId17"/>
    <p:sldId id="279" r:id="rId18"/>
    <p:sldId id="274" r:id="rId19"/>
    <p:sldId id="275" r:id="rId20"/>
    <p:sldId id="280" r:id="rId21"/>
  </p:sldIdLst>
  <p:sldSz cx="9144000" cy="5143500" type="screen16x9"/>
  <p:notesSz cx="6858000" cy="9144000"/>
  <p:embeddedFontLst>
    <p:embeddedFont>
      <p:font typeface="Dosis ExtraLight" pitchFamily="2" charset="0"/>
      <p:regular r:id="rId24"/>
      <p:bold r:id="rId25"/>
    </p:embeddedFont>
    <p:embeddedFont>
      <p:font typeface="Exo" pitchFamily="2" charset="0"/>
      <p:regular r:id="rId26"/>
      <p:bold r:id="rId27"/>
      <p:italic r:id="rId28"/>
      <p:boldItalic r:id="rId29"/>
    </p:embeddedFont>
    <p:embeddedFont>
      <p:font typeface="Titillium Web Light" panose="00000400000000000000" pitchFamily="2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F24753E-8A85-4BEE-97E2-441CDA198357}">
  <a:tblStyle styleId="{0F24753E-8A85-4BEE-97E2-441CDA1983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A787F38-7B79-44E3-ACA7-109338EB0D0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5074" autoAdjust="0"/>
    <p:restoredTop sz="96652" autoAdjust="0"/>
  </p:normalViewPr>
  <p:slideViewPr>
    <p:cSldViewPr snapToGrid="0">
      <p:cViewPr varScale="1">
        <p:scale>
          <a:sx n="108" d="100"/>
          <a:sy n="108" d="100"/>
        </p:scale>
        <p:origin x="82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font" Target="fonts/font5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nando Fontove" userId="39bcb981d82c3800" providerId="LiveId" clId="{9D6E8B82-6ADF-4099-BE36-0A7748D859B7}"/>
    <pc:docChg chg="undo custSel modSld">
      <pc:chgData name="Fernando Fontove" userId="39bcb981d82c3800" providerId="LiveId" clId="{9D6E8B82-6ADF-4099-BE36-0A7748D859B7}" dt="2026-09-08T17:33:49.626" v="33" actId="14100"/>
      <pc:docMkLst>
        <pc:docMk/>
      </pc:docMkLst>
      <pc:sldChg chg="modSp mod">
        <pc:chgData name="Fernando Fontove" userId="39bcb981d82c3800" providerId="LiveId" clId="{9D6E8B82-6ADF-4099-BE36-0A7748D859B7}" dt="2026-09-03T17:51:54.046" v="28" actId="20577"/>
        <pc:sldMkLst>
          <pc:docMk/>
          <pc:sldMk cId="0" sldId="261"/>
        </pc:sldMkLst>
        <pc:spChg chg="mod">
          <ac:chgData name="Fernando Fontove" userId="39bcb981d82c3800" providerId="LiveId" clId="{9D6E8B82-6ADF-4099-BE36-0A7748D859B7}" dt="2026-09-03T17:51:54.046" v="28" actId="20577"/>
          <ac:spMkLst>
            <pc:docMk/>
            <pc:sldMk cId="0" sldId="261"/>
            <ac:spMk id="3871" creationId="{00000000-0000-0000-0000-000000000000}"/>
          </ac:spMkLst>
        </pc:spChg>
      </pc:sldChg>
      <pc:sldChg chg="delSp mod">
        <pc:chgData name="Fernando Fontove" userId="39bcb981d82c3800" providerId="LiveId" clId="{9D6E8B82-6ADF-4099-BE36-0A7748D859B7}" dt="2026-09-08T16:44:14.401" v="29" actId="478"/>
        <pc:sldMkLst>
          <pc:docMk/>
          <pc:sldMk cId="1202354434" sldId="263"/>
        </pc:sldMkLst>
        <pc:spChg chg="del">
          <ac:chgData name="Fernando Fontove" userId="39bcb981d82c3800" providerId="LiveId" clId="{9D6E8B82-6ADF-4099-BE36-0A7748D859B7}" dt="2026-09-08T16:44:14.401" v="29" actId="478"/>
          <ac:spMkLst>
            <pc:docMk/>
            <pc:sldMk cId="1202354434" sldId="263"/>
            <ac:spMk id="3871" creationId="{00000000-0000-0000-0000-000000000000}"/>
          </ac:spMkLst>
        </pc:spChg>
      </pc:sldChg>
      <pc:sldChg chg="modSp mod">
        <pc:chgData name="Fernando Fontove" userId="39bcb981d82c3800" providerId="LiveId" clId="{9D6E8B82-6ADF-4099-BE36-0A7748D859B7}" dt="2026-09-08T17:33:49.626" v="33" actId="14100"/>
        <pc:sldMkLst>
          <pc:docMk/>
          <pc:sldMk cId="4058022250" sldId="274"/>
        </pc:sldMkLst>
        <pc:picChg chg="mod">
          <ac:chgData name="Fernando Fontove" userId="39bcb981d82c3800" providerId="LiveId" clId="{9D6E8B82-6ADF-4099-BE36-0A7748D859B7}" dt="2026-09-08T17:33:49.626" v="33" actId="14100"/>
          <ac:picMkLst>
            <pc:docMk/>
            <pc:sldMk cId="4058022250" sldId="274"/>
            <ac:picMk id="5" creationId="{CDD996E0-E802-820A-1F1E-5F4B4C9DD5D7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C32D9D-B9D2-706C-F0D5-63607544956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B78AC7-EDBD-5075-676D-23DD10D18C2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F0F71C-9B7B-4816-9D84-3832C03BFD09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CDD83E-56FD-4A3B-34CC-B697506CB3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0749BE-5CFF-BB39-6C05-AE14673955A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982FD6-881B-41D5-9C91-1514E5182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289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3" name="Google Shape;383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4" name="Google Shape;383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7" name="Google Shape;386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8" name="Google Shape;386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7" name="Google Shape;386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8" name="Google Shape;386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56046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7" name="Google Shape;386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8" name="Google Shape;386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75349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7" name="Google Shape;386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8" name="Google Shape;386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23156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7" name="Google Shape;386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8" name="Google Shape;386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En particular prueben </a:t>
            </a:r>
            <a:r>
              <a:rPr lang="es-MX" dirty="0" err="1"/>
              <a:t>bool</a:t>
            </a:r>
            <a:r>
              <a:rPr lang="es-MX" dirty="0"/>
              <a:t> + </a:t>
            </a:r>
            <a:r>
              <a:rPr lang="es-MX" dirty="0" err="1"/>
              <a:t>bool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248821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7" name="Google Shape;386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8" name="Google Shape;386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16602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7" name="Google Shape;386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8" name="Google Shape;386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38299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7" name="Google Shape;386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8" name="Google Shape;386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52905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7" name="Google Shape;386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8" name="Google Shape;386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98152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7" name="Google Shape;386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8" name="Google Shape;386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00105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7" name="Google Shape;386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8" name="Google Shape;386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20618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7" name="Google Shape;386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8" name="Google Shape;386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82029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7" name="Google Shape;386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8" name="Google Shape;386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98536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7" name="Google Shape;386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8" name="Google Shape;386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52084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7" name="Google Shape;386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8" name="Google Shape;386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0843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7" name="Google Shape;386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8" name="Google Shape;386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77285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7" name="Google Shape;386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8" name="Google Shape;386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63235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7" name="Google Shape;386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8" name="Google Shape;386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39763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7" name="Google Shape;386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8" name="Google Shape;386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5857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accent5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62000" y="696425"/>
            <a:ext cx="5396700" cy="11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 rot="10800000">
            <a:off x="8705367" y="28698"/>
            <a:ext cx="410132" cy="5086302"/>
            <a:chOff x="836200" y="238125"/>
            <a:chExt cx="422425" cy="5238750"/>
          </a:xfrm>
        </p:grpSpPr>
        <p:sp>
          <p:nvSpPr>
            <p:cNvPr id="12" name="Google Shape;12;p2"/>
            <p:cNvSpPr/>
            <p:nvPr/>
          </p:nvSpPr>
          <p:spPr>
            <a:xfrm>
              <a:off x="8362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362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362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362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362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362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362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362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362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8362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362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8362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362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8362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362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362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8362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362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8362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8362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362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8362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8362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362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362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8362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8362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8362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8362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8362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8362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8362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8362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8362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8362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9867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9867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9867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9867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9867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9867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9867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9867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9867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9867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9867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9867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9867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9867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9867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9867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9867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9867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9867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9867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9867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9867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9867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11372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11372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11372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11372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11372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11372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11372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11372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11372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11372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11372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11372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11372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11372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11372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11372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11372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11372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11372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11372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11372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11372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" name="Google Shape;92;p2"/>
          <p:cNvGrpSpPr/>
          <p:nvPr/>
        </p:nvGrpSpPr>
        <p:grpSpPr>
          <a:xfrm rot="10800000">
            <a:off x="6659535" y="28698"/>
            <a:ext cx="2309844" cy="5086302"/>
            <a:chOff x="986700" y="238125"/>
            <a:chExt cx="2379075" cy="5238750"/>
          </a:xfrm>
        </p:grpSpPr>
        <p:sp>
          <p:nvSpPr>
            <p:cNvPr id="93" name="Google Shape;93;p2"/>
            <p:cNvSpPr/>
            <p:nvPr/>
          </p:nvSpPr>
          <p:spPr>
            <a:xfrm>
              <a:off x="9867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9867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9867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9867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9867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9867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9867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9867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9867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9867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9867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9867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1372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11372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11372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11372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11372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11372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11372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11372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1372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1372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11372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11372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11372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12877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12877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12877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12877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12877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12877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12877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12877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12877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12877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12877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12877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12877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12877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12877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12877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12877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12877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12877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12877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14382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14382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14382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14382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14382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14382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14382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14382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14382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14382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14382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14382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14382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14382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14382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14382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14382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14382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14382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14382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14382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14382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14382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14382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14382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14382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14382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14382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14382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14382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14382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15887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15887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15887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15887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15887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15887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15887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15887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"/>
            <p:cNvSpPr/>
            <p:nvPr/>
          </p:nvSpPr>
          <p:spPr>
            <a:xfrm>
              <a:off x="15887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15887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15887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15887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15887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15887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"/>
            <p:cNvSpPr/>
            <p:nvPr/>
          </p:nvSpPr>
          <p:spPr>
            <a:xfrm>
              <a:off x="15887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15887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15887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"/>
            <p:cNvSpPr/>
            <p:nvPr/>
          </p:nvSpPr>
          <p:spPr>
            <a:xfrm>
              <a:off x="15887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15887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17392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"/>
            <p:cNvSpPr/>
            <p:nvPr/>
          </p:nvSpPr>
          <p:spPr>
            <a:xfrm>
              <a:off x="17392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17392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17392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"/>
            <p:cNvSpPr/>
            <p:nvPr/>
          </p:nvSpPr>
          <p:spPr>
            <a:xfrm>
              <a:off x="17392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17392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"/>
            <p:cNvSpPr/>
            <p:nvPr/>
          </p:nvSpPr>
          <p:spPr>
            <a:xfrm>
              <a:off x="17392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"/>
            <p:cNvSpPr/>
            <p:nvPr/>
          </p:nvSpPr>
          <p:spPr>
            <a:xfrm>
              <a:off x="17392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"/>
            <p:cNvSpPr/>
            <p:nvPr/>
          </p:nvSpPr>
          <p:spPr>
            <a:xfrm>
              <a:off x="17392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17392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"/>
            <p:cNvSpPr/>
            <p:nvPr/>
          </p:nvSpPr>
          <p:spPr>
            <a:xfrm>
              <a:off x="17392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18897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188975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"/>
            <p:cNvSpPr/>
            <p:nvPr/>
          </p:nvSpPr>
          <p:spPr>
            <a:xfrm>
              <a:off x="188975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18897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"/>
            <p:cNvSpPr/>
            <p:nvPr/>
          </p:nvSpPr>
          <p:spPr>
            <a:xfrm>
              <a:off x="18897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"/>
            <p:cNvSpPr/>
            <p:nvPr/>
          </p:nvSpPr>
          <p:spPr>
            <a:xfrm>
              <a:off x="20402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"/>
            <p:cNvSpPr/>
            <p:nvPr/>
          </p:nvSpPr>
          <p:spPr>
            <a:xfrm>
              <a:off x="20402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"/>
            <p:cNvSpPr/>
            <p:nvPr/>
          </p:nvSpPr>
          <p:spPr>
            <a:xfrm>
              <a:off x="20402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"/>
            <p:cNvSpPr/>
            <p:nvPr/>
          </p:nvSpPr>
          <p:spPr>
            <a:xfrm>
              <a:off x="21907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"/>
            <p:cNvSpPr/>
            <p:nvPr/>
          </p:nvSpPr>
          <p:spPr>
            <a:xfrm>
              <a:off x="23413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"/>
            <p:cNvSpPr/>
            <p:nvPr/>
          </p:nvSpPr>
          <p:spPr>
            <a:xfrm>
              <a:off x="2642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"/>
            <p:cNvSpPr/>
            <p:nvPr/>
          </p:nvSpPr>
          <p:spPr>
            <a:xfrm>
              <a:off x="2642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"/>
            <p:cNvSpPr/>
            <p:nvPr/>
          </p:nvSpPr>
          <p:spPr>
            <a:xfrm>
              <a:off x="32443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2" name="Google Shape;212;p2"/>
          <p:cNvGrpSpPr/>
          <p:nvPr/>
        </p:nvGrpSpPr>
        <p:grpSpPr>
          <a:xfrm rot="10800000">
            <a:off x="6367294" y="28698"/>
            <a:ext cx="2017554" cy="5086302"/>
            <a:chOff x="1588750" y="238125"/>
            <a:chExt cx="2078025" cy="5238750"/>
          </a:xfrm>
        </p:grpSpPr>
        <p:sp>
          <p:nvSpPr>
            <p:cNvPr id="213" name="Google Shape;213;p2"/>
            <p:cNvSpPr/>
            <p:nvPr/>
          </p:nvSpPr>
          <p:spPr>
            <a:xfrm>
              <a:off x="15887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"/>
            <p:cNvSpPr/>
            <p:nvPr/>
          </p:nvSpPr>
          <p:spPr>
            <a:xfrm>
              <a:off x="15887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"/>
            <p:cNvSpPr/>
            <p:nvPr/>
          </p:nvSpPr>
          <p:spPr>
            <a:xfrm>
              <a:off x="15887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"/>
            <p:cNvSpPr/>
            <p:nvPr/>
          </p:nvSpPr>
          <p:spPr>
            <a:xfrm>
              <a:off x="15887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"/>
            <p:cNvSpPr/>
            <p:nvPr/>
          </p:nvSpPr>
          <p:spPr>
            <a:xfrm>
              <a:off x="15887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"/>
            <p:cNvSpPr/>
            <p:nvPr/>
          </p:nvSpPr>
          <p:spPr>
            <a:xfrm>
              <a:off x="15887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"/>
            <p:cNvSpPr/>
            <p:nvPr/>
          </p:nvSpPr>
          <p:spPr>
            <a:xfrm>
              <a:off x="17392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"/>
            <p:cNvSpPr/>
            <p:nvPr/>
          </p:nvSpPr>
          <p:spPr>
            <a:xfrm>
              <a:off x="17392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"/>
            <p:cNvSpPr/>
            <p:nvPr/>
          </p:nvSpPr>
          <p:spPr>
            <a:xfrm>
              <a:off x="17392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"/>
            <p:cNvSpPr/>
            <p:nvPr/>
          </p:nvSpPr>
          <p:spPr>
            <a:xfrm>
              <a:off x="17392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"/>
            <p:cNvSpPr/>
            <p:nvPr/>
          </p:nvSpPr>
          <p:spPr>
            <a:xfrm>
              <a:off x="17392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"/>
            <p:cNvSpPr/>
            <p:nvPr/>
          </p:nvSpPr>
          <p:spPr>
            <a:xfrm>
              <a:off x="17392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"/>
            <p:cNvSpPr/>
            <p:nvPr/>
          </p:nvSpPr>
          <p:spPr>
            <a:xfrm>
              <a:off x="17392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"/>
            <p:cNvSpPr/>
            <p:nvPr/>
          </p:nvSpPr>
          <p:spPr>
            <a:xfrm>
              <a:off x="188975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"/>
            <p:cNvSpPr/>
            <p:nvPr/>
          </p:nvSpPr>
          <p:spPr>
            <a:xfrm>
              <a:off x="188975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"/>
            <p:cNvSpPr/>
            <p:nvPr/>
          </p:nvSpPr>
          <p:spPr>
            <a:xfrm>
              <a:off x="188975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"/>
            <p:cNvSpPr/>
            <p:nvPr/>
          </p:nvSpPr>
          <p:spPr>
            <a:xfrm>
              <a:off x="188975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"/>
            <p:cNvSpPr/>
            <p:nvPr/>
          </p:nvSpPr>
          <p:spPr>
            <a:xfrm>
              <a:off x="18897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"/>
            <p:cNvSpPr/>
            <p:nvPr/>
          </p:nvSpPr>
          <p:spPr>
            <a:xfrm>
              <a:off x="188975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"/>
            <p:cNvSpPr/>
            <p:nvPr/>
          </p:nvSpPr>
          <p:spPr>
            <a:xfrm>
              <a:off x="188975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"/>
            <p:cNvSpPr/>
            <p:nvPr/>
          </p:nvSpPr>
          <p:spPr>
            <a:xfrm>
              <a:off x="188975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"/>
            <p:cNvSpPr/>
            <p:nvPr/>
          </p:nvSpPr>
          <p:spPr>
            <a:xfrm>
              <a:off x="188975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"/>
            <p:cNvSpPr/>
            <p:nvPr/>
          </p:nvSpPr>
          <p:spPr>
            <a:xfrm>
              <a:off x="18897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"/>
            <p:cNvSpPr/>
            <p:nvPr/>
          </p:nvSpPr>
          <p:spPr>
            <a:xfrm>
              <a:off x="188975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"/>
            <p:cNvSpPr/>
            <p:nvPr/>
          </p:nvSpPr>
          <p:spPr>
            <a:xfrm>
              <a:off x="188975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"/>
            <p:cNvSpPr/>
            <p:nvPr/>
          </p:nvSpPr>
          <p:spPr>
            <a:xfrm>
              <a:off x="188975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"/>
            <p:cNvSpPr/>
            <p:nvPr/>
          </p:nvSpPr>
          <p:spPr>
            <a:xfrm>
              <a:off x="188975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"/>
            <p:cNvSpPr/>
            <p:nvPr/>
          </p:nvSpPr>
          <p:spPr>
            <a:xfrm>
              <a:off x="188975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"/>
            <p:cNvSpPr/>
            <p:nvPr/>
          </p:nvSpPr>
          <p:spPr>
            <a:xfrm>
              <a:off x="188975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"/>
            <p:cNvSpPr/>
            <p:nvPr/>
          </p:nvSpPr>
          <p:spPr>
            <a:xfrm>
              <a:off x="18897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"/>
            <p:cNvSpPr/>
            <p:nvPr/>
          </p:nvSpPr>
          <p:spPr>
            <a:xfrm>
              <a:off x="188975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"/>
            <p:cNvSpPr/>
            <p:nvPr/>
          </p:nvSpPr>
          <p:spPr>
            <a:xfrm>
              <a:off x="188975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"/>
            <p:cNvSpPr/>
            <p:nvPr/>
          </p:nvSpPr>
          <p:spPr>
            <a:xfrm>
              <a:off x="20402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"/>
            <p:cNvSpPr/>
            <p:nvPr/>
          </p:nvSpPr>
          <p:spPr>
            <a:xfrm>
              <a:off x="20402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"/>
            <p:cNvSpPr/>
            <p:nvPr/>
          </p:nvSpPr>
          <p:spPr>
            <a:xfrm>
              <a:off x="20402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"/>
            <p:cNvSpPr/>
            <p:nvPr/>
          </p:nvSpPr>
          <p:spPr>
            <a:xfrm>
              <a:off x="20402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"/>
            <p:cNvSpPr/>
            <p:nvPr/>
          </p:nvSpPr>
          <p:spPr>
            <a:xfrm>
              <a:off x="20402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"/>
            <p:cNvSpPr/>
            <p:nvPr/>
          </p:nvSpPr>
          <p:spPr>
            <a:xfrm>
              <a:off x="20402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"/>
            <p:cNvSpPr/>
            <p:nvPr/>
          </p:nvSpPr>
          <p:spPr>
            <a:xfrm>
              <a:off x="20402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"/>
            <p:cNvSpPr/>
            <p:nvPr/>
          </p:nvSpPr>
          <p:spPr>
            <a:xfrm>
              <a:off x="20402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"/>
            <p:cNvSpPr/>
            <p:nvPr/>
          </p:nvSpPr>
          <p:spPr>
            <a:xfrm>
              <a:off x="20402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"/>
            <p:cNvSpPr/>
            <p:nvPr/>
          </p:nvSpPr>
          <p:spPr>
            <a:xfrm>
              <a:off x="20402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"/>
            <p:cNvSpPr/>
            <p:nvPr/>
          </p:nvSpPr>
          <p:spPr>
            <a:xfrm>
              <a:off x="20402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"/>
            <p:cNvSpPr/>
            <p:nvPr/>
          </p:nvSpPr>
          <p:spPr>
            <a:xfrm>
              <a:off x="20402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"/>
            <p:cNvSpPr/>
            <p:nvPr/>
          </p:nvSpPr>
          <p:spPr>
            <a:xfrm>
              <a:off x="20402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"/>
            <p:cNvSpPr/>
            <p:nvPr/>
          </p:nvSpPr>
          <p:spPr>
            <a:xfrm>
              <a:off x="20402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"/>
            <p:cNvSpPr/>
            <p:nvPr/>
          </p:nvSpPr>
          <p:spPr>
            <a:xfrm>
              <a:off x="20402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"/>
            <p:cNvSpPr/>
            <p:nvPr/>
          </p:nvSpPr>
          <p:spPr>
            <a:xfrm>
              <a:off x="20402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"/>
            <p:cNvSpPr/>
            <p:nvPr/>
          </p:nvSpPr>
          <p:spPr>
            <a:xfrm>
              <a:off x="20402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"/>
            <p:cNvSpPr/>
            <p:nvPr/>
          </p:nvSpPr>
          <p:spPr>
            <a:xfrm>
              <a:off x="20402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"/>
            <p:cNvSpPr/>
            <p:nvPr/>
          </p:nvSpPr>
          <p:spPr>
            <a:xfrm>
              <a:off x="20402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"/>
            <p:cNvSpPr/>
            <p:nvPr/>
          </p:nvSpPr>
          <p:spPr>
            <a:xfrm>
              <a:off x="2190775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"/>
            <p:cNvSpPr/>
            <p:nvPr/>
          </p:nvSpPr>
          <p:spPr>
            <a:xfrm>
              <a:off x="2190775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"/>
            <p:cNvSpPr/>
            <p:nvPr/>
          </p:nvSpPr>
          <p:spPr>
            <a:xfrm>
              <a:off x="2190775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"/>
            <p:cNvSpPr/>
            <p:nvPr/>
          </p:nvSpPr>
          <p:spPr>
            <a:xfrm>
              <a:off x="2190775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"/>
            <p:cNvSpPr/>
            <p:nvPr/>
          </p:nvSpPr>
          <p:spPr>
            <a:xfrm>
              <a:off x="21907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"/>
            <p:cNvSpPr/>
            <p:nvPr/>
          </p:nvSpPr>
          <p:spPr>
            <a:xfrm>
              <a:off x="21907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"/>
            <p:cNvSpPr/>
            <p:nvPr/>
          </p:nvSpPr>
          <p:spPr>
            <a:xfrm>
              <a:off x="2190775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"/>
            <p:cNvSpPr/>
            <p:nvPr/>
          </p:nvSpPr>
          <p:spPr>
            <a:xfrm>
              <a:off x="2190775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"/>
            <p:cNvSpPr/>
            <p:nvPr/>
          </p:nvSpPr>
          <p:spPr>
            <a:xfrm>
              <a:off x="21907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"/>
            <p:cNvSpPr/>
            <p:nvPr/>
          </p:nvSpPr>
          <p:spPr>
            <a:xfrm>
              <a:off x="2190775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"/>
            <p:cNvSpPr/>
            <p:nvPr/>
          </p:nvSpPr>
          <p:spPr>
            <a:xfrm>
              <a:off x="21907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"/>
            <p:cNvSpPr/>
            <p:nvPr/>
          </p:nvSpPr>
          <p:spPr>
            <a:xfrm>
              <a:off x="2190775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"/>
            <p:cNvSpPr/>
            <p:nvPr/>
          </p:nvSpPr>
          <p:spPr>
            <a:xfrm>
              <a:off x="21907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"/>
            <p:cNvSpPr/>
            <p:nvPr/>
          </p:nvSpPr>
          <p:spPr>
            <a:xfrm>
              <a:off x="21907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"/>
            <p:cNvSpPr/>
            <p:nvPr/>
          </p:nvSpPr>
          <p:spPr>
            <a:xfrm>
              <a:off x="21907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"/>
            <p:cNvSpPr/>
            <p:nvPr/>
          </p:nvSpPr>
          <p:spPr>
            <a:xfrm>
              <a:off x="2190775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"/>
            <p:cNvSpPr/>
            <p:nvPr/>
          </p:nvSpPr>
          <p:spPr>
            <a:xfrm>
              <a:off x="21907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"/>
            <p:cNvSpPr/>
            <p:nvPr/>
          </p:nvSpPr>
          <p:spPr>
            <a:xfrm>
              <a:off x="21907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"/>
            <p:cNvSpPr/>
            <p:nvPr/>
          </p:nvSpPr>
          <p:spPr>
            <a:xfrm>
              <a:off x="2190775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"/>
            <p:cNvSpPr/>
            <p:nvPr/>
          </p:nvSpPr>
          <p:spPr>
            <a:xfrm>
              <a:off x="21907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"/>
            <p:cNvSpPr/>
            <p:nvPr/>
          </p:nvSpPr>
          <p:spPr>
            <a:xfrm>
              <a:off x="2190775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"/>
            <p:cNvSpPr/>
            <p:nvPr/>
          </p:nvSpPr>
          <p:spPr>
            <a:xfrm>
              <a:off x="2190775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"/>
            <p:cNvSpPr/>
            <p:nvPr/>
          </p:nvSpPr>
          <p:spPr>
            <a:xfrm>
              <a:off x="21907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"/>
            <p:cNvSpPr/>
            <p:nvPr/>
          </p:nvSpPr>
          <p:spPr>
            <a:xfrm>
              <a:off x="21907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"/>
            <p:cNvSpPr/>
            <p:nvPr/>
          </p:nvSpPr>
          <p:spPr>
            <a:xfrm>
              <a:off x="2190775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"/>
            <p:cNvSpPr/>
            <p:nvPr/>
          </p:nvSpPr>
          <p:spPr>
            <a:xfrm>
              <a:off x="23413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"/>
            <p:cNvSpPr/>
            <p:nvPr/>
          </p:nvSpPr>
          <p:spPr>
            <a:xfrm>
              <a:off x="23413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"/>
            <p:cNvSpPr/>
            <p:nvPr/>
          </p:nvSpPr>
          <p:spPr>
            <a:xfrm>
              <a:off x="23413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"/>
            <p:cNvSpPr/>
            <p:nvPr/>
          </p:nvSpPr>
          <p:spPr>
            <a:xfrm>
              <a:off x="23413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"/>
            <p:cNvSpPr/>
            <p:nvPr/>
          </p:nvSpPr>
          <p:spPr>
            <a:xfrm>
              <a:off x="23413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"/>
            <p:cNvSpPr/>
            <p:nvPr/>
          </p:nvSpPr>
          <p:spPr>
            <a:xfrm>
              <a:off x="23413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"/>
            <p:cNvSpPr/>
            <p:nvPr/>
          </p:nvSpPr>
          <p:spPr>
            <a:xfrm>
              <a:off x="23413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"/>
            <p:cNvSpPr/>
            <p:nvPr/>
          </p:nvSpPr>
          <p:spPr>
            <a:xfrm>
              <a:off x="23413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"/>
            <p:cNvSpPr/>
            <p:nvPr/>
          </p:nvSpPr>
          <p:spPr>
            <a:xfrm>
              <a:off x="23413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"/>
            <p:cNvSpPr/>
            <p:nvPr/>
          </p:nvSpPr>
          <p:spPr>
            <a:xfrm>
              <a:off x="23413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"/>
            <p:cNvSpPr/>
            <p:nvPr/>
          </p:nvSpPr>
          <p:spPr>
            <a:xfrm>
              <a:off x="23413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"/>
            <p:cNvSpPr/>
            <p:nvPr/>
          </p:nvSpPr>
          <p:spPr>
            <a:xfrm>
              <a:off x="23413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"/>
            <p:cNvSpPr/>
            <p:nvPr/>
          </p:nvSpPr>
          <p:spPr>
            <a:xfrm>
              <a:off x="23413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"/>
            <p:cNvSpPr/>
            <p:nvPr/>
          </p:nvSpPr>
          <p:spPr>
            <a:xfrm>
              <a:off x="23413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"/>
            <p:cNvSpPr/>
            <p:nvPr/>
          </p:nvSpPr>
          <p:spPr>
            <a:xfrm>
              <a:off x="23413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"/>
            <p:cNvSpPr/>
            <p:nvPr/>
          </p:nvSpPr>
          <p:spPr>
            <a:xfrm>
              <a:off x="23413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"/>
            <p:cNvSpPr/>
            <p:nvPr/>
          </p:nvSpPr>
          <p:spPr>
            <a:xfrm>
              <a:off x="23413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"/>
            <p:cNvSpPr/>
            <p:nvPr/>
          </p:nvSpPr>
          <p:spPr>
            <a:xfrm>
              <a:off x="23413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"/>
            <p:cNvSpPr/>
            <p:nvPr/>
          </p:nvSpPr>
          <p:spPr>
            <a:xfrm>
              <a:off x="23413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"/>
            <p:cNvSpPr/>
            <p:nvPr/>
          </p:nvSpPr>
          <p:spPr>
            <a:xfrm>
              <a:off x="23413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"/>
            <p:cNvSpPr/>
            <p:nvPr/>
          </p:nvSpPr>
          <p:spPr>
            <a:xfrm>
              <a:off x="23413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"/>
            <p:cNvSpPr/>
            <p:nvPr/>
          </p:nvSpPr>
          <p:spPr>
            <a:xfrm>
              <a:off x="23413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"/>
            <p:cNvSpPr/>
            <p:nvPr/>
          </p:nvSpPr>
          <p:spPr>
            <a:xfrm>
              <a:off x="23413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"/>
            <p:cNvSpPr/>
            <p:nvPr/>
          </p:nvSpPr>
          <p:spPr>
            <a:xfrm>
              <a:off x="23413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"/>
            <p:cNvSpPr/>
            <p:nvPr/>
          </p:nvSpPr>
          <p:spPr>
            <a:xfrm>
              <a:off x="23413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"/>
            <p:cNvSpPr/>
            <p:nvPr/>
          </p:nvSpPr>
          <p:spPr>
            <a:xfrm>
              <a:off x="23413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"/>
            <p:cNvSpPr/>
            <p:nvPr/>
          </p:nvSpPr>
          <p:spPr>
            <a:xfrm>
              <a:off x="24918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"/>
            <p:cNvSpPr/>
            <p:nvPr/>
          </p:nvSpPr>
          <p:spPr>
            <a:xfrm>
              <a:off x="24918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"/>
            <p:cNvSpPr/>
            <p:nvPr/>
          </p:nvSpPr>
          <p:spPr>
            <a:xfrm>
              <a:off x="24918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"/>
            <p:cNvSpPr/>
            <p:nvPr/>
          </p:nvSpPr>
          <p:spPr>
            <a:xfrm>
              <a:off x="24918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"/>
            <p:cNvSpPr/>
            <p:nvPr/>
          </p:nvSpPr>
          <p:spPr>
            <a:xfrm>
              <a:off x="24918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"/>
            <p:cNvSpPr/>
            <p:nvPr/>
          </p:nvSpPr>
          <p:spPr>
            <a:xfrm>
              <a:off x="24918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"/>
            <p:cNvSpPr/>
            <p:nvPr/>
          </p:nvSpPr>
          <p:spPr>
            <a:xfrm>
              <a:off x="24918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"/>
            <p:cNvSpPr/>
            <p:nvPr/>
          </p:nvSpPr>
          <p:spPr>
            <a:xfrm>
              <a:off x="24918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"/>
            <p:cNvSpPr/>
            <p:nvPr/>
          </p:nvSpPr>
          <p:spPr>
            <a:xfrm>
              <a:off x="24918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"/>
            <p:cNvSpPr/>
            <p:nvPr/>
          </p:nvSpPr>
          <p:spPr>
            <a:xfrm>
              <a:off x="24918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"/>
            <p:cNvSpPr/>
            <p:nvPr/>
          </p:nvSpPr>
          <p:spPr>
            <a:xfrm>
              <a:off x="24918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"/>
            <p:cNvSpPr/>
            <p:nvPr/>
          </p:nvSpPr>
          <p:spPr>
            <a:xfrm>
              <a:off x="24918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"/>
            <p:cNvSpPr/>
            <p:nvPr/>
          </p:nvSpPr>
          <p:spPr>
            <a:xfrm>
              <a:off x="24918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"/>
            <p:cNvSpPr/>
            <p:nvPr/>
          </p:nvSpPr>
          <p:spPr>
            <a:xfrm>
              <a:off x="24918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"/>
            <p:cNvSpPr/>
            <p:nvPr/>
          </p:nvSpPr>
          <p:spPr>
            <a:xfrm>
              <a:off x="24918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"/>
            <p:cNvSpPr/>
            <p:nvPr/>
          </p:nvSpPr>
          <p:spPr>
            <a:xfrm>
              <a:off x="24918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"/>
            <p:cNvSpPr/>
            <p:nvPr/>
          </p:nvSpPr>
          <p:spPr>
            <a:xfrm>
              <a:off x="24918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"/>
            <p:cNvSpPr/>
            <p:nvPr/>
          </p:nvSpPr>
          <p:spPr>
            <a:xfrm>
              <a:off x="24918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"/>
            <p:cNvSpPr/>
            <p:nvPr/>
          </p:nvSpPr>
          <p:spPr>
            <a:xfrm>
              <a:off x="24918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"/>
            <p:cNvSpPr/>
            <p:nvPr/>
          </p:nvSpPr>
          <p:spPr>
            <a:xfrm>
              <a:off x="24918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"/>
            <p:cNvSpPr/>
            <p:nvPr/>
          </p:nvSpPr>
          <p:spPr>
            <a:xfrm>
              <a:off x="24918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"/>
            <p:cNvSpPr/>
            <p:nvPr/>
          </p:nvSpPr>
          <p:spPr>
            <a:xfrm>
              <a:off x="24918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"/>
            <p:cNvSpPr/>
            <p:nvPr/>
          </p:nvSpPr>
          <p:spPr>
            <a:xfrm>
              <a:off x="24918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"/>
            <p:cNvSpPr/>
            <p:nvPr/>
          </p:nvSpPr>
          <p:spPr>
            <a:xfrm>
              <a:off x="24918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"/>
            <p:cNvSpPr/>
            <p:nvPr/>
          </p:nvSpPr>
          <p:spPr>
            <a:xfrm>
              <a:off x="24918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"/>
            <p:cNvSpPr/>
            <p:nvPr/>
          </p:nvSpPr>
          <p:spPr>
            <a:xfrm>
              <a:off x="2642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"/>
            <p:cNvSpPr/>
            <p:nvPr/>
          </p:nvSpPr>
          <p:spPr>
            <a:xfrm>
              <a:off x="2642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"/>
            <p:cNvSpPr/>
            <p:nvPr/>
          </p:nvSpPr>
          <p:spPr>
            <a:xfrm>
              <a:off x="2642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"/>
            <p:cNvSpPr/>
            <p:nvPr/>
          </p:nvSpPr>
          <p:spPr>
            <a:xfrm>
              <a:off x="2642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"/>
            <p:cNvSpPr/>
            <p:nvPr/>
          </p:nvSpPr>
          <p:spPr>
            <a:xfrm>
              <a:off x="2642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"/>
            <p:cNvSpPr/>
            <p:nvPr/>
          </p:nvSpPr>
          <p:spPr>
            <a:xfrm>
              <a:off x="2642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"/>
            <p:cNvSpPr/>
            <p:nvPr/>
          </p:nvSpPr>
          <p:spPr>
            <a:xfrm>
              <a:off x="2642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"/>
            <p:cNvSpPr/>
            <p:nvPr/>
          </p:nvSpPr>
          <p:spPr>
            <a:xfrm>
              <a:off x="2642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"/>
            <p:cNvSpPr/>
            <p:nvPr/>
          </p:nvSpPr>
          <p:spPr>
            <a:xfrm>
              <a:off x="2642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"/>
            <p:cNvSpPr/>
            <p:nvPr/>
          </p:nvSpPr>
          <p:spPr>
            <a:xfrm>
              <a:off x="2642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"/>
            <p:cNvSpPr/>
            <p:nvPr/>
          </p:nvSpPr>
          <p:spPr>
            <a:xfrm>
              <a:off x="2642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"/>
            <p:cNvSpPr/>
            <p:nvPr/>
          </p:nvSpPr>
          <p:spPr>
            <a:xfrm>
              <a:off x="2642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"/>
            <p:cNvSpPr/>
            <p:nvPr/>
          </p:nvSpPr>
          <p:spPr>
            <a:xfrm>
              <a:off x="2642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"/>
            <p:cNvSpPr/>
            <p:nvPr/>
          </p:nvSpPr>
          <p:spPr>
            <a:xfrm>
              <a:off x="2642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"/>
            <p:cNvSpPr/>
            <p:nvPr/>
          </p:nvSpPr>
          <p:spPr>
            <a:xfrm>
              <a:off x="2642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"/>
            <p:cNvSpPr/>
            <p:nvPr/>
          </p:nvSpPr>
          <p:spPr>
            <a:xfrm>
              <a:off x="2642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"/>
            <p:cNvSpPr/>
            <p:nvPr/>
          </p:nvSpPr>
          <p:spPr>
            <a:xfrm>
              <a:off x="2642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"/>
            <p:cNvSpPr/>
            <p:nvPr/>
          </p:nvSpPr>
          <p:spPr>
            <a:xfrm>
              <a:off x="2642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"/>
            <p:cNvSpPr/>
            <p:nvPr/>
          </p:nvSpPr>
          <p:spPr>
            <a:xfrm>
              <a:off x="2642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"/>
            <p:cNvSpPr/>
            <p:nvPr/>
          </p:nvSpPr>
          <p:spPr>
            <a:xfrm>
              <a:off x="2642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"/>
            <p:cNvSpPr/>
            <p:nvPr/>
          </p:nvSpPr>
          <p:spPr>
            <a:xfrm>
              <a:off x="2792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"/>
            <p:cNvSpPr/>
            <p:nvPr/>
          </p:nvSpPr>
          <p:spPr>
            <a:xfrm>
              <a:off x="2792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"/>
            <p:cNvSpPr/>
            <p:nvPr/>
          </p:nvSpPr>
          <p:spPr>
            <a:xfrm>
              <a:off x="2792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"/>
            <p:cNvSpPr/>
            <p:nvPr/>
          </p:nvSpPr>
          <p:spPr>
            <a:xfrm>
              <a:off x="2792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"/>
            <p:cNvSpPr/>
            <p:nvPr/>
          </p:nvSpPr>
          <p:spPr>
            <a:xfrm>
              <a:off x="2792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"/>
            <p:cNvSpPr/>
            <p:nvPr/>
          </p:nvSpPr>
          <p:spPr>
            <a:xfrm>
              <a:off x="2792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"/>
            <p:cNvSpPr/>
            <p:nvPr/>
          </p:nvSpPr>
          <p:spPr>
            <a:xfrm>
              <a:off x="2792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"/>
            <p:cNvSpPr/>
            <p:nvPr/>
          </p:nvSpPr>
          <p:spPr>
            <a:xfrm>
              <a:off x="2792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"/>
            <p:cNvSpPr/>
            <p:nvPr/>
          </p:nvSpPr>
          <p:spPr>
            <a:xfrm>
              <a:off x="2792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"/>
            <p:cNvSpPr/>
            <p:nvPr/>
          </p:nvSpPr>
          <p:spPr>
            <a:xfrm>
              <a:off x="2792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"/>
            <p:cNvSpPr/>
            <p:nvPr/>
          </p:nvSpPr>
          <p:spPr>
            <a:xfrm>
              <a:off x="2792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"/>
            <p:cNvSpPr/>
            <p:nvPr/>
          </p:nvSpPr>
          <p:spPr>
            <a:xfrm>
              <a:off x="2792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"/>
            <p:cNvSpPr/>
            <p:nvPr/>
          </p:nvSpPr>
          <p:spPr>
            <a:xfrm>
              <a:off x="2792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"/>
            <p:cNvSpPr/>
            <p:nvPr/>
          </p:nvSpPr>
          <p:spPr>
            <a:xfrm>
              <a:off x="2792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"/>
            <p:cNvSpPr/>
            <p:nvPr/>
          </p:nvSpPr>
          <p:spPr>
            <a:xfrm>
              <a:off x="2792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"/>
            <p:cNvSpPr/>
            <p:nvPr/>
          </p:nvSpPr>
          <p:spPr>
            <a:xfrm>
              <a:off x="2792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"/>
            <p:cNvSpPr/>
            <p:nvPr/>
          </p:nvSpPr>
          <p:spPr>
            <a:xfrm>
              <a:off x="2792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"/>
            <p:cNvSpPr/>
            <p:nvPr/>
          </p:nvSpPr>
          <p:spPr>
            <a:xfrm>
              <a:off x="2792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"/>
            <p:cNvSpPr/>
            <p:nvPr/>
          </p:nvSpPr>
          <p:spPr>
            <a:xfrm>
              <a:off x="294332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"/>
            <p:cNvSpPr/>
            <p:nvPr/>
          </p:nvSpPr>
          <p:spPr>
            <a:xfrm>
              <a:off x="294332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"/>
            <p:cNvSpPr/>
            <p:nvPr/>
          </p:nvSpPr>
          <p:spPr>
            <a:xfrm>
              <a:off x="294332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"/>
            <p:cNvSpPr/>
            <p:nvPr/>
          </p:nvSpPr>
          <p:spPr>
            <a:xfrm>
              <a:off x="294332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"/>
            <p:cNvSpPr/>
            <p:nvPr/>
          </p:nvSpPr>
          <p:spPr>
            <a:xfrm>
              <a:off x="294332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"/>
            <p:cNvSpPr/>
            <p:nvPr/>
          </p:nvSpPr>
          <p:spPr>
            <a:xfrm>
              <a:off x="294332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"/>
            <p:cNvSpPr/>
            <p:nvPr/>
          </p:nvSpPr>
          <p:spPr>
            <a:xfrm>
              <a:off x="294332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"/>
            <p:cNvSpPr/>
            <p:nvPr/>
          </p:nvSpPr>
          <p:spPr>
            <a:xfrm>
              <a:off x="294332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"/>
            <p:cNvSpPr/>
            <p:nvPr/>
          </p:nvSpPr>
          <p:spPr>
            <a:xfrm>
              <a:off x="294332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"/>
            <p:cNvSpPr/>
            <p:nvPr/>
          </p:nvSpPr>
          <p:spPr>
            <a:xfrm>
              <a:off x="294332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"/>
            <p:cNvSpPr/>
            <p:nvPr/>
          </p:nvSpPr>
          <p:spPr>
            <a:xfrm>
              <a:off x="294332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2"/>
            <p:cNvSpPr/>
            <p:nvPr/>
          </p:nvSpPr>
          <p:spPr>
            <a:xfrm>
              <a:off x="294332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"/>
            <p:cNvSpPr/>
            <p:nvPr/>
          </p:nvSpPr>
          <p:spPr>
            <a:xfrm>
              <a:off x="294332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"/>
            <p:cNvSpPr/>
            <p:nvPr/>
          </p:nvSpPr>
          <p:spPr>
            <a:xfrm>
              <a:off x="294332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"/>
            <p:cNvSpPr/>
            <p:nvPr/>
          </p:nvSpPr>
          <p:spPr>
            <a:xfrm>
              <a:off x="294332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"/>
            <p:cNvSpPr/>
            <p:nvPr/>
          </p:nvSpPr>
          <p:spPr>
            <a:xfrm>
              <a:off x="294332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"/>
            <p:cNvSpPr/>
            <p:nvPr/>
          </p:nvSpPr>
          <p:spPr>
            <a:xfrm>
              <a:off x="294332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"/>
            <p:cNvSpPr/>
            <p:nvPr/>
          </p:nvSpPr>
          <p:spPr>
            <a:xfrm>
              <a:off x="294332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"/>
            <p:cNvSpPr/>
            <p:nvPr/>
          </p:nvSpPr>
          <p:spPr>
            <a:xfrm>
              <a:off x="3093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"/>
            <p:cNvSpPr/>
            <p:nvPr/>
          </p:nvSpPr>
          <p:spPr>
            <a:xfrm>
              <a:off x="3093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"/>
            <p:cNvSpPr/>
            <p:nvPr/>
          </p:nvSpPr>
          <p:spPr>
            <a:xfrm>
              <a:off x="3093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"/>
            <p:cNvSpPr/>
            <p:nvPr/>
          </p:nvSpPr>
          <p:spPr>
            <a:xfrm>
              <a:off x="3093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"/>
            <p:cNvSpPr/>
            <p:nvPr/>
          </p:nvSpPr>
          <p:spPr>
            <a:xfrm>
              <a:off x="3093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"/>
            <p:cNvSpPr/>
            <p:nvPr/>
          </p:nvSpPr>
          <p:spPr>
            <a:xfrm>
              <a:off x="3093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"/>
            <p:cNvSpPr/>
            <p:nvPr/>
          </p:nvSpPr>
          <p:spPr>
            <a:xfrm>
              <a:off x="3093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"/>
            <p:cNvSpPr/>
            <p:nvPr/>
          </p:nvSpPr>
          <p:spPr>
            <a:xfrm>
              <a:off x="3093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"/>
            <p:cNvSpPr/>
            <p:nvPr/>
          </p:nvSpPr>
          <p:spPr>
            <a:xfrm>
              <a:off x="3093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"/>
            <p:cNvSpPr/>
            <p:nvPr/>
          </p:nvSpPr>
          <p:spPr>
            <a:xfrm>
              <a:off x="32443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"/>
            <p:cNvSpPr/>
            <p:nvPr/>
          </p:nvSpPr>
          <p:spPr>
            <a:xfrm>
              <a:off x="32443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"/>
            <p:cNvSpPr/>
            <p:nvPr/>
          </p:nvSpPr>
          <p:spPr>
            <a:xfrm>
              <a:off x="32443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"/>
            <p:cNvSpPr/>
            <p:nvPr/>
          </p:nvSpPr>
          <p:spPr>
            <a:xfrm>
              <a:off x="32443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"/>
            <p:cNvSpPr/>
            <p:nvPr/>
          </p:nvSpPr>
          <p:spPr>
            <a:xfrm>
              <a:off x="32443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"/>
            <p:cNvSpPr/>
            <p:nvPr/>
          </p:nvSpPr>
          <p:spPr>
            <a:xfrm>
              <a:off x="32443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"/>
            <p:cNvSpPr/>
            <p:nvPr/>
          </p:nvSpPr>
          <p:spPr>
            <a:xfrm>
              <a:off x="32443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"/>
            <p:cNvSpPr/>
            <p:nvPr/>
          </p:nvSpPr>
          <p:spPr>
            <a:xfrm>
              <a:off x="32443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"/>
            <p:cNvSpPr/>
            <p:nvPr/>
          </p:nvSpPr>
          <p:spPr>
            <a:xfrm>
              <a:off x="3394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"/>
            <p:cNvSpPr/>
            <p:nvPr/>
          </p:nvSpPr>
          <p:spPr>
            <a:xfrm>
              <a:off x="3394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"/>
            <p:cNvSpPr/>
            <p:nvPr/>
          </p:nvSpPr>
          <p:spPr>
            <a:xfrm>
              <a:off x="3394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"/>
            <p:cNvSpPr/>
            <p:nvPr/>
          </p:nvSpPr>
          <p:spPr>
            <a:xfrm>
              <a:off x="33948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"/>
            <p:cNvSpPr/>
            <p:nvPr/>
          </p:nvSpPr>
          <p:spPr>
            <a:xfrm>
              <a:off x="3394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"/>
            <p:cNvSpPr/>
            <p:nvPr/>
          </p:nvSpPr>
          <p:spPr>
            <a:xfrm>
              <a:off x="3394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"/>
            <p:cNvSpPr/>
            <p:nvPr/>
          </p:nvSpPr>
          <p:spPr>
            <a:xfrm>
              <a:off x="3545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"/>
            <p:cNvSpPr/>
            <p:nvPr/>
          </p:nvSpPr>
          <p:spPr>
            <a:xfrm>
              <a:off x="3545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"/>
            <p:cNvSpPr/>
            <p:nvPr/>
          </p:nvSpPr>
          <p:spPr>
            <a:xfrm>
              <a:off x="3545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2" name="Google Shape;422;p2"/>
          <p:cNvGrpSpPr/>
          <p:nvPr/>
        </p:nvGrpSpPr>
        <p:grpSpPr>
          <a:xfrm rot="10800000">
            <a:off x="6367294" y="28698"/>
            <a:ext cx="2309820" cy="5086302"/>
            <a:chOff x="1287725" y="238125"/>
            <a:chExt cx="2379050" cy="5238750"/>
          </a:xfrm>
        </p:grpSpPr>
        <p:sp>
          <p:nvSpPr>
            <p:cNvPr id="423" name="Google Shape;423;p2"/>
            <p:cNvSpPr/>
            <p:nvPr/>
          </p:nvSpPr>
          <p:spPr>
            <a:xfrm>
              <a:off x="12877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"/>
            <p:cNvSpPr/>
            <p:nvPr/>
          </p:nvSpPr>
          <p:spPr>
            <a:xfrm>
              <a:off x="12877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"/>
            <p:cNvSpPr/>
            <p:nvPr/>
          </p:nvSpPr>
          <p:spPr>
            <a:xfrm>
              <a:off x="12877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"/>
            <p:cNvSpPr/>
            <p:nvPr/>
          </p:nvSpPr>
          <p:spPr>
            <a:xfrm>
              <a:off x="12877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"/>
            <p:cNvSpPr/>
            <p:nvPr/>
          </p:nvSpPr>
          <p:spPr>
            <a:xfrm>
              <a:off x="12877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"/>
            <p:cNvSpPr/>
            <p:nvPr/>
          </p:nvSpPr>
          <p:spPr>
            <a:xfrm>
              <a:off x="12877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"/>
            <p:cNvSpPr/>
            <p:nvPr/>
          </p:nvSpPr>
          <p:spPr>
            <a:xfrm>
              <a:off x="12877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"/>
            <p:cNvSpPr/>
            <p:nvPr/>
          </p:nvSpPr>
          <p:spPr>
            <a:xfrm>
              <a:off x="12877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"/>
            <p:cNvSpPr/>
            <p:nvPr/>
          </p:nvSpPr>
          <p:spPr>
            <a:xfrm>
              <a:off x="12877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"/>
            <p:cNvSpPr/>
            <p:nvPr/>
          </p:nvSpPr>
          <p:spPr>
            <a:xfrm>
              <a:off x="12877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"/>
            <p:cNvSpPr/>
            <p:nvPr/>
          </p:nvSpPr>
          <p:spPr>
            <a:xfrm>
              <a:off x="12877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"/>
            <p:cNvSpPr/>
            <p:nvPr/>
          </p:nvSpPr>
          <p:spPr>
            <a:xfrm>
              <a:off x="12877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"/>
            <p:cNvSpPr/>
            <p:nvPr/>
          </p:nvSpPr>
          <p:spPr>
            <a:xfrm>
              <a:off x="12877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"/>
            <p:cNvSpPr/>
            <p:nvPr/>
          </p:nvSpPr>
          <p:spPr>
            <a:xfrm>
              <a:off x="12877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"/>
            <p:cNvSpPr/>
            <p:nvPr/>
          </p:nvSpPr>
          <p:spPr>
            <a:xfrm>
              <a:off x="12877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"/>
            <p:cNvSpPr/>
            <p:nvPr/>
          </p:nvSpPr>
          <p:spPr>
            <a:xfrm>
              <a:off x="14382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"/>
            <p:cNvSpPr/>
            <p:nvPr/>
          </p:nvSpPr>
          <p:spPr>
            <a:xfrm>
              <a:off x="14382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"/>
            <p:cNvSpPr/>
            <p:nvPr/>
          </p:nvSpPr>
          <p:spPr>
            <a:xfrm>
              <a:off x="14382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"/>
            <p:cNvSpPr/>
            <p:nvPr/>
          </p:nvSpPr>
          <p:spPr>
            <a:xfrm>
              <a:off x="14382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"/>
            <p:cNvSpPr/>
            <p:nvPr/>
          </p:nvSpPr>
          <p:spPr>
            <a:xfrm>
              <a:off x="15887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"/>
            <p:cNvSpPr/>
            <p:nvPr/>
          </p:nvSpPr>
          <p:spPr>
            <a:xfrm>
              <a:off x="15887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"/>
            <p:cNvSpPr/>
            <p:nvPr/>
          </p:nvSpPr>
          <p:spPr>
            <a:xfrm>
              <a:off x="15887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"/>
            <p:cNvSpPr/>
            <p:nvPr/>
          </p:nvSpPr>
          <p:spPr>
            <a:xfrm>
              <a:off x="15887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"/>
            <p:cNvSpPr/>
            <p:nvPr/>
          </p:nvSpPr>
          <p:spPr>
            <a:xfrm>
              <a:off x="15887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"/>
            <p:cNvSpPr/>
            <p:nvPr/>
          </p:nvSpPr>
          <p:spPr>
            <a:xfrm>
              <a:off x="15887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"/>
            <p:cNvSpPr/>
            <p:nvPr/>
          </p:nvSpPr>
          <p:spPr>
            <a:xfrm>
              <a:off x="15887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"/>
            <p:cNvSpPr/>
            <p:nvPr/>
          </p:nvSpPr>
          <p:spPr>
            <a:xfrm>
              <a:off x="15887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"/>
            <p:cNvSpPr/>
            <p:nvPr/>
          </p:nvSpPr>
          <p:spPr>
            <a:xfrm>
              <a:off x="15887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"/>
            <p:cNvSpPr/>
            <p:nvPr/>
          </p:nvSpPr>
          <p:spPr>
            <a:xfrm>
              <a:off x="15887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"/>
            <p:cNvSpPr/>
            <p:nvPr/>
          </p:nvSpPr>
          <p:spPr>
            <a:xfrm>
              <a:off x="17392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"/>
            <p:cNvSpPr/>
            <p:nvPr/>
          </p:nvSpPr>
          <p:spPr>
            <a:xfrm>
              <a:off x="17392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"/>
            <p:cNvSpPr/>
            <p:nvPr/>
          </p:nvSpPr>
          <p:spPr>
            <a:xfrm>
              <a:off x="17392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"/>
            <p:cNvSpPr/>
            <p:nvPr/>
          </p:nvSpPr>
          <p:spPr>
            <a:xfrm>
              <a:off x="17392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"/>
            <p:cNvSpPr/>
            <p:nvPr/>
          </p:nvSpPr>
          <p:spPr>
            <a:xfrm>
              <a:off x="17392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"/>
            <p:cNvSpPr/>
            <p:nvPr/>
          </p:nvSpPr>
          <p:spPr>
            <a:xfrm>
              <a:off x="17392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"/>
            <p:cNvSpPr/>
            <p:nvPr/>
          </p:nvSpPr>
          <p:spPr>
            <a:xfrm>
              <a:off x="17392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"/>
            <p:cNvSpPr/>
            <p:nvPr/>
          </p:nvSpPr>
          <p:spPr>
            <a:xfrm>
              <a:off x="17392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"/>
            <p:cNvSpPr/>
            <p:nvPr/>
          </p:nvSpPr>
          <p:spPr>
            <a:xfrm>
              <a:off x="17392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"/>
            <p:cNvSpPr/>
            <p:nvPr/>
          </p:nvSpPr>
          <p:spPr>
            <a:xfrm>
              <a:off x="17392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"/>
            <p:cNvSpPr/>
            <p:nvPr/>
          </p:nvSpPr>
          <p:spPr>
            <a:xfrm>
              <a:off x="17392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"/>
            <p:cNvSpPr/>
            <p:nvPr/>
          </p:nvSpPr>
          <p:spPr>
            <a:xfrm>
              <a:off x="17392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"/>
            <p:cNvSpPr/>
            <p:nvPr/>
          </p:nvSpPr>
          <p:spPr>
            <a:xfrm>
              <a:off x="17392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"/>
            <p:cNvSpPr/>
            <p:nvPr/>
          </p:nvSpPr>
          <p:spPr>
            <a:xfrm>
              <a:off x="17392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"/>
            <p:cNvSpPr/>
            <p:nvPr/>
          </p:nvSpPr>
          <p:spPr>
            <a:xfrm>
              <a:off x="17392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"/>
            <p:cNvSpPr/>
            <p:nvPr/>
          </p:nvSpPr>
          <p:spPr>
            <a:xfrm>
              <a:off x="17392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"/>
            <p:cNvSpPr/>
            <p:nvPr/>
          </p:nvSpPr>
          <p:spPr>
            <a:xfrm>
              <a:off x="17392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"/>
            <p:cNvSpPr/>
            <p:nvPr/>
          </p:nvSpPr>
          <p:spPr>
            <a:xfrm>
              <a:off x="188975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"/>
            <p:cNvSpPr/>
            <p:nvPr/>
          </p:nvSpPr>
          <p:spPr>
            <a:xfrm>
              <a:off x="188975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"/>
            <p:cNvSpPr/>
            <p:nvPr/>
          </p:nvSpPr>
          <p:spPr>
            <a:xfrm>
              <a:off x="18897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"/>
            <p:cNvSpPr/>
            <p:nvPr/>
          </p:nvSpPr>
          <p:spPr>
            <a:xfrm>
              <a:off x="188975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"/>
            <p:cNvSpPr/>
            <p:nvPr/>
          </p:nvSpPr>
          <p:spPr>
            <a:xfrm>
              <a:off x="18897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"/>
            <p:cNvSpPr/>
            <p:nvPr/>
          </p:nvSpPr>
          <p:spPr>
            <a:xfrm>
              <a:off x="188975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"/>
            <p:cNvSpPr/>
            <p:nvPr/>
          </p:nvSpPr>
          <p:spPr>
            <a:xfrm>
              <a:off x="188975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"/>
            <p:cNvSpPr/>
            <p:nvPr/>
          </p:nvSpPr>
          <p:spPr>
            <a:xfrm>
              <a:off x="188975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"/>
            <p:cNvSpPr/>
            <p:nvPr/>
          </p:nvSpPr>
          <p:spPr>
            <a:xfrm>
              <a:off x="18897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"/>
            <p:cNvSpPr/>
            <p:nvPr/>
          </p:nvSpPr>
          <p:spPr>
            <a:xfrm>
              <a:off x="188975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"/>
            <p:cNvSpPr/>
            <p:nvPr/>
          </p:nvSpPr>
          <p:spPr>
            <a:xfrm>
              <a:off x="188975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"/>
            <p:cNvSpPr/>
            <p:nvPr/>
          </p:nvSpPr>
          <p:spPr>
            <a:xfrm>
              <a:off x="20402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"/>
            <p:cNvSpPr/>
            <p:nvPr/>
          </p:nvSpPr>
          <p:spPr>
            <a:xfrm>
              <a:off x="20402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"/>
            <p:cNvSpPr/>
            <p:nvPr/>
          </p:nvSpPr>
          <p:spPr>
            <a:xfrm>
              <a:off x="20402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"/>
            <p:cNvSpPr/>
            <p:nvPr/>
          </p:nvSpPr>
          <p:spPr>
            <a:xfrm>
              <a:off x="20402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"/>
            <p:cNvSpPr/>
            <p:nvPr/>
          </p:nvSpPr>
          <p:spPr>
            <a:xfrm>
              <a:off x="20402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"/>
            <p:cNvSpPr/>
            <p:nvPr/>
          </p:nvSpPr>
          <p:spPr>
            <a:xfrm>
              <a:off x="20402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"/>
            <p:cNvSpPr/>
            <p:nvPr/>
          </p:nvSpPr>
          <p:spPr>
            <a:xfrm>
              <a:off x="20402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"/>
            <p:cNvSpPr/>
            <p:nvPr/>
          </p:nvSpPr>
          <p:spPr>
            <a:xfrm>
              <a:off x="20402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"/>
            <p:cNvSpPr/>
            <p:nvPr/>
          </p:nvSpPr>
          <p:spPr>
            <a:xfrm>
              <a:off x="20402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"/>
            <p:cNvSpPr/>
            <p:nvPr/>
          </p:nvSpPr>
          <p:spPr>
            <a:xfrm>
              <a:off x="20402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"/>
            <p:cNvSpPr/>
            <p:nvPr/>
          </p:nvSpPr>
          <p:spPr>
            <a:xfrm>
              <a:off x="20402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"/>
            <p:cNvSpPr/>
            <p:nvPr/>
          </p:nvSpPr>
          <p:spPr>
            <a:xfrm>
              <a:off x="20402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"/>
            <p:cNvSpPr/>
            <p:nvPr/>
          </p:nvSpPr>
          <p:spPr>
            <a:xfrm>
              <a:off x="20402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"/>
            <p:cNvSpPr/>
            <p:nvPr/>
          </p:nvSpPr>
          <p:spPr>
            <a:xfrm>
              <a:off x="21907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"/>
            <p:cNvSpPr/>
            <p:nvPr/>
          </p:nvSpPr>
          <p:spPr>
            <a:xfrm>
              <a:off x="21907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"/>
            <p:cNvSpPr/>
            <p:nvPr/>
          </p:nvSpPr>
          <p:spPr>
            <a:xfrm>
              <a:off x="21907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"/>
            <p:cNvSpPr/>
            <p:nvPr/>
          </p:nvSpPr>
          <p:spPr>
            <a:xfrm>
              <a:off x="21907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"/>
            <p:cNvSpPr/>
            <p:nvPr/>
          </p:nvSpPr>
          <p:spPr>
            <a:xfrm>
              <a:off x="21907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"/>
            <p:cNvSpPr/>
            <p:nvPr/>
          </p:nvSpPr>
          <p:spPr>
            <a:xfrm>
              <a:off x="2190775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"/>
            <p:cNvSpPr/>
            <p:nvPr/>
          </p:nvSpPr>
          <p:spPr>
            <a:xfrm>
              <a:off x="21907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"/>
            <p:cNvSpPr/>
            <p:nvPr/>
          </p:nvSpPr>
          <p:spPr>
            <a:xfrm>
              <a:off x="21907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"/>
            <p:cNvSpPr/>
            <p:nvPr/>
          </p:nvSpPr>
          <p:spPr>
            <a:xfrm>
              <a:off x="2190775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"/>
            <p:cNvSpPr/>
            <p:nvPr/>
          </p:nvSpPr>
          <p:spPr>
            <a:xfrm>
              <a:off x="23413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"/>
            <p:cNvSpPr/>
            <p:nvPr/>
          </p:nvSpPr>
          <p:spPr>
            <a:xfrm>
              <a:off x="23413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2"/>
            <p:cNvSpPr/>
            <p:nvPr/>
          </p:nvSpPr>
          <p:spPr>
            <a:xfrm>
              <a:off x="23413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"/>
            <p:cNvSpPr/>
            <p:nvPr/>
          </p:nvSpPr>
          <p:spPr>
            <a:xfrm>
              <a:off x="23413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"/>
            <p:cNvSpPr/>
            <p:nvPr/>
          </p:nvSpPr>
          <p:spPr>
            <a:xfrm>
              <a:off x="23413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"/>
            <p:cNvSpPr/>
            <p:nvPr/>
          </p:nvSpPr>
          <p:spPr>
            <a:xfrm>
              <a:off x="23413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"/>
            <p:cNvSpPr/>
            <p:nvPr/>
          </p:nvSpPr>
          <p:spPr>
            <a:xfrm>
              <a:off x="23413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"/>
            <p:cNvSpPr/>
            <p:nvPr/>
          </p:nvSpPr>
          <p:spPr>
            <a:xfrm>
              <a:off x="23413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"/>
            <p:cNvSpPr/>
            <p:nvPr/>
          </p:nvSpPr>
          <p:spPr>
            <a:xfrm>
              <a:off x="24918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"/>
            <p:cNvSpPr/>
            <p:nvPr/>
          </p:nvSpPr>
          <p:spPr>
            <a:xfrm>
              <a:off x="24918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"/>
            <p:cNvSpPr/>
            <p:nvPr/>
          </p:nvSpPr>
          <p:spPr>
            <a:xfrm>
              <a:off x="24918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"/>
            <p:cNvSpPr/>
            <p:nvPr/>
          </p:nvSpPr>
          <p:spPr>
            <a:xfrm>
              <a:off x="24918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"/>
            <p:cNvSpPr/>
            <p:nvPr/>
          </p:nvSpPr>
          <p:spPr>
            <a:xfrm>
              <a:off x="24918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"/>
            <p:cNvSpPr/>
            <p:nvPr/>
          </p:nvSpPr>
          <p:spPr>
            <a:xfrm>
              <a:off x="2642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"/>
            <p:cNvSpPr/>
            <p:nvPr/>
          </p:nvSpPr>
          <p:spPr>
            <a:xfrm>
              <a:off x="2642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"/>
            <p:cNvSpPr/>
            <p:nvPr/>
          </p:nvSpPr>
          <p:spPr>
            <a:xfrm>
              <a:off x="2642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"/>
            <p:cNvSpPr/>
            <p:nvPr/>
          </p:nvSpPr>
          <p:spPr>
            <a:xfrm>
              <a:off x="2642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"/>
            <p:cNvSpPr/>
            <p:nvPr/>
          </p:nvSpPr>
          <p:spPr>
            <a:xfrm>
              <a:off x="2642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"/>
            <p:cNvSpPr/>
            <p:nvPr/>
          </p:nvSpPr>
          <p:spPr>
            <a:xfrm>
              <a:off x="2792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"/>
            <p:cNvSpPr/>
            <p:nvPr/>
          </p:nvSpPr>
          <p:spPr>
            <a:xfrm>
              <a:off x="294332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"/>
            <p:cNvSpPr/>
            <p:nvPr/>
          </p:nvSpPr>
          <p:spPr>
            <a:xfrm>
              <a:off x="294332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"/>
            <p:cNvSpPr/>
            <p:nvPr/>
          </p:nvSpPr>
          <p:spPr>
            <a:xfrm>
              <a:off x="3093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"/>
            <p:cNvSpPr/>
            <p:nvPr/>
          </p:nvSpPr>
          <p:spPr>
            <a:xfrm>
              <a:off x="3394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"/>
            <p:cNvSpPr/>
            <p:nvPr/>
          </p:nvSpPr>
          <p:spPr>
            <a:xfrm>
              <a:off x="3545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5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65" name="Google Shape;1565;p5"/>
          <p:cNvSpPr txBox="1">
            <a:spLocks noGrp="1"/>
          </p:cNvSpPr>
          <p:nvPr>
            <p:ph type="body" idx="1"/>
          </p:nvPr>
        </p:nvSpPr>
        <p:spPr>
          <a:xfrm>
            <a:off x="718300" y="1733550"/>
            <a:ext cx="6761100" cy="29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▪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566" name="Google Shape;1566;p5"/>
          <p:cNvGrpSpPr/>
          <p:nvPr/>
        </p:nvGrpSpPr>
        <p:grpSpPr>
          <a:xfrm rot="10800000">
            <a:off x="8851487" y="28707"/>
            <a:ext cx="264012" cy="5086302"/>
            <a:chOff x="5307800" y="238125"/>
            <a:chExt cx="271925" cy="5238750"/>
          </a:xfrm>
        </p:grpSpPr>
        <p:sp>
          <p:nvSpPr>
            <p:cNvPr id="1567" name="Google Shape;1567;p5"/>
            <p:cNvSpPr/>
            <p:nvPr/>
          </p:nvSpPr>
          <p:spPr>
            <a:xfrm>
              <a:off x="53078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5"/>
            <p:cNvSpPr/>
            <p:nvPr/>
          </p:nvSpPr>
          <p:spPr>
            <a:xfrm>
              <a:off x="53078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5"/>
            <p:cNvSpPr/>
            <p:nvPr/>
          </p:nvSpPr>
          <p:spPr>
            <a:xfrm>
              <a:off x="53078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5"/>
            <p:cNvSpPr/>
            <p:nvPr/>
          </p:nvSpPr>
          <p:spPr>
            <a:xfrm>
              <a:off x="53078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5"/>
            <p:cNvSpPr/>
            <p:nvPr/>
          </p:nvSpPr>
          <p:spPr>
            <a:xfrm>
              <a:off x="53078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5"/>
            <p:cNvSpPr/>
            <p:nvPr/>
          </p:nvSpPr>
          <p:spPr>
            <a:xfrm>
              <a:off x="53078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5"/>
            <p:cNvSpPr/>
            <p:nvPr/>
          </p:nvSpPr>
          <p:spPr>
            <a:xfrm>
              <a:off x="53078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5"/>
            <p:cNvSpPr/>
            <p:nvPr/>
          </p:nvSpPr>
          <p:spPr>
            <a:xfrm>
              <a:off x="53078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5"/>
            <p:cNvSpPr/>
            <p:nvPr/>
          </p:nvSpPr>
          <p:spPr>
            <a:xfrm>
              <a:off x="53078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5"/>
            <p:cNvSpPr/>
            <p:nvPr/>
          </p:nvSpPr>
          <p:spPr>
            <a:xfrm>
              <a:off x="53078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5"/>
            <p:cNvSpPr/>
            <p:nvPr/>
          </p:nvSpPr>
          <p:spPr>
            <a:xfrm>
              <a:off x="53078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5"/>
            <p:cNvSpPr/>
            <p:nvPr/>
          </p:nvSpPr>
          <p:spPr>
            <a:xfrm>
              <a:off x="53078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5"/>
            <p:cNvSpPr/>
            <p:nvPr/>
          </p:nvSpPr>
          <p:spPr>
            <a:xfrm>
              <a:off x="53078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5"/>
            <p:cNvSpPr/>
            <p:nvPr/>
          </p:nvSpPr>
          <p:spPr>
            <a:xfrm>
              <a:off x="53078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5"/>
            <p:cNvSpPr/>
            <p:nvPr/>
          </p:nvSpPr>
          <p:spPr>
            <a:xfrm>
              <a:off x="53078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5"/>
            <p:cNvSpPr/>
            <p:nvPr/>
          </p:nvSpPr>
          <p:spPr>
            <a:xfrm>
              <a:off x="53078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5"/>
            <p:cNvSpPr/>
            <p:nvPr/>
          </p:nvSpPr>
          <p:spPr>
            <a:xfrm>
              <a:off x="53078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5"/>
            <p:cNvSpPr/>
            <p:nvPr/>
          </p:nvSpPr>
          <p:spPr>
            <a:xfrm>
              <a:off x="53078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5"/>
            <p:cNvSpPr/>
            <p:nvPr/>
          </p:nvSpPr>
          <p:spPr>
            <a:xfrm>
              <a:off x="53078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5"/>
            <p:cNvSpPr/>
            <p:nvPr/>
          </p:nvSpPr>
          <p:spPr>
            <a:xfrm>
              <a:off x="53078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5"/>
            <p:cNvSpPr/>
            <p:nvPr/>
          </p:nvSpPr>
          <p:spPr>
            <a:xfrm>
              <a:off x="53078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5"/>
            <p:cNvSpPr/>
            <p:nvPr/>
          </p:nvSpPr>
          <p:spPr>
            <a:xfrm>
              <a:off x="53078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5"/>
            <p:cNvSpPr/>
            <p:nvPr/>
          </p:nvSpPr>
          <p:spPr>
            <a:xfrm>
              <a:off x="53078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5"/>
            <p:cNvSpPr/>
            <p:nvPr/>
          </p:nvSpPr>
          <p:spPr>
            <a:xfrm>
              <a:off x="53078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5"/>
            <p:cNvSpPr/>
            <p:nvPr/>
          </p:nvSpPr>
          <p:spPr>
            <a:xfrm>
              <a:off x="53078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5"/>
            <p:cNvSpPr/>
            <p:nvPr/>
          </p:nvSpPr>
          <p:spPr>
            <a:xfrm>
              <a:off x="53078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5"/>
            <p:cNvSpPr/>
            <p:nvPr/>
          </p:nvSpPr>
          <p:spPr>
            <a:xfrm>
              <a:off x="53078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5"/>
            <p:cNvSpPr/>
            <p:nvPr/>
          </p:nvSpPr>
          <p:spPr>
            <a:xfrm>
              <a:off x="53078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5"/>
            <p:cNvSpPr/>
            <p:nvPr/>
          </p:nvSpPr>
          <p:spPr>
            <a:xfrm>
              <a:off x="53078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5"/>
            <p:cNvSpPr/>
            <p:nvPr/>
          </p:nvSpPr>
          <p:spPr>
            <a:xfrm>
              <a:off x="53078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5"/>
            <p:cNvSpPr/>
            <p:nvPr/>
          </p:nvSpPr>
          <p:spPr>
            <a:xfrm>
              <a:off x="53078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5"/>
            <p:cNvSpPr/>
            <p:nvPr/>
          </p:nvSpPr>
          <p:spPr>
            <a:xfrm>
              <a:off x="53078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5"/>
            <p:cNvSpPr/>
            <p:nvPr/>
          </p:nvSpPr>
          <p:spPr>
            <a:xfrm>
              <a:off x="53078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5"/>
            <p:cNvSpPr/>
            <p:nvPr/>
          </p:nvSpPr>
          <p:spPr>
            <a:xfrm>
              <a:off x="53078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5"/>
            <p:cNvSpPr/>
            <p:nvPr/>
          </p:nvSpPr>
          <p:spPr>
            <a:xfrm>
              <a:off x="53078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5"/>
            <p:cNvSpPr/>
            <p:nvPr/>
          </p:nvSpPr>
          <p:spPr>
            <a:xfrm>
              <a:off x="5458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5"/>
            <p:cNvSpPr/>
            <p:nvPr/>
          </p:nvSpPr>
          <p:spPr>
            <a:xfrm>
              <a:off x="5458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5"/>
            <p:cNvSpPr/>
            <p:nvPr/>
          </p:nvSpPr>
          <p:spPr>
            <a:xfrm>
              <a:off x="5458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5"/>
            <p:cNvSpPr/>
            <p:nvPr/>
          </p:nvSpPr>
          <p:spPr>
            <a:xfrm>
              <a:off x="5458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5"/>
            <p:cNvSpPr/>
            <p:nvPr/>
          </p:nvSpPr>
          <p:spPr>
            <a:xfrm>
              <a:off x="54583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5"/>
            <p:cNvSpPr/>
            <p:nvPr/>
          </p:nvSpPr>
          <p:spPr>
            <a:xfrm>
              <a:off x="5458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5"/>
            <p:cNvSpPr/>
            <p:nvPr/>
          </p:nvSpPr>
          <p:spPr>
            <a:xfrm>
              <a:off x="5458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5"/>
            <p:cNvSpPr/>
            <p:nvPr/>
          </p:nvSpPr>
          <p:spPr>
            <a:xfrm>
              <a:off x="5458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5"/>
            <p:cNvSpPr/>
            <p:nvPr/>
          </p:nvSpPr>
          <p:spPr>
            <a:xfrm>
              <a:off x="5458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5"/>
            <p:cNvSpPr/>
            <p:nvPr/>
          </p:nvSpPr>
          <p:spPr>
            <a:xfrm>
              <a:off x="5458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5"/>
            <p:cNvSpPr/>
            <p:nvPr/>
          </p:nvSpPr>
          <p:spPr>
            <a:xfrm>
              <a:off x="54583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5"/>
            <p:cNvSpPr/>
            <p:nvPr/>
          </p:nvSpPr>
          <p:spPr>
            <a:xfrm>
              <a:off x="5458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5"/>
            <p:cNvSpPr/>
            <p:nvPr/>
          </p:nvSpPr>
          <p:spPr>
            <a:xfrm>
              <a:off x="5458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5"/>
            <p:cNvSpPr/>
            <p:nvPr/>
          </p:nvSpPr>
          <p:spPr>
            <a:xfrm>
              <a:off x="5458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5"/>
            <p:cNvSpPr/>
            <p:nvPr/>
          </p:nvSpPr>
          <p:spPr>
            <a:xfrm>
              <a:off x="54583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5"/>
            <p:cNvSpPr/>
            <p:nvPr/>
          </p:nvSpPr>
          <p:spPr>
            <a:xfrm>
              <a:off x="5458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5"/>
            <p:cNvSpPr/>
            <p:nvPr/>
          </p:nvSpPr>
          <p:spPr>
            <a:xfrm>
              <a:off x="5458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5"/>
            <p:cNvSpPr/>
            <p:nvPr/>
          </p:nvSpPr>
          <p:spPr>
            <a:xfrm>
              <a:off x="5458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5"/>
            <p:cNvSpPr/>
            <p:nvPr/>
          </p:nvSpPr>
          <p:spPr>
            <a:xfrm>
              <a:off x="54583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5"/>
            <p:cNvSpPr/>
            <p:nvPr/>
          </p:nvSpPr>
          <p:spPr>
            <a:xfrm>
              <a:off x="5458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5"/>
            <p:cNvSpPr/>
            <p:nvPr/>
          </p:nvSpPr>
          <p:spPr>
            <a:xfrm>
              <a:off x="5458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5"/>
            <p:cNvSpPr/>
            <p:nvPr/>
          </p:nvSpPr>
          <p:spPr>
            <a:xfrm>
              <a:off x="54583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4" name="Google Shape;1624;p5"/>
          <p:cNvGrpSpPr/>
          <p:nvPr/>
        </p:nvGrpSpPr>
        <p:grpSpPr>
          <a:xfrm rot="10800000">
            <a:off x="7828571" y="28707"/>
            <a:ext cx="1140783" cy="5086302"/>
            <a:chOff x="5458325" y="238125"/>
            <a:chExt cx="1174975" cy="5238750"/>
          </a:xfrm>
        </p:grpSpPr>
        <p:sp>
          <p:nvSpPr>
            <p:cNvPr id="1625" name="Google Shape;1625;p5"/>
            <p:cNvSpPr/>
            <p:nvPr/>
          </p:nvSpPr>
          <p:spPr>
            <a:xfrm>
              <a:off x="54583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5"/>
            <p:cNvSpPr/>
            <p:nvPr/>
          </p:nvSpPr>
          <p:spPr>
            <a:xfrm>
              <a:off x="5458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5"/>
            <p:cNvSpPr/>
            <p:nvPr/>
          </p:nvSpPr>
          <p:spPr>
            <a:xfrm>
              <a:off x="54583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5"/>
            <p:cNvSpPr/>
            <p:nvPr/>
          </p:nvSpPr>
          <p:spPr>
            <a:xfrm>
              <a:off x="5458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5"/>
            <p:cNvSpPr/>
            <p:nvPr/>
          </p:nvSpPr>
          <p:spPr>
            <a:xfrm>
              <a:off x="54583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5"/>
            <p:cNvSpPr/>
            <p:nvPr/>
          </p:nvSpPr>
          <p:spPr>
            <a:xfrm>
              <a:off x="5458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5"/>
            <p:cNvSpPr/>
            <p:nvPr/>
          </p:nvSpPr>
          <p:spPr>
            <a:xfrm>
              <a:off x="5458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5"/>
            <p:cNvSpPr/>
            <p:nvPr/>
          </p:nvSpPr>
          <p:spPr>
            <a:xfrm>
              <a:off x="5458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5"/>
            <p:cNvSpPr/>
            <p:nvPr/>
          </p:nvSpPr>
          <p:spPr>
            <a:xfrm>
              <a:off x="5458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5"/>
            <p:cNvSpPr/>
            <p:nvPr/>
          </p:nvSpPr>
          <p:spPr>
            <a:xfrm>
              <a:off x="5458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5"/>
            <p:cNvSpPr/>
            <p:nvPr/>
          </p:nvSpPr>
          <p:spPr>
            <a:xfrm>
              <a:off x="5458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5"/>
            <p:cNvSpPr/>
            <p:nvPr/>
          </p:nvSpPr>
          <p:spPr>
            <a:xfrm>
              <a:off x="5458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5"/>
            <p:cNvSpPr/>
            <p:nvPr/>
          </p:nvSpPr>
          <p:spPr>
            <a:xfrm>
              <a:off x="5458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5"/>
            <p:cNvSpPr/>
            <p:nvPr/>
          </p:nvSpPr>
          <p:spPr>
            <a:xfrm>
              <a:off x="5608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5"/>
            <p:cNvSpPr/>
            <p:nvPr/>
          </p:nvSpPr>
          <p:spPr>
            <a:xfrm>
              <a:off x="56088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5"/>
            <p:cNvSpPr/>
            <p:nvPr/>
          </p:nvSpPr>
          <p:spPr>
            <a:xfrm>
              <a:off x="5608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5"/>
            <p:cNvSpPr/>
            <p:nvPr/>
          </p:nvSpPr>
          <p:spPr>
            <a:xfrm>
              <a:off x="56088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5"/>
            <p:cNvSpPr/>
            <p:nvPr/>
          </p:nvSpPr>
          <p:spPr>
            <a:xfrm>
              <a:off x="5608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5"/>
            <p:cNvSpPr/>
            <p:nvPr/>
          </p:nvSpPr>
          <p:spPr>
            <a:xfrm>
              <a:off x="56088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5"/>
            <p:cNvSpPr/>
            <p:nvPr/>
          </p:nvSpPr>
          <p:spPr>
            <a:xfrm>
              <a:off x="56088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5"/>
            <p:cNvSpPr/>
            <p:nvPr/>
          </p:nvSpPr>
          <p:spPr>
            <a:xfrm>
              <a:off x="5608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5"/>
            <p:cNvSpPr/>
            <p:nvPr/>
          </p:nvSpPr>
          <p:spPr>
            <a:xfrm>
              <a:off x="5608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5"/>
            <p:cNvSpPr/>
            <p:nvPr/>
          </p:nvSpPr>
          <p:spPr>
            <a:xfrm>
              <a:off x="56088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5"/>
            <p:cNvSpPr/>
            <p:nvPr/>
          </p:nvSpPr>
          <p:spPr>
            <a:xfrm>
              <a:off x="56088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5"/>
            <p:cNvSpPr/>
            <p:nvPr/>
          </p:nvSpPr>
          <p:spPr>
            <a:xfrm>
              <a:off x="56088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5"/>
            <p:cNvSpPr/>
            <p:nvPr/>
          </p:nvSpPr>
          <p:spPr>
            <a:xfrm>
              <a:off x="5608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5"/>
            <p:cNvSpPr/>
            <p:nvPr/>
          </p:nvSpPr>
          <p:spPr>
            <a:xfrm>
              <a:off x="56088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5"/>
            <p:cNvSpPr/>
            <p:nvPr/>
          </p:nvSpPr>
          <p:spPr>
            <a:xfrm>
              <a:off x="5608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5"/>
            <p:cNvSpPr/>
            <p:nvPr/>
          </p:nvSpPr>
          <p:spPr>
            <a:xfrm>
              <a:off x="5608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5"/>
            <p:cNvSpPr/>
            <p:nvPr/>
          </p:nvSpPr>
          <p:spPr>
            <a:xfrm>
              <a:off x="5608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5"/>
            <p:cNvSpPr/>
            <p:nvPr/>
          </p:nvSpPr>
          <p:spPr>
            <a:xfrm>
              <a:off x="56088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5"/>
            <p:cNvSpPr/>
            <p:nvPr/>
          </p:nvSpPr>
          <p:spPr>
            <a:xfrm>
              <a:off x="56088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5"/>
            <p:cNvSpPr/>
            <p:nvPr/>
          </p:nvSpPr>
          <p:spPr>
            <a:xfrm>
              <a:off x="5608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5"/>
            <p:cNvSpPr/>
            <p:nvPr/>
          </p:nvSpPr>
          <p:spPr>
            <a:xfrm>
              <a:off x="5608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5"/>
            <p:cNvSpPr/>
            <p:nvPr/>
          </p:nvSpPr>
          <p:spPr>
            <a:xfrm>
              <a:off x="5608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5"/>
            <p:cNvSpPr/>
            <p:nvPr/>
          </p:nvSpPr>
          <p:spPr>
            <a:xfrm>
              <a:off x="56088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5"/>
            <p:cNvSpPr/>
            <p:nvPr/>
          </p:nvSpPr>
          <p:spPr>
            <a:xfrm>
              <a:off x="5608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5"/>
            <p:cNvSpPr/>
            <p:nvPr/>
          </p:nvSpPr>
          <p:spPr>
            <a:xfrm>
              <a:off x="56088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5"/>
            <p:cNvSpPr/>
            <p:nvPr/>
          </p:nvSpPr>
          <p:spPr>
            <a:xfrm>
              <a:off x="56088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5"/>
            <p:cNvSpPr/>
            <p:nvPr/>
          </p:nvSpPr>
          <p:spPr>
            <a:xfrm>
              <a:off x="56088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5"/>
            <p:cNvSpPr/>
            <p:nvPr/>
          </p:nvSpPr>
          <p:spPr>
            <a:xfrm>
              <a:off x="5608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5"/>
            <p:cNvSpPr/>
            <p:nvPr/>
          </p:nvSpPr>
          <p:spPr>
            <a:xfrm>
              <a:off x="56088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5"/>
            <p:cNvSpPr/>
            <p:nvPr/>
          </p:nvSpPr>
          <p:spPr>
            <a:xfrm>
              <a:off x="5608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5"/>
            <p:cNvSpPr/>
            <p:nvPr/>
          </p:nvSpPr>
          <p:spPr>
            <a:xfrm>
              <a:off x="5608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5"/>
            <p:cNvSpPr/>
            <p:nvPr/>
          </p:nvSpPr>
          <p:spPr>
            <a:xfrm>
              <a:off x="57593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5"/>
            <p:cNvSpPr/>
            <p:nvPr/>
          </p:nvSpPr>
          <p:spPr>
            <a:xfrm>
              <a:off x="57593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5"/>
            <p:cNvSpPr/>
            <p:nvPr/>
          </p:nvSpPr>
          <p:spPr>
            <a:xfrm>
              <a:off x="57593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5"/>
            <p:cNvSpPr/>
            <p:nvPr/>
          </p:nvSpPr>
          <p:spPr>
            <a:xfrm>
              <a:off x="57593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5"/>
            <p:cNvSpPr/>
            <p:nvPr/>
          </p:nvSpPr>
          <p:spPr>
            <a:xfrm>
              <a:off x="57593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5"/>
            <p:cNvSpPr/>
            <p:nvPr/>
          </p:nvSpPr>
          <p:spPr>
            <a:xfrm>
              <a:off x="57593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5"/>
            <p:cNvSpPr/>
            <p:nvPr/>
          </p:nvSpPr>
          <p:spPr>
            <a:xfrm>
              <a:off x="57593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5"/>
            <p:cNvSpPr/>
            <p:nvPr/>
          </p:nvSpPr>
          <p:spPr>
            <a:xfrm>
              <a:off x="57593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5"/>
            <p:cNvSpPr/>
            <p:nvPr/>
          </p:nvSpPr>
          <p:spPr>
            <a:xfrm>
              <a:off x="57593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5"/>
            <p:cNvSpPr/>
            <p:nvPr/>
          </p:nvSpPr>
          <p:spPr>
            <a:xfrm>
              <a:off x="57593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5"/>
            <p:cNvSpPr/>
            <p:nvPr/>
          </p:nvSpPr>
          <p:spPr>
            <a:xfrm>
              <a:off x="57593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5"/>
            <p:cNvSpPr/>
            <p:nvPr/>
          </p:nvSpPr>
          <p:spPr>
            <a:xfrm>
              <a:off x="5909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5"/>
            <p:cNvSpPr/>
            <p:nvPr/>
          </p:nvSpPr>
          <p:spPr>
            <a:xfrm>
              <a:off x="59098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5"/>
            <p:cNvSpPr/>
            <p:nvPr/>
          </p:nvSpPr>
          <p:spPr>
            <a:xfrm>
              <a:off x="59098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5"/>
            <p:cNvSpPr/>
            <p:nvPr/>
          </p:nvSpPr>
          <p:spPr>
            <a:xfrm>
              <a:off x="60603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5"/>
            <p:cNvSpPr/>
            <p:nvPr/>
          </p:nvSpPr>
          <p:spPr>
            <a:xfrm>
              <a:off x="62108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5"/>
            <p:cNvSpPr/>
            <p:nvPr/>
          </p:nvSpPr>
          <p:spPr>
            <a:xfrm>
              <a:off x="6210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5"/>
            <p:cNvSpPr/>
            <p:nvPr/>
          </p:nvSpPr>
          <p:spPr>
            <a:xfrm>
              <a:off x="65119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87" name="Google Shape;1687;p5"/>
          <p:cNvGrpSpPr/>
          <p:nvPr/>
        </p:nvGrpSpPr>
        <p:grpSpPr>
          <a:xfrm rot="10800000">
            <a:off x="7682451" y="28707"/>
            <a:ext cx="994639" cy="4940182"/>
            <a:chOff x="5759350" y="388625"/>
            <a:chExt cx="1024450" cy="5088250"/>
          </a:xfrm>
        </p:grpSpPr>
        <p:sp>
          <p:nvSpPr>
            <p:cNvPr id="1688" name="Google Shape;1688;p5"/>
            <p:cNvSpPr/>
            <p:nvPr/>
          </p:nvSpPr>
          <p:spPr>
            <a:xfrm>
              <a:off x="57593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5"/>
            <p:cNvSpPr/>
            <p:nvPr/>
          </p:nvSpPr>
          <p:spPr>
            <a:xfrm>
              <a:off x="57593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5"/>
            <p:cNvSpPr/>
            <p:nvPr/>
          </p:nvSpPr>
          <p:spPr>
            <a:xfrm>
              <a:off x="57593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5"/>
            <p:cNvSpPr/>
            <p:nvPr/>
          </p:nvSpPr>
          <p:spPr>
            <a:xfrm>
              <a:off x="57593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5"/>
            <p:cNvSpPr/>
            <p:nvPr/>
          </p:nvSpPr>
          <p:spPr>
            <a:xfrm>
              <a:off x="57593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5"/>
            <p:cNvSpPr/>
            <p:nvPr/>
          </p:nvSpPr>
          <p:spPr>
            <a:xfrm>
              <a:off x="57593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5"/>
            <p:cNvSpPr/>
            <p:nvPr/>
          </p:nvSpPr>
          <p:spPr>
            <a:xfrm>
              <a:off x="57593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5"/>
            <p:cNvSpPr/>
            <p:nvPr/>
          </p:nvSpPr>
          <p:spPr>
            <a:xfrm>
              <a:off x="59098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5"/>
            <p:cNvSpPr/>
            <p:nvPr/>
          </p:nvSpPr>
          <p:spPr>
            <a:xfrm>
              <a:off x="5909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5"/>
            <p:cNvSpPr/>
            <p:nvPr/>
          </p:nvSpPr>
          <p:spPr>
            <a:xfrm>
              <a:off x="59098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5"/>
            <p:cNvSpPr/>
            <p:nvPr/>
          </p:nvSpPr>
          <p:spPr>
            <a:xfrm>
              <a:off x="59098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5"/>
            <p:cNvSpPr/>
            <p:nvPr/>
          </p:nvSpPr>
          <p:spPr>
            <a:xfrm>
              <a:off x="5909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5"/>
            <p:cNvSpPr/>
            <p:nvPr/>
          </p:nvSpPr>
          <p:spPr>
            <a:xfrm>
              <a:off x="59098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5"/>
            <p:cNvSpPr/>
            <p:nvPr/>
          </p:nvSpPr>
          <p:spPr>
            <a:xfrm>
              <a:off x="59098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5"/>
            <p:cNvSpPr/>
            <p:nvPr/>
          </p:nvSpPr>
          <p:spPr>
            <a:xfrm>
              <a:off x="59098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5"/>
            <p:cNvSpPr/>
            <p:nvPr/>
          </p:nvSpPr>
          <p:spPr>
            <a:xfrm>
              <a:off x="5909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5"/>
            <p:cNvSpPr/>
            <p:nvPr/>
          </p:nvSpPr>
          <p:spPr>
            <a:xfrm>
              <a:off x="59098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5"/>
            <p:cNvSpPr/>
            <p:nvPr/>
          </p:nvSpPr>
          <p:spPr>
            <a:xfrm>
              <a:off x="59098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5"/>
            <p:cNvSpPr/>
            <p:nvPr/>
          </p:nvSpPr>
          <p:spPr>
            <a:xfrm>
              <a:off x="59098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5"/>
            <p:cNvSpPr/>
            <p:nvPr/>
          </p:nvSpPr>
          <p:spPr>
            <a:xfrm>
              <a:off x="59098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5"/>
            <p:cNvSpPr/>
            <p:nvPr/>
          </p:nvSpPr>
          <p:spPr>
            <a:xfrm>
              <a:off x="59098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5"/>
            <p:cNvSpPr/>
            <p:nvPr/>
          </p:nvSpPr>
          <p:spPr>
            <a:xfrm>
              <a:off x="5909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5"/>
            <p:cNvSpPr/>
            <p:nvPr/>
          </p:nvSpPr>
          <p:spPr>
            <a:xfrm>
              <a:off x="5909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5"/>
            <p:cNvSpPr/>
            <p:nvPr/>
          </p:nvSpPr>
          <p:spPr>
            <a:xfrm>
              <a:off x="59098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5"/>
            <p:cNvSpPr/>
            <p:nvPr/>
          </p:nvSpPr>
          <p:spPr>
            <a:xfrm>
              <a:off x="5909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5"/>
            <p:cNvSpPr/>
            <p:nvPr/>
          </p:nvSpPr>
          <p:spPr>
            <a:xfrm>
              <a:off x="59098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5"/>
            <p:cNvSpPr/>
            <p:nvPr/>
          </p:nvSpPr>
          <p:spPr>
            <a:xfrm>
              <a:off x="60603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5"/>
            <p:cNvSpPr/>
            <p:nvPr/>
          </p:nvSpPr>
          <p:spPr>
            <a:xfrm>
              <a:off x="6060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5"/>
            <p:cNvSpPr/>
            <p:nvPr/>
          </p:nvSpPr>
          <p:spPr>
            <a:xfrm>
              <a:off x="60603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5"/>
            <p:cNvSpPr/>
            <p:nvPr/>
          </p:nvSpPr>
          <p:spPr>
            <a:xfrm>
              <a:off x="60603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5"/>
            <p:cNvSpPr/>
            <p:nvPr/>
          </p:nvSpPr>
          <p:spPr>
            <a:xfrm>
              <a:off x="60603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5"/>
            <p:cNvSpPr/>
            <p:nvPr/>
          </p:nvSpPr>
          <p:spPr>
            <a:xfrm>
              <a:off x="6060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5"/>
            <p:cNvSpPr/>
            <p:nvPr/>
          </p:nvSpPr>
          <p:spPr>
            <a:xfrm>
              <a:off x="60603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5"/>
            <p:cNvSpPr/>
            <p:nvPr/>
          </p:nvSpPr>
          <p:spPr>
            <a:xfrm>
              <a:off x="60603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5"/>
            <p:cNvSpPr/>
            <p:nvPr/>
          </p:nvSpPr>
          <p:spPr>
            <a:xfrm>
              <a:off x="60603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5"/>
            <p:cNvSpPr/>
            <p:nvPr/>
          </p:nvSpPr>
          <p:spPr>
            <a:xfrm>
              <a:off x="60603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5"/>
            <p:cNvSpPr/>
            <p:nvPr/>
          </p:nvSpPr>
          <p:spPr>
            <a:xfrm>
              <a:off x="6060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5"/>
            <p:cNvSpPr/>
            <p:nvPr/>
          </p:nvSpPr>
          <p:spPr>
            <a:xfrm>
              <a:off x="60603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5"/>
            <p:cNvSpPr/>
            <p:nvPr/>
          </p:nvSpPr>
          <p:spPr>
            <a:xfrm>
              <a:off x="60603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5"/>
            <p:cNvSpPr/>
            <p:nvPr/>
          </p:nvSpPr>
          <p:spPr>
            <a:xfrm>
              <a:off x="60603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5"/>
            <p:cNvSpPr/>
            <p:nvPr/>
          </p:nvSpPr>
          <p:spPr>
            <a:xfrm>
              <a:off x="60603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5"/>
            <p:cNvSpPr/>
            <p:nvPr/>
          </p:nvSpPr>
          <p:spPr>
            <a:xfrm>
              <a:off x="60603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5"/>
            <p:cNvSpPr/>
            <p:nvPr/>
          </p:nvSpPr>
          <p:spPr>
            <a:xfrm>
              <a:off x="60603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5"/>
            <p:cNvSpPr/>
            <p:nvPr/>
          </p:nvSpPr>
          <p:spPr>
            <a:xfrm>
              <a:off x="60603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5"/>
            <p:cNvSpPr/>
            <p:nvPr/>
          </p:nvSpPr>
          <p:spPr>
            <a:xfrm>
              <a:off x="60603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5"/>
            <p:cNvSpPr/>
            <p:nvPr/>
          </p:nvSpPr>
          <p:spPr>
            <a:xfrm>
              <a:off x="60603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5"/>
            <p:cNvSpPr/>
            <p:nvPr/>
          </p:nvSpPr>
          <p:spPr>
            <a:xfrm>
              <a:off x="60603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5"/>
            <p:cNvSpPr/>
            <p:nvPr/>
          </p:nvSpPr>
          <p:spPr>
            <a:xfrm>
              <a:off x="60603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5"/>
            <p:cNvSpPr/>
            <p:nvPr/>
          </p:nvSpPr>
          <p:spPr>
            <a:xfrm>
              <a:off x="6060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5"/>
            <p:cNvSpPr/>
            <p:nvPr/>
          </p:nvSpPr>
          <p:spPr>
            <a:xfrm>
              <a:off x="60603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5"/>
            <p:cNvSpPr/>
            <p:nvPr/>
          </p:nvSpPr>
          <p:spPr>
            <a:xfrm>
              <a:off x="60603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5"/>
            <p:cNvSpPr/>
            <p:nvPr/>
          </p:nvSpPr>
          <p:spPr>
            <a:xfrm>
              <a:off x="60603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5"/>
            <p:cNvSpPr/>
            <p:nvPr/>
          </p:nvSpPr>
          <p:spPr>
            <a:xfrm>
              <a:off x="62108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5"/>
            <p:cNvSpPr/>
            <p:nvPr/>
          </p:nvSpPr>
          <p:spPr>
            <a:xfrm>
              <a:off x="62108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5"/>
            <p:cNvSpPr/>
            <p:nvPr/>
          </p:nvSpPr>
          <p:spPr>
            <a:xfrm>
              <a:off x="62108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5"/>
            <p:cNvSpPr/>
            <p:nvPr/>
          </p:nvSpPr>
          <p:spPr>
            <a:xfrm>
              <a:off x="6210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5"/>
            <p:cNvSpPr/>
            <p:nvPr/>
          </p:nvSpPr>
          <p:spPr>
            <a:xfrm>
              <a:off x="62108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5"/>
            <p:cNvSpPr/>
            <p:nvPr/>
          </p:nvSpPr>
          <p:spPr>
            <a:xfrm>
              <a:off x="62108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5"/>
            <p:cNvSpPr/>
            <p:nvPr/>
          </p:nvSpPr>
          <p:spPr>
            <a:xfrm>
              <a:off x="62108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5"/>
            <p:cNvSpPr/>
            <p:nvPr/>
          </p:nvSpPr>
          <p:spPr>
            <a:xfrm>
              <a:off x="62108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5"/>
            <p:cNvSpPr/>
            <p:nvPr/>
          </p:nvSpPr>
          <p:spPr>
            <a:xfrm>
              <a:off x="6210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5"/>
            <p:cNvSpPr/>
            <p:nvPr/>
          </p:nvSpPr>
          <p:spPr>
            <a:xfrm>
              <a:off x="62108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5"/>
            <p:cNvSpPr/>
            <p:nvPr/>
          </p:nvSpPr>
          <p:spPr>
            <a:xfrm>
              <a:off x="62108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5"/>
            <p:cNvSpPr/>
            <p:nvPr/>
          </p:nvSpPr>
          <p:spPr>
            <a:xfrm>
              <a:off x="62108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5"/>
            <p:cNvSpPr/>
            <p:nvPr/>
          </p:nvSpPr>
          <p:spPr>
            <a:xfrm>
              <a:off x="62108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5"/>
            <p:cNvSpPr/>
            <p:nvPr/>
          </p:nvSpPr>
          <p:spPr>
            <a:xfrm>
              <a:off x="62108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5"/>
            <p:cNvSpPr/>
            <p:nvPr/>
          </p:nvSpPr>
          <p:spPr>
            <a:xfrm>
              <a:off x="62108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5"/>
            <p:cNvSpPr/>
            <p:nvPr/>
          </p:nvSpPr>
          <p:spPr>
            <a:xfrm>
              <a:off x="62108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5"/>
            <p:cNvSpPr/>
            <p:nvPr/>
          </p:nvSpPr>
          <p:spPr>
            <a:xfrm>
              <a:off x="6210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5"/>
            <p:cNvSpPr/>
            <p:nvPr/>
          </p:nvSpPr>
          <p:spPr>
            <a:xfrm>
              <a:off x="62108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5"/>
            <p:cNvSpPr/>
            <p:nvPr/>
          </p:nvSpPr>
          <p:spPr>
            <a:xfrm>
              <a:off x="62108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5"/>
            <p:cNvSpPr/>
            <p:nvPr/>
          </p:nvSpPr>
          <p:spPr>
            <a:xfrm>
              <a:off x="62108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5"/>
            <p:cNvSpPr/>
            <p:nvPr/>
          </p:nvSpPr>
          <p:spPr>
            <a:xfrm>
              <a:off x="63613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5"/>
            <p:cNvSpPr/>
            <p:nvPr/>
          </p:nvSpPr>
          <p:spPr>
            <a:xfrm>
              <a:off x="63613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5"/>
            <p:cNvSpPr/>
            <p:nvPr/>
          </p:nvSpPr>
          <p:spPr>
            <a:xfrm>
              <a:off x="63613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5"/>
            <p:cNvSpPr/>
            <p:nvPr/>
          </p:nvSpPr>
          <p:spPr>
            <a:xfrm>
              <a:off x="63613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5"/>
            <p:cNvSpPr/>
            <p:nvPr/>
          </p:nvSpPr>
          <p:spPr>
            <a:xfrm>
              <a:off x="63613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5"/>
            <p:cNvSpPr/>
            <p:nvPr/>
          </p:nvSpPr>
          <p:spPr>
            <a:xfrm>
              <a:off x="63613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5"/>
            <p:cNvSpPr/>
            <p:nvPr/>
          </p:nvSpPr>
          <p:spPr>
            <a:xfrm>
              <a:off x="63613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5"/>
            <p:cNvSpPr/>
            <p:nvPr/>
          </p:nvSpPr>
          <p:spPr>
            <a:xfrm>
              <a:off x="63613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5"/>
            <p:cNvSpPr/>
            <p:nvPr/>
          </p:nvSpPr>
          <p:spPr>
            <a:xfrm>
              <a:off x="63613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5"/>
            <p:cNvSpPr/>
            <p:nvPr/>
          </p:nvSpPr>
          <p:spPr>
            <a:xfrm>
              <a:off x="63613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5"/>
            <p:cNvSpPr/>
            <p:nvPr/>
          </p:nvSpPr>
          <p:spPr>
            <a:xfrm>
              <a:off x="63613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5"/>
            <p:cNvSpPr/>
            <p:nvPr/>
          </p:nvSpPr>
          <p:spPr>
            <a:xfrm>
              <a:off x="63613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5"/>
            <p:cNvSpPr/>
            <p:nvPr/>
          </p:nvSpPr>
          <p:spPr>
            <a:xfrm>
              <a:off x="63613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5"/>
            <p:cNvSpPr/>
            <p:nvPr/>
          </p:nvSpPr>
          <p:spPr>
            <a:xfrm>
              <a:off x="63613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5"/>
            <p:cNvSpPr/>
            <p:nvPr/>
          </p:nvSpPr>
          <p:spPr>
            <a:xfrm>
              <a:off x="63613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5"/>
            <p:cNvSpPr/>
            <p:nvPr/>
          </p:nvSpPr>
          <p:spPr>
            <a:xfrm>
              <a:off x="63613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5"/>
            <p:cNvSpPr/>
            <p:nvPr/>
          </p:nvSpPr>
          <p:spPr>
            <a:xfrm>
              <a:off x="63613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5"/>
            <p:cNvSpPr/>
            <p:nvPr/>
          </p:nvSpPr>
          <p:spPr>
            <a:xfrm>
              <a:off x="63613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5"/>
            <p:cNvSpPr/>
            <p:nvPr/>
          </p:nvSpPr>
          <p:spPr>
            <a:xfrm>
              <a:off x="65119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5"/>
            <p:cNvSpPr/>
            <p:nvPr/>
          </p:nvSpPr>
          <p:spPr>
            <a:xfrm>
              <a:off x="65119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5"/>
            <p:cNvSpPr/>
            <p:nvPr/>
          </p:nvSpPr>
          <p:spPr>
            <a:xfrm>
              <a:off x="65119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5"/>
            <p:cNvSpPr/>
            <p:nvPr/>
          </p:nvSpPr>
          <p:spPr>
            <a:xfrm>
              <a:off x="65119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5"/>
            <p:cNvSpPr/>
            <p:nvPr/>
          </p:nvSpPr>
          <p:spPr>
            <a:xfrm>
              <a:off x="65119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5"/>
            <p:cNvSpPr/>
            <p:nvPr/>
          </p:nvSpPr>
          <p:spPr>
            <a:xfrm>
              <a:off x="65119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5"/>
            <p:cNvSpPr/>
            <p:nvPr/>
          </p:nvSpPr>
          <p:spPr>
            <a:xfrm>
              <a:off x="65119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5"/>
            <p:cNvSpPr/>
            <p:nvPr/>
          </p:nvSpPr>
          <p:spPr>
            <a:xfrm>
              <a:off x="65119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5"/>
            <p:cNvSpPr/>
            <p:nvPr/>
          </p:nvSpPr>
          <p:spPr>
            <a:xfrm>
              <a:off x="66624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5"/>
            <p:cNvSpPr/>
            <p:nvPr/>
          </p:nvSpPr>
          <p:spPr>
            <a:xfrm>
              <a:off x="66624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5"/>
            <p:cNvSpPr/>
            <p:nvPr/>
          </p:nvSpPr>
          <p:spPr>
            <a:xfrm>
              <a:off x="66624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89" name="Google Shape;1789;p5"/>
          <p:cNvGrpSpPr/>
          <p:nvPr/>
        </p:nvGrpSpPr>
        <p:grpSpPr>
          <a:xfrm rot="10800000">
            <a:off x="7682451" y="28707"/>
            <a:ext cx="1140783" cy="5086302"/>
            <a:chOff x="5608825" y="238125"/>
            <a:chExt cx="1174975" cy="5238750"/>
          </a:xfrm>
        </p:grpSpPr>
        <p:sp>
          <p:nvSpPr>
            <p:cNvPr id="1790" name="Google Shape;1790;p5"/>
            <p:cNvSpPr/>
            <p:nvPr/>
          </p:nvSpPr>
          <p:spPr>
            <a:xfrm>
              <a:off x="56088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5"/>
            <p:cNvSpPr/>
            <p:nvPr/>
          </p:nvSpPr>
          <p:spPr>
            <a:xfrm>
              <a:off x="5608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5"/>
            <p:cNvSpPr/>
            <p:nvPr/>
          </p:nvSpPr>
          <p:spPr>
            <a:xfrm>
              <a:off x="5608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5"/>
            <p:cNvSpPr/>
            <p:nvPr/>
          </p:nvSpPr>
          <p:spPr>
            <a:xfrm>
              <a:off x="5608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5"/>
            <p:cNvSpPr/>
            <p:nvPr/>
          </p:nvSpPr>
          <p:spPr>
            <a:xfrm>
              <a:off x="57593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5"/>
            <p:cNvSpPr/>
            <p:nvPr/>
          </p:nvSpPr>
          <p:spPr>
            <a:xfrm>
              <a:off x="57593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5"/>
            <p:cNvSpPr/>
            <p:nvPr/>
          </p:nvSpPr>
          <p:spPr>
            <a:xfrm>
              <a:off x="57593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5"/>
            <p:cNvSpPr/>
            <p:nvPr/>
          </p:nvSpPr>
          <p:spPr>
            <a:xfrm>
              <a:off x="57593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5"/>
            <p:cNvSpPr/>
            <p:nvPr/>
          </p:nvSpPr>
          <p:spPr>
            <a:xfrm>
              <a:off x="57593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5"/>
            <p:cNvSpPr/>
            <p:nvPr/>
          </p:nvSpPr>
          <p:spPr>
            <a:xfrm>
              <a:off x="57593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5"/>
            <p:cNvSpPr/>
            <p:nvPr/>
          </p:nvSpPr>
          <p:spPr>
            <a:xfrm>
              <a:off x="57593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5"/>
            <p:cNvSpPr/>
            <p:nvPr/>
          </p:nvSpPr>
          <p:spPr>
            <a:xfrm>
              <a:off x="57593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5"/>
            <p:cNvSpPr/>
            <p:nvPr/>
          </p:nvSpPr>
          <p:spPr>
            <a:xfrm>
              <a:off x="57593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5"/>
            <p:cNvSpPr/>
            <p:nvPr/>
          </p:nvSpPr>
          <p:spPr>
            <a:xfrm>
              <a:off x="57593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5"/>
            <p:cNvSpPr/>
            <p:nvPr/>
          </p:nvSpPr>
          <p:spPr>
            <a:xfrm>
              <a:off x="57593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5"/>
            <p:cNvSpPr/>
            <p:nvPr/>
          </p:nvSpPr>
          <p:spPr>
            <a:xfrm>
              <a:off x="57593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5"/>
            <p:cNvSpPr/>
            <p:nvPr/>
          </p:nvSpPr>
          <p:spPr>
            <a:xfrm>
              <a:off x="57593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5"/>
            <p:cNvSpPr/>
            <p:nvPr/>
          </p:nvSpPr>
          <p:spPr>
            <a:xfrm>
              <a:off x="57593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5"/>
            <p:cNvSpPr/>
            <p:nvPr/>
          </p:nvSpPr>
          <p:spPr>
            <a:xfrm>
              <a:off x="57593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5"/>
            <p:cNvSpPr/>
            <p:nvPr/>
          </p:nvSpPr>
          <p:spPr>
            <a:xfrm>
              <a:off x="57593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5"/>
            <p:cNvSpPr/>
            <p:nvPr/>
          </p:nvSpPr>
          <p:spPr>
            <a:xfrm>
              <a:off x="57593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5"/>
            <p:cNvSpPr/>
            <p:nvPr/>
          </p:nvSpPr>
          <p:spPr>
            <a:xfrm>
              <a:off x="5909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5"/>
            <p:cNvSpPr/>
            <p:nvPr/>
          </p:nvSpPr>
          <p:spPr>
            <a:xfrm>
              <a:off x="59098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5"/>
            <p:cNvSpPr/>
            <p:nvPr/>
          </p:nvSpPr>
          <p:spPr>
            <a:xfrm>
              <a:off x="59098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5"/>
            <p:cNvSpPr/>
            <p:nvPr/>
          </p:nvSpPr>
          <p:spPr>
            <a:xfrm>
              <a:off x="59098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5"/>
            <p:cNvSpPr/>
            <p:nvPr/>
          </p:nvSpPr>
          <p:spPr>
            <a:xfrm>
              <a:off x="59098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5"/>
            <p:cNvSpPr/>
            <p:nvPr/>
          </p:nvSpPr>
          <p:spPr>
            <a:xfrm>
              <a:off x="59098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5"/>
            <p:cNvSpPr/>
            <p:nvPr/>
          </p:nvSpPr>
          <p:spPr>
            <a:xfrm>
              <a:off x="5909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5"/>
            <p:cNvSpPr/>
            <p:nvPr/>
          </p:nvSpPr>
          <p:spPr>
            <a:xfrm>
              <a:off x="59098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5"/>
            <p:cNvSpPr/>
            <p:nvPr/>
          </p:nvSpPr>
          <p:spPr>
            <a:xfrm>
              <a:off x="59098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5"/>
            <p:cNvSpPr/>
            <p:nvPr/>
          </p:nvSpPr>
          <p:spPr>
            <a:xfrm>
              <a:off x="59098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5"/>
            <p:cNvSpPr/>
            <p:nvPr/>
          </p:nvSpPr>
          <p:spPr>
            <a:xfrm>
              <a:off x="59098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5"/>
            <p:cNvSpPr/>
            <p:nvPr/>
          </p:nvSpPr>
          <p:spPr>
            <a:xfrm>
              <a:off x="59098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5"/>
            <p:cNvSpPr/>
            <p:nvPr/>
          </p:nvSpPr>
          <p:spPr>
            <a:xfrm>
              <a:off x="5909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5"/>
            <p:cNvSpPr/>
            <p:nvPr/>
          </p:nvSpPr>
          <p:spPr>
            <a:xfrm>
              <a:off x="60603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5"/>
            <p:cNvSpPr/>
            <p:nvPr/>
          </p:nvSpPr>
          <p:spPr>
            <a:xfrm>
              <a:off x="60603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5"/>
            <p:cNvSpPr/>
            <p:nvPr/>
          </p:nvSpPr>
          <p:spPr>
            <a:xfrm>
              <a:off x="60603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5"/>
            <p:cNvSpPr/>
            <p:nvPr/>
          </p:nvSpPr>
          <p:spPr>
            <a:xfrm>
              <a:off x="60603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5"/>
            <p:cNvSpPr/>
            <p:nvPr/>
          </p:nvSpPr>
          <p:spPr>
            <a:xfrm>
              <a:off x="60603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5"/>
            <p:cNvSpPr/>
            <p:nvPr/>
          </p:nvSpPr>
          <p:spPr>
            <a:xfrm>
              <a:off x="60603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5"/>
            <p:cNvSpPr/>
            <p:nvPr/>
          </p:nvSpPr>
          <p:spPr>
            <a:xfrm>
              <a:off x="60603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5"/>
            <p:cNvSpPr/>
            <p:nvPr/>
          </p:nvSpPr>
          <p:spPr>
            <a:xfrm>
              <a:off x="60603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5"/>
            <p:cNvSpPr/>
            <p:nvPr/>
          </p:nvSpPr>
          <p:spPr>
            <a:xfrm>
              <a:off x="6210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5"/>
            <p:cNvSpPr/>
            <p:nvPr/>
          </p:nvSpPr>
          <p:spPr>
            <a:xfrm>
              <a:off x="62108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5"/>
            <p:cNvSpPr/>
            <p:nvPr/>
          </p:nvSpPr>
          <p:spPr>
            <a:xfrm>
              <a:off x="62108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5"/>
            <p:cNvSpPr/>
            <p:nvPr/>
          </p:nvSpPr>
          <p:spPr>
            <a:xfrm>
              <a:off x="6210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5"/>
            <p:cNvSpPr/>
            <p:nvPr/>
          </p:nvSpPr>
          <p:spPr>
            <a:xfrm>
              <a:off x="62108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5"/>
            <p:cNvSpPr/>
            <p:nvPr/>
          </p:nvSpPr>
          <p:spPr>
            <a:xfrm>
              <a:off x="63613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5"/>
            <p:cNvSpPr/>
            <p:nvPr/>
          </p:nvSpPr>
          <p:spPr>
            <a:xfrm>
              <a:off x="63613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5"/>
            <p:cNvSpPr/>
            <p:nvPr/>
          </p:nvSpPr>
          <p:spPr>
            <a:xfrm>
              <a:off x="66624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40" name="Google Shape;1840;p5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8300" y="1733550"/>
            <a:ext cx="6761100" cy="29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lvl="1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lvl="2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lvl="3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lvl="4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lvl="5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lvl="6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lvl="7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lvl="8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python_ref_string.asp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6" name="Google Shape;3836;p13"/>
          <p:cNvSpPr txBox="1">
            <a:spLocks noGrp="1"/>
          </p:cNvSpPr>
          <p:nvPr>
            <p:ph type="ctrTitle"/>
          </p:nvPr>
        </p:nvSpPr>
        <p:spPr>
          <a:xfrm>
            <a:off x="762000" y="696425"/>
            <a:ext cx="5396700" cy="11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Introducción a Python: Variables</a:t>
            </a:r>
            <a:endParaRPr dirty="0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" name="Google Shape;3870;p18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Una variable es un </a:t>
            </a:r>
            <a:r>
              <a:rPr lang="en" b="1" i="1" dirty="0"/>
              <a:t>objeto</a:t>
            </a:r>
            <a:r>
              <a:rPr lang="en" dirty="0"/>
              <a:t> que puede almacenar valores</a:t>
            </a:r>
            <a:endParaRPr dirty="0"/>
          </a:p>
        </p:txBody>
      </p:sp>
      <p:sp>
        <p:nvSpPr>
          <p:cNvPr id="3871" name="Google Shape;3871;p18"/>
          <p:cNvSpPr txBox="1">
            <a:spLocks noGrp="1"/>
          </p:cNvSpPr>
          <p:nvPr>
            <p:ph type="body" idx="1"/>
          </p:nvPr>
        </p:nvSpPr>
        <p:spPr>
          <a:xfrm>
            <a:off x="718300" y="3739242"/>
            <a:ext cx="6761100" cy="7135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s-MX" dirty="0"/>
              <a:t>El nombre debe estar sin espacios y procurar no usar símbolos ni acentos (aunque </a:t>
            </a:r>
            <a:r>
              <a:rPr lang="es-MX" dirty="0" err="1"/>
              <a:t>python</a:t>
            </a:r>
            <a:r>
              <a:rPr lang="es-MX" dirty="0"/>
              <a:t> lo permite). No debe iniciar </a:t>
            </a:r>
            <a:r>
              <a:rPr lang="es-MX"/>
              <a:t>con números</a:t>
            </a:r>
            <a:endParaRPr lang="es-MX" dirty="0"/>
          </a:p>
        </p:txBody>
      </p:sp>
      <p:sp>
        <p:nvSpPr>
          <p:cNvPr id="3872" name="Google Shape;3872;p18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94E02F-4379-C639-2B15-78475C388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4261" y="2293969"/>
            <a:ext cx="4715701" cy="8574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EDF9B86-CAC6-7773-0966-3EC4CD10B5D7}"/>
              </a:ext>
            </a:extLst>
          </p:cNvPr>
          <p:cNvCxnSpPr/>
          <p:nvPr/>
        </p:nvCxnSpPr>
        <p:spPr>
          <a:xfrm>
            <a:off x="3141617" y="2018211"/>
            <a:ext cx="300446" cy="37352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3871;p18">
            <a:extLst>
              <a:ext uri="{FF2B5EF4-FFF2-40B4-BE49-F238E27FC236}">
                <a16:creationId xmlns:a16="http://schemas.microsoft.com/office/drawing/2014/main" id="{42FCF4AA-1A56-647C-10F2-D5BACECE774C}"/>
              </a:ext>
            </a:extLst>
          </p:cNvPr>
          <p:cNvSpPr txBox="1">
            <a:spLocks/>
          </p:cNvSpPr>
          <p:nvPr/>
        </p:nvSpPr>
        <p:spPr>
          <a:xfrm>
            <a:off x="2409983" y="1570651"/>
            <a:ext cx="1463267" cy="71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es-MX" dirty="0"/>
              <a:t>Nombre</a:t>
            </a:r>
          </a:p>
        </p:txBody>
      </p:sp>
      <p:sp>
        <p:nvSpPr>
          <p:cNvPr id="9" name="Google Shape;3871;p18">
            <a:extLst>
              <a:ext uri="{FF2B5EF4-FFF2-40B4-BE49-F238E27FC236}">
                <a16:creationId xmlns:a16="http://schemas.microsoft.com/office/drawing/2014/main" id="{D652D550-57F3-119E-92BB-A72B16156F9A}"/>
              </a:ext>
            </a:extLst>
          </p:cNvPr>
          <p:cNvSpPr txBox="1">
            <a:spLocks/>
          </p:cNvSpPr>
          <p:nvPr/>
        </p:nvSpPr>
        <p:spPr>
          <a:xfrm>
            <a:off x="4833299" y="1570651"/>
            <a:ext cx="1463267" cy="71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es-MX" dirty="0"/>
              <a:t>Valor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B26AE55-FFC6-1555-943D-6FE52F78E9DF}"/>
              </a:ext>
            </a:extLst>
          </p:cNvPr>
          <p:cNvCxnSpPr>
            <a:cxnSpLocks/>
          </p:cNvCxnSpPr>
          <p:nvPr/>
        </p:nvCxnSpPr>
        <p:spPr>
          <a:xfrm flipH="1">
            <a:off x="4676503" y="2018211"/>
            <a:ext cx="391886" cy="40984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" name="Google Shape;3870;p18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Los dos tipos básicos son números y palabras</a:t>
            </a:r>
            <a:endParaRPr dirty="0"/>
          </a:p>
        </p:txBody>
      </p:sp>
      <p:sp>
        <p:nvSpPr>
          <p:cNvPr id="3871" name="Google Shape;3871;p18"/>
          <p:cNvSpPr txBox="1">
            <a:spLocks noGrp="1"/>
          </p:cNvSpPr>
          <p:nvPr>
            <p:ph type="body" idx="1"/>
          </p:nvPr>
        </p:nvSpPr>
        <p:spPr>
          <a:xfrm>
            <a:off x="718300" y="1861457"/>
            <a:ext cx="6761100" cy="28525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n-US" dirty="0"/>
              <a:t>Hay </a:t>
            </a:r>
            <a:r>
              <a:rPr lang="en-US" dirty="0" err="1"/>
              <a:t>varios</a:t>
            </a:r>
            <a:r>
              <a:rPr lang="en-US" dirty="0"/>
              <a:t> </a:t>
            </a:r>
            <a:r>
              <a:rPr lang="en-US" dirty="0" err="1"/>
              <a:t>subtipos</a:t>
            </a:r>
            <a:r>
              <a:rPr lang="en-US" dirty="0"/>
              <a:t> de </a:t>
            </a:r>
            <a:r>
              <a:rPr lang="en-US" dirty="0" err="1"/>
              <a:t>números</a:t>
            </a:r>
            <a:endParaRPr lang="en-US" dirty="0"/>
          </a:p>
          <a:p>
            <a:pPr marL="76200" lvl="0" indent="0" algn="l" rtl="0">
              <a:spcBef>
                <a:spcPts val="600"/>
              </a:spcBef>
              <a:spcAft>
                <a:spcPts val="0"/>
              </a:spcAft>
              <a:buSzPts val="2400"/>
              <a:buNone/>
            </a:pPr>
            <a:endParaRPr lang="en-US" dirty="0"/>
          </a:p>
          <a:p>
            <a:pPr marL="76200" lvl="0" indent="0" algn="l" rtl="0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n-US" dirty="0" err="1"/>
              <a:t>Enteros</a:t>
            </a:r>
            <a:r>
              <a:rPr lang="en-US" dirty="0"/>
              <a:t>: 	</a:t>
            </a:r>
            <a:r>
              <a:rPr lang="en-US" b="1" i="1" dirty="0"/>
              <a:t>int</a:t>
            </a:r>
          </a:p>
          <a:p>
            <a:pPr marL="76200" lvl="0" indent="0" algn="l" rtl="0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n-US" dirty="0" err="1"/>
              <a:t>Decimales</a:t>
            </a:r>
            <a:r>
              <a:rPr lang="en-US" dirty="0"/>
              <a:t>: 	</a:t>
            </a:r>
            <a:r>
              <a:rPr lang="en-US" b="1" i="1" dirty="0"/>
              <a:t>float </a:t>
            </a:r>
            <a:r>
              <a:rPr lang="en-US" dirty="0"/>
              <a:t>y</a:t>
            </a:r>
            <a:r>
              <a:rPr lang="en-US" b="1" i="1" dirty="0"/>
              <a:t> double</a:t>
            </a:r>
          </a:p>
          <a:p>
            <a:pPr marL="76200" lvl="0" indent="0" algn="l" rtl="0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n-US" dirty="0" err="1"/>
              <a:t>Binarios</a:t>
            </a:r>
            <a:r>
              <a:rPr lang="en-US" dirty="0"/>
              <a:t>: 	</a:t>
            </a:r>
            <a:r>
              <a:rPr lang="en-US" b="1" i="1" dirty="0" err="1"/>
              <a:t>boolean</a:t>
            </a:r>
            <a:endParaRPr b="1" i="1" dirty="0"/>
          </a:p>
        </p:txBody>
      </p:sp>
      <p:sp>
        <p:nvSpPr>
          <p:cNvPr id="3872" name="Google Shape;3872;p18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CABBFB-51C6-6B14-AF8A-604B88B2C1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3217" y="2850513"/>
            <a:ext cx="4434165" cy="1264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119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" name="Google Shape;3870;p18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Se pueden hacer las operaciones usuales de números</a:t>
            </a:r>
            <a:endParaRPr dirty="0"/>
          </a:p>
        </p:txBody>
      </p:sp>
      <p:sp>
        <p:nvSpPr>
          <p:cNvPr id="3871" name="Google Shape;3871;p18"/>
          <p:cNvSpPr txBox="1">
            <a:spLocks noGrp="1"/>
          </p:cNvSpPr>
          <p:nvPr>
            <p:ph type="body" idx="1"/>
          </p:nvPr>
        </p:nvSpPr>
        <p:spPr>
          <a:xfrm>
            <a:off x="718300" y="1861457"/>
            <a:ext cx="6761100" cy="28525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n-US" dirty="0"/>
              <a:t>Suma</a:t>
            </a:r>
          </a:p>
          <a:p>
            <a:pPr marL="76200" lvl="0" indent="0" algn="l" rtl="0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n-US" dirty="0" err="1"/>
              <a:t>Resta</a:t>
            </a:r>
            <a:endParaRPr lang="en-US" dirty="0"/>
          </a:p>
          <a:p>
            <a:pPr marL="76200" lvl="0" indent="0" algn="l" rtl="0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n-US" dirty="0" err="1"/>
              <a:t>Multiplicación</a:t>
            </a:r>
            <a:endParaRPr lang="en-US" dirty="0"/>
          </a:p>
          <a:p>
            <a:pPr marL="76200" lvl="0" indent="0" algn="l" rtl="0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n-US" dirty="0"/>
              <a:t>División</a:t>
            </a:r>
          </a:p>
          <a:p>
            <a:pPr marL="76200" lvl="0" indent="0" algn="l" rtl="0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n-US" dirty="0" err="1"/>
              <a:t>Potencia</a:t>
            </a:r>
            <a:endParaRPr lang="en-US" dirty="0"/>
          </a:p>
          <a:p>
            <a:pPr marL="76200" lvl="0" indent="0" algn="l" rtl="0">
              <a:spcBef>
                <a:spcPts val="600"/>
              </a:spcBef>
              <a:spcAft>
                <a:spcPts val="0"/>
              </a:spcAft>
              <a:buSzPts val="2400"/>
              <a:buNone/>
            </a:pPr>
            <a:endParaRPr dirty="0"/>
          </a:p>
        </p:txBody>
      </p:sp>
      <p:sp>
        <p:nvSpPr>
          <p:cNvPr id="3872" name="Google Shape;3872;p18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307C71-DA76-F49B-3DB7-8C8D6A69C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2965" y="1990102"/>
            <a:ext cx="3558070" cy="2131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466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" name="Google Shape;3870;p18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Con la función </a:t>
            </a:r>
            <a:r>
              <a:rPr lang="es-MX" b="1" i="1" dirty="0" err="1"/>
              <a:t>type</a:t>
            </a:r>
            <a:r>
              <a:rPr lang="es-MX" i="1" dirty="0"/>
              <a:t> </a:t>
            </a:r>
            <a:r>
              <a:rPr lang="es-MX" dirty="0"/>
              <a:t>podemos ver de qué tipo es una variable</a:t>
            </a:r>
            <a:endParaRPr b="1" i="1" dirty="0"/>
          </a:p>
        </p:txBody>
      </p:sp>
      <p:sp>
        <p:nvSpPr>
          <p:cNvPr id="3872" name="Google Shape;3872;p18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DF4999-C6B2-9213-6694-BBB08379D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3338" y="2381765"/>
            <a:ext cx="3935819" cy="844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354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" name="Google Shape;3870;p18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Si sumas dos número de qué tipo te queda el resultado?</a:t>
            </a:r>
            <a:endParaRPr b="1" i="1" dirty="0"/>
          </a:p>
        </p:txBody>
      </p:sp>
      <p:sp>
        <p:nvSpPr>
          <p:cNvPr id="3871" name="Google Shape;3871;p18"/>
          <p:cNvSpPr txBox="1">
            <a:spLocks noGrp="1"/>
          </p:cNvSpPr>
          <p:nvPr>
            <p:ph type="body" idx="1"/>
          </p:nvPr>
        </p:nvSpPr>
        <p:spPr>
          <a:xfrm>
            <a:off x="718300" y="1861457"/>
            <a:ext cx="6761100" cy="28525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s-MX" dirty="0"/>
              <a:t>Prueben sumar varias combinaciones</a:t>
            </a:r>
          </a:p>
        </p:txBody>
      </p:sp>
      <p:sp>
        <p:nvSpPr>
          <p:cNvPr id="3872" name="Google Shape;3872;p18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0563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" name="Google Shape;3870;p18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Si sumas dos número de qué tipo te queda el resultado?</a:t>
            </a:r>
            <a:endParaRPr b="1" i="1" dirty="0"/>
          </a:p>
        </p:txBody>
      </p:sp>
      <p:sp>
        <p:nvSpPr>
          <p:cNvPr id="3871" name="Google Shape;3871;p18"/>
          <p:cNvSpPr txBox="1">
            <a:spLocks noGrp="1"/>
          </p:cNvSpPr>
          <p:nvPr>
            <p:ph type="body" idx="1"/>
          </p:nvPr>
        </p:nvSpPr>
        <p:spPr>
          <a:xfrm>
            <a:off x="718300" y="1861457"/>
            <a:ext cx="6761100" cy="28525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s-MX" dirty="0"/>
              <a:t>Los tipos tienen jerarquía:</a:t>
            </a:r>
          </a:p>
          <a:p>
            <a:pPr marL="76200" lvl="0" indent="0" algn="l" rtl="0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s-MX" dirty="0"/>
              <a:t>	Binario </a:t>
            </a:r>
            <a:r>
              <a:rPr lang="en-US" dirty="0"/>
              <a:t>&lt; </a:t>
            </a:r>
            <a:r>
              <a:rPr lang="en-US" dirty="0" err="1"/>
              <a:t>Entero</a:t>
            </a:r>
            <a:r>
              <a:rPr lang="en-US" dirty="0"/>
              <a:t> &lt; Decimal.</a:t>
            </a:r>
          </a:p>
          <a:p>
            <a:pPr marL="76200" lvl="0" indent="0" algn="l" rtl="0">
              <a:spcBef>
                <a:spcPts val="600"/>
              </a:spcBef>
              <a:spcAft>
                <a:spcPts val="0"/>
              </a:spcAft>
              <a:buSzPts val="2400"/>
              <a:buNone/>
            </a:pPr>
            <a:endParaRPr lang="es-MX" dirty="0"/>
          </a:p>
          <a:p>
            <a:pPr marL="76200" lvl="0" indent="0" algn="l" rtl="0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s-MX" dirty="0"/>
              <a:t>El resultado de una operación es del tipo más grande.</a:t>
            </a:r>
          </a:p>
          <a:p>
            <a:pPr marL="76200" lvl="0" indent="0" algn="l" rtl="0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s-MX" dirty="0"/>
              <a:t> </a:t>
            </a:r>
            <a:endParaRPr dirty="0"/>
          </a:p>
        </p:txBody>
      </p:sp>
      <p:sp>
        <p:nvSpPr>
          <p:cNvPr id="3872" name="Google Shape;3872;p18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33810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" name="Google Shape;3870;p18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Los números decimales tienen dos </a:t>
            </a:r>
            <a:r>
              <a:rPr lang="es-MX" dirty="0" err="1"/>
              <a:t>sub-tipos</a:t>
            </a:r>
            <a:r>
              <a:rPr lang="es-MX" dirty="0"/>
              <a:t> según la </a:t>
            </a:r>
            <a:r>
              <a:rPr lang="es-MX" b="1" i="1" dirty="0"/>
              <a:t>precisión</a:t>
            </a:r>
            <a:r>
              <a:rPr lang="es-MX" dirty="0"/>
              <a:t> </a:t>
            </a:r>
            <a:endParaRPr dirty="0"/>
          </a:p>
        </p:txBody>
      </p:sp>
      <p:sp>
        <p:nvSpPr>
          <p:cNvPr id="3871" name="Google Shape;3871;p18"/>
          <p:cNvSpPr txBox="1">
            <a:spLocks noGrp="1"/>
          </p:cNvSpPr>
          <p:nvPr>
            <p:ph type="body" idx="1"/>
          </p:nvPr>
        </p:nvSpPr>
        <p:spPr>
          <a:xfrm>
            <a:off x="718300" y="1861457"/>
            <a:ext cx="6761100" cy="28525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s-MX" dirty="0"/>
              <a:t>La precisión es el número de decimales que tiene un número.</a:t>
            </a:r>
          </a:p>
          <a:p>
            <a:pPr marL="76200" lvl="0" indent="0" algn="l" rtl="0">
              <a:spcBef>
                <a:spcPts val="600"/>
              </a:spcBef>
              <a:spcAft>
                <a:spcPts val="0"/>
              </a:spcAft>
              <a:buSzPts val="2400"/>
              <a:buNone/>
            </a:pPr>
            <a:endParaRPr lang="es-MX" dirty="0"/>
          </a:p>
          <a:p>
            <a:pPr marL="76200" lvl="0" indent="0" algn="l" rtl="0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s-MX" b="1" i="1" dirty="0" err="1"/>
              <a:t>float</a:t>
            </a:r>
            <a:r>
              <a:rPr lang="es-MX" dirty="0"/>
              <a:t> tiene 7 posiciones decimales</a:t>
            </a:r>
          </a:p>
          <a:p>
            <a:pPr marL="76200" lvl="0" indent="0" algn="l" rtl="0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s-MX" b="1" i="1" dirty="0" err="1"/>
              <a:t>double</a:t>
            </a:r>
            <a:r>
              <a:rPr lang="es-MX" b="1" i="1" dirty="0"/>
              <a:t> </a:t>
            </a:r>
            <a:r>
              <a:rPr lang="es-MX" i="1" dirty="0"/>
              <a:t>tiene 15 </a:t>
            </a:r>
            <a:endParaRPr b="1" i="1" dirty="0"/>
          </a:p>
        </p:txBody>
      </p:sp>
      <p:sp>
        <p:nvSpPr>
          <p:cNvPr id="3872" name="Google Shape;3872;p18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544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" name="Google Shape;3870;p18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De todos modos Python maneja por si solo el tipo de variable</a:t>
            </a:r>
            <a:endParaRPr dirty="0"/>
          </a:p>
        </p:txBody>
      </p:sp>
      <p:sp>
        <p:nvSpPr>
          <p:cNvPr id="3871" name="Google Shape;3871;p18"/>
          <p:cNvSpPr txBox="1">
            <a:spLocks noGrp="1"/>
          </p:cNvSpPr>
          <p:nvPr>
            <p:ph type="body" idx="1"/>
          </p:nvPr>
        </p:nvSpPr>
        <p:spPr>
          <a:xfrm>
            <a:off x="718300" y="2201091"/>
            <a:ext cx="6761100" cy="25129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l" rtl="0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s-MX" dirty="0"/>
              <a:t>La ventaja de Python sobre otros lenguajes es que descifra cuál es el tipo de variable que debe usar.</a:t>
            </a:r>
            <a:endParaRPr b="1" i="1" dirty="0"/>
          </a:p>
        </p:txBody>
      </p:sp>
      <p:sp>
        <p:nvSpPr>
          <p:cNvPr id="3872" name="Google Shape;3872;p18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79786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" name="Google Shape;3870;p18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Las palabras se guardan en objetos </a:t>
            </a:r>
            <a:r>
              <a:rPr lang="es-MX" b="1" i="1" dirty="0" err="1"/>
              <a:t>string</a:t>
            </a:r>
            <a:r>
              <a:rPr lang="es-MX" dirty="0"/>
              <a:t>  o </a:t>
            </a:r>
            <a:r>
              <a:rPr lang="es-MX" i="1" dirty="0"/>
              <a:t>cadena</a:t>
            </a:r>
            <a:endParaRPr dirty="0"/>
          </a:p>
        </p:txBody>
      </p:sp>
      <p:sp>
        <p:nvSpPr>
          <p:cNvPr id="3872" name="Google Shape;3872;p18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E886EE-6C72-80C9-473C-26035F5FB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082" y="2305013"/>
            <a:ext cx="5633177" cy="77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539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" name="Google Shape;3870;p18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El operador suma de </a:t>
            </a:r>
            <a:r>
              <a:rPr lang="es-MX" b="1" i="1" dirty="0" err="1"/>
              <a:t>strings</a:t>
            </a:r>
            <a:r>
              <a:rPr lang="es-MX" dirty="0"/>
              <a:t> se le conoce como </a:t>
            </a:r>
            <a:r>
              <a:rPr lang="es-MX" b="1" i="1" dirty="0" err="1"/>
              <a:t>concatencación</a:t>
            </a:r>
            <a:endParaRPr b="1" i="1" dirty="0"/>
          </a:p>
        </p:txBody>
      </p:sp>
      <p:sp>
        <p:nvSpPr>
          <p:cNvPr id="3872" name="Google Shape;3872;p18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CECA29-69A6-4CA4-AB91-B4B06D7B6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061" y="2040795"/>
            <a:ext cx="3497578" cy="11830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53ECCB-0ED4-EDA3-93B1-4983D3051D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3530" y="3223800"/>
            <a:ext cx="3086098" cy="720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596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" name="Google Shape;3870;p18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Al concatenar lo hace tal como están las cadenas</a:t>
            </a:r>
            <a:endParaRPr dirty="0"/>
          </a:p>
        </p:txBody>
      </p:sp>
      <p:sp>
        <p:nvSpPr>
          <p:cNvPr id="3872" name="Google Shape;3872;p18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D20422-8158-0314-7556-85385C1C6A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s-MX" dirty="0"/>
              <a:t>Debemos agregar el espacio a parte si queremos separarlas</a:t>
            </a:r>
          </a:p>
        </p:txBody>
      </p:sp>
    </p:spTree>
    <p:extLst>
      <p:ext uri="{BB962C8B-B14F-4D97-AF65-F5344CB8AC3E}">
        <p14:creationId xmlns:p14="http://schemas.microsoft.com/office/powerpoint/2010/main" val="27373082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" name="Google Shape;3870;p18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Al concatenar lo hace tal como están las cadenas</a:t>
            </a:r>
            <a:endParaRPr dirty="0"/>
          </a:p>
        </p:txBody>
      </p:sp>
      <p:sp>
        <p:nvSpPr>
          <p:cNvPr id="3872" name="Google Shape;3872;p18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D20422-8158-0314-7556-85385C1C6A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s-MX" dirty="0"/>
              <a:t>Debemos agregar el espacio a parte si queremos separarlas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C96169-D0D6-7EA0-4F8B-3EC4190DE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6071" y="2818524"/>
            <a:ext cx="3777124" cy="656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114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" name="Google Shape;3870;p18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En principio sólo se puede concatenar </a:t>
            </a:r>
            <a:r>
              <a:rPr lang="es-MX" b="1" i="1" dirty="0" err="1"/>
              <a:t>strings</a:t>
            </a:r>
            <a:r>
              <a:rPr lang="es-MX" dirty="0"/>
              <a:t> con </a:t>
            </a:r>
            <a:r>
              <a:rPr lang="es-MX" b="1" i="1" dirty="0" err="1"/>
              <a:t>strings</a:t>
            </a:r>
            <a:endParaRPr b="1" i="1" dirty="0"/>
          </a:p>
        </p:txBody>
      </p:sp>
      <p:sp>
        <p:nvSpPr>
          <p:cNvPr id="3872" name="Google Shape;3872;p18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0DA2B99-7BAE-813F-E7C8-C03EF93F3E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3272246"/>
            <a:ext cx="6761100" cy="1441804"/>
          </a:xfrm>
        </p:spPr>
        <p:txBody>
          <a:bodyPr/>
          <a:lstStyle/>
          <a:p>
            <a:pPr marL="76200" indent="0">
              <a:buNone/>
            </a:pPr>
            <a:r>
              <a:rPr lang="es-MX" dirty="0"/>
              <a:t>Al intentar sumar </a:t>
            </a:r>
            <a:r>
              <a:rPr lang="es-MX" b="1" i="1" dirty="0" err="1"/>
              <a:t>string</a:t>
            </a:r>
            <a:r>
              <a:rPr lang="es-MX" dirty="0"/>
              <a:t> con número, Python </a:t>
            </a:r>
            <a:r>
              <a:rPr lang="es-MX" b="1" i="1" dirty="0"/>
              <a:t>arroja un error</a:t>
            </a:r>
            <a:r>
              <a:rPr lang="es-MX" i="1" dirty="0"/>
              <a:t> </a:t>
            </a:r>
            <a:r>
              <a:rPr lang="es-MX" dirty="0"/>
              <a:t>explicando que no se puede hacer la operación</a:t>
            </a:r>
            <a:endParaRPr lang="es-MX" i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FE0782-5A40-5270-833D-36843E040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504" y="2053317"/>
            <a:ext cx="6517478" cy="1101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2577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" name="Google Shape;3870;p18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En principio sólo se puede concatenar </a:t>
            </a:r>
            <a:r>
              <a:rPr lang="es-MX" dirty="0" err="1"/>
              <a:t>strings</a:t>
            </a:r>
            <a:r>
              <a:rPr lang="es-MX" dirty="0"/>
              <a:t> con </a:t>
            </a:r>
            <a:r>
              <a:rPr lang="es-MX" dirty="0" err="1"/>
              <a:t>strings</a:t>
            </a:r>
            <a:endParaRPr dirty="0"/>
          </a:p>
        </p:txBody>
      </p:sp>
      <p:sp>
        <p:nvSpPr>
          <p:cNvPr id="3872" name="Google Shape;3872;p18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D20422-8158-0314-7556-85385C1C6A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s-MX" dirty="0"/>
              <a:t>Si queremos concatenar un número, hay que convertirlo a </a:t>
            </a:r>
            <a:r>
              <a:rPr lang="es-MX" b="1" i="1" dirty="0" err="1"/>
              <a:t>string</a:t>
            </a:r>
            <a:r>
              <a:rPr lang="es-MX" dirty="0"/>
              <a:t> usando la función </a:t>
            </a:r>
            <a:r>
              <a:rPr lang="es-MX" b="1" i="1" dirty="0" err="1"/>
              <a:t>str</a:t>
            </a:r>
            <a:endParaRPr lang="es-MX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418BFE-1A18-A591-7083-5E328BB67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2759" y="2772557"/>
            <a:ext cx="3286521" cy="785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184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" name="Google Shape;3870;p18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Qué pasa si usamos las variables de números que habíamos creado?</a:t>
            </a:r>
            <a:endParaRPr dirty="0"/>
          </a:p>
        </p:txBody>
      </p:sp>
      <p:sp>
        <p:nvSpPr>
          <p:cNvPr id="3872" name="Google Shape;3872;p18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49436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" name="Google Shape;3870;p18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Qué pasa si usamos las variables de números que habíamos creado?</a:t>
            </a:r>
            <a:endParaRPr dirty="0"/>
          </a:p>
        </p:txBody>
      </p:sp>
      <p:sp>
        <p:nvSpPr>
          <p:cNvPr id="3872" name="Google Shape;3872;p18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DC4FE0-4F25-5DB6-D6C2-D697A08A3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3794760"/>
            <a:ext cx="6761100" cy="919290"/>
          </a:xfrm>
        </p:spPr>
        <p:txBody>
          <a:bodyPr/>
          <a:lstStyle/>
          <a:p>
            <a:pPr marL="76200" indent="0">
              <a:buNone/>
            </a:pPr>
            <a:r>
              <a:rPr lang="es-MX" dirty="0"/>
              <a:t>El booleano lo convierte en “</a:t>
            </a:r>
            <a:r>
              <a:rPr lang="es-MX" b="1" i="1" dirty="0"/>
              <a:t>True</a:t>
            </a:r>
            <a:r>
              <a:rPr lang="es-MX" dirty="0"/>
              <a:t>” en lugar de su valor 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291DA7-69C1-0954-69A7-E5D3119C8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044" y="1733550"/>
            <a:ext cx="4374492" cy="1818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2515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" name="Google Shape;3870;p18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Los </a:t>
            </a:r>
            <a:r>
              <a:rPr lang="es-MX" dirty="0" err="1"/>
              <a:t>strings</a:t>
            </a:r>
            <a:r>
              <a:rPr lang="es-MX" dirty="0"/>
              <a:t> además cuentan con varias operaciones </a:t>
            </a:r>
            <a:r>
              <a:rPr lang="es-MX" b="1" i="1" dirty="0"/>
              <a:t>(métodos)</a:t>
            </a:r>
            <a:endParaRPr dirty="0"/>
          </a:p>
        </p:txBody>
      </p:sp>
      <p:sp>
        <p:nvSpPr>
          <p:cNvPr id="3872" name="Google Shape;3872;p18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D20422-8158-0314-7556-85385C1C6A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0775" y="1866904"/>
            <a:ext cx="6761100" cy="2980500"/>
          </a:xfrm>
        </p:spPr>
        <p:txBody>
          <a:bodyPr/>
          <a:lstStyle/>
          <a:p>
            <a:pPr marL="76200" indent="0">
              <a:buNone/>
            </a:pPr>
            <a:r>
              <a:rPr lang="es-MX" dirty="0"/>
              <a:t>Mayúsculas</a:t>
            </a:r>
          </a:p>
          <a:p>
            <a:pPr marL="76200" indent="0">
              <a:buNone/>
            </a:pPr>
            <a:r>
              <a:rPr lang="es-MX" dirty="0"/>
              <a:t>Minúsculas</a:t>
            </a:r>
          </a:p>
          <a:p>
            <a:pPr marL="76200" indent="0">
              <a:buNone/>
            </a:pPr>
            <a:r>
              <a:rPr lang="es-MX" dirty="0" err="1"/>
              <a:t>Sub-string</a:t>
            </a:r>
            <a:endParaRPr lang="es-MX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D996E0-E802-820A-1F1E-5F4B4C9DD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9643" y="1978840"/>
            <a:ext cx="3727273" cy="137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0222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" name="Google Shape;3870;p18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Qué otras cosas se les ocurre que podríamos hacer con un </a:t>
            </a:r>
            <a:r>
              <a:rPr lang="es-MX" b="1" i="1" dirty="0" err="1"/>
              <a:t>string</a:t>
            </a:r>
            <a:r>
              <a:rPr lang="es-MX" dirty="0"/>
              <a:t>?</a:t>
            </a:r>
            <a:endParaRPr dirty="0"/>
          </a:p>
        </p:txBody>
      </p:sp>
      <p:sp>
        <p:nvSpPr>
          <p:cNvPr id="3872" name="Google Shape;3872;p18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AEAD0A-A1DF-E8AF-F18A-ED848FC27D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501318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" name="Google Shape;3870;p18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Qué otras cosas se les ocurre que podríamos hacer con un </a:t>
            </a:r>
            <a:r>
              <a:rPr lang="es-MX" b="1" i="1" dirty="0" err="1"/>
              <a:t>string</a:t>
            </a:r>
            <a:r>
              <a:rPr lang="es-MX" dirty="0"/>
              <a:t>?</a:t>
            </a:r>
            <a:endParaRPr dirty="0"/>
          </a:p>
        </p:txBody>
      </p:sp>
      <p:sp>
        <p:nvSpPr>
          <p:cNvPr id="3872" name="Google Shape;3872;p18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AEAD0A-A1DF-E8AF-F18A-ED848FC27D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s-MX" dirty="0"/>
              <a:t>Podemos ir a verlo en la documentación!</a:t>
            </a:r>
          </a:p>
          <a:p>
            <a:pPr marL="76200" indent="0">
              <a:buNone/>
            </a:pPr>
            <a:endParaRPr lang="es-MX" dirty="0">
              <a:hlinkClick r:id="rId3"/>
            </a:endParaRPr>
          </a:p>
          <a:p>
            <a:pPr marL="76200" indent="0">
              <a:buNone/>
            </a:pPr>
            <a:r>
              <a:rPr lang="es-MX" dirty="0">
                <a:hlinkClick r:id="rId3"/>
              </a:rPr>
              <a:t>https://docs.python.org/3/library/stdtypes.html#string-methods</a:t>
            </a:r>
          </a:p>
          <a:p>
            <a:pPr marL="76200" indent="0">
              <a:buNone/>
            </a:pPr>
            <a:endParaRPr lang="es-MX" dirty="0">
              <a:hlinkClick r:id="rId3"/>
            </a:endParaRPr>
          </a:p>
          <a:p>
            <a:pPr marL="76200" indent="0">
              <a:buNone/>
            </a:pPr>
            <a:r>
              <a:rPr lang="es-MX" dirty="0">
                <a:hlinkClick r:id="rId3"/>
              </a:rPr>
              <a:t>https://www.w3schools.com/python/python_ref_string.asp</a:t>
            </a:r>
            <a:endParaRPr lang="es-MX" dirty="0"/>
          </a:p>
          <a:p>
            <a:pPr marL="7620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59378806"/>
      </p:ext>
    </p:extLst>
  </p:cSld>
  <p:clrMapOvr>
    <a:masterClrMapping/>
  </p:clrMapOvr>
</p:sld>
</file>

<file path=ppt/theme/theme1.xml><?xml version="1.0" encoding="utf-8"?>
<a:theme xmlns:a="http://schemas.openxmlformats.org/drawingml/2006/main" name="Mowbray template">
  <a:themeElements>
    <a:clrScheme name="C3 Idea 1">
      <a:dk1>
        <a:srgbClr val="0F6082"/>
      </a:dk1>
      <a:lt1>
        <a:srgbClr val="F6EAD1"/>
      </a:lt1>
      <a:dk2>
        <a:srgbClr val="093C51"/>
      </a:dk2>
      <a:lt2>
        <a:srgbClr val="E9F4FB"/>
      </a:lt2>
      <a:accent1>
        <a:srgbClr val="5386A4"/>
      </a:accent1>
      <a:accent2>
        <a:srgbClr val="E9CB8D"/>
      </a:accent2>
      <a:accent3>
        <a:srgbClr val="C9E3F6"/>
      </a:accent3>
      <a:accent4>
        <a:srgbClr val="71A9BF"/>
      </a:accent4>
      <a:accent5>
        <a:srgbClr val="0F6082"/>
      </a:accent5>
      <a:accent6>
        <a:srgbClr val="6FAEC8"/>
      </a:accent6>
      <a:hlink>
        <a:srgbClr val="E9CB8D"/>
      </a:hlink>
      <a:folHlink>
        <a:srgbClr val="E9CB8D"/>
      </a:folHlink>
    </a:clrScheme>
    <a:fontScheme name="Custom 1">
      <a:majorFont>
        <a:latin typeface="Exo"/>
        <a:ea typeface=""/>
        <a:cs typeface=""/>
      </a:majorFont>
      <a:minorFont>
        <a:latin typeface="Alegrey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wbray · SlidesCarnival colores c3 template" id="{BDF81AEB-CF00-443C-8459-389E8714FB5F}" vid="{B4CCEA33-2A96-4F2F-B516-DD39C0EBEA65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c3</Template>
  <TotalTime>212</TotalTime>
  <Words>456</Words>
  <Application>Microsoft Office PowerPoint</Application>
  <PresentationFormat>On-screen Show (16:9)</PresentationFormat>
  <Paragraphs>77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Titillium Web Light</vt:lpstr>
      <vt:lpstr>Arial</vt:lpstr>
      <vt:lpstr>Exo</vt:lpstr>
      <vt:lpstr>Dosis ExtraLight</vt:lpstr>
      <vt:lpstr>Mowbray template</vt:lpstr>
      <vt:lpstr>Introducción a Python: Variables</vt:lpstr>
      <vt:lpstr>Una variable es un objeto que puede almacenar valores</vt:lpstr>
      <vt:lpstr>Los dos tipos básicos son números y palabras</vt:lpstr>
      <vt:lpstr>Se pueden hacer las operaciones usuales de números</vt:lpstr>
      <vt:lpstr>Con la función type podemos ver de qué tipo es una variable</vt:lpstr>
      <vt:lpstr>Si sumas dos número de qué tipo te queda el resultado?</vt:lpstr>
      <vt:lpstr>Si sumas dos número de qué tipo te queda el resultado?</vt:lpstr>
      <vt:lpstr>Los números decimales tienen dos sub-tipos según la precisión </vt:lpstr>
      <vt:lpstr>De todos modos Python maneja por si solo el tipo de variable</vt:lpstr>
      <vt:lpstr>Las palabras se guardan en objetos string  o cadena</vt:lpstr>
      <vt:lpstr>El operador suma de strings se le conoce como concatencación</vt:lpstr>
      <vt:lpstr>Al concatenar lo hace tal como están las cadenas</vt:lpstr>
      <vt:lpstr>Al concatenar lo hace tal como están las cadenas</vt:lpstr>
      <vt:lpstr>En principio sólo se puede concatenar strings con strings</vt:lpstr>
      <vt:lpstr>En principio sólo se puede concatenar strings con strings</vt:lpstr>
      <vt:lpstr>Qué pasa si usamos las variables de números que habíamos creado?</vt:lpstr>
      <vt:lpstr>Qué pasa si usamos las variables de números que habíamos creado?</vt:lpstr>
      <vt:lpstr>Los strings además cuentan con varias operaciones (métodos)</vt:lpstr>
      <vt:lpstr>Qué otras cosas se les ocurre que podríamos hacer con un string?</vt:lpstr>
      <vt:lpstr>Qué otras cosas se les ocurre que podríamos hacer con un string?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Python: Variables</dc:title>
  <dc:creator>Fernando Fontove</dc:creator>
  <cp:lastModifiedBy>Fernando Fontove</cp:lastModifiedBy>
  <cp:revision>1</cp:revision>
  <dcterms:created xsi:type="dcterms:W3CDTF">2023-08-17T04:46:33Z</dcterms:created>
  <dcterms:modified xsi:type="dcterms:W3CDTF">2026-09-08T17:33:59Z</dcterms:modified>
</cp:coreProperties>
</file>