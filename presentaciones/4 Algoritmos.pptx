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0" r:id="rId20"/>
    <p:sldId id="279" r:id="rId21"/>
  </p:sldIdLst>
  <p:sldSz cx="9144000" cy="5143500" type="screen16x9"/>
  <p:notesSz cx="6858000" cy="9144000"/>
  <p:embeddedFontLst>
    <p:embeddedFont>
      <p:font typeface="Dosis ExtraLight" pitchFamily="2" charset="0"/>
      <p:regular r:id="rId24"/>
      <p:bold r:id="rId25"/>
    </p:embeddedFont>
    <p:embeddedFont>
      <p:font typeface="Titillium Web Light" panose="000004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6652" autoAdjust="0"/>
  </p:normalViewPr>
  <p:slideViewPr>
    <p:cSldViewPr snapToGrid="0">
      <p:cViewPr varScale="1">
        <p:scale>
          <a:sx n="98" d="100"/>
          <a:sy n="98" d="100"/>
        </p:scale>
        <p:origin x="5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0321064D-AA8F-4007-9B4F-4010F21E3765}"/>
    <pc:docChg chg="delSld modSld">
      <pc:chgData name="Fernando Fontove" userId="39bcb981d82c3800" providerId="LiveId" clId="{0321064D-AA8F-4007-9B4F-4010F21E3765}" dt="2025-09-04T18:40:41.877" v="1" actId="47"/>
      <pc:docMkLst>
        <pc:docMk/>
      </pc:docMkLst>
      <pc:sldChg chg="modSp mod">
        <pc:chgData name="Fernando Fontove" userId="39bcb981d82c3800" providerId="LiveId" clId="{0321064D-AA8F-4007-9B4F-4010F21E3765}" dt="2025-08-28T21:26:29.404" v="0" actId="20577"/>
        <pc:sldMkLst>
          <pc:docMk/>
          <pc:sldMk cId="1905306405" sldId="262"/>
        </pc:sldMkLst>
        <pc:spChg chg="mod">
          <ac:chgData name="Fernando Fontove" userId="39bcb981d82c3800" providerId="LiveId" clId="{0321064D-AA8F-4007-9B4F-4010F21E3765}" dt="2025-08-28T21:26:29.404" v="0" actId="20577"/>
          <ac:spMkLst>
            <pc:docMk/>
            <pc:sldMk cId="1905306405" sldId="262"/>
            <ac:spMk id="27" creationId="{6A3522FA-CE16-7465-E048-005DE3D279EE}"/>
          </ac:spMkLst>
        </pc:spChg>
      </pc:sldChg>
      <pc:sldChg chg="del">
        <pc:chgData name="Fernando Fontove" userId="39bcb981d82c3800" providerId="LiveId" clId="{0321064D-AA8F-4007-9B4F-4010F21E3765}" dt="2025-09-04T18:40:41.877" v="1" actId="47"/>
        <pc:sldMkLst>
          <pc:docMk/>
          <pc:sldMk cId="2133587520" sldId="281"/>
        </pc:sldMkLst>
      </pc:sldChg>
    </pc:docChg>
  </pc:docChgLst>
  <pc:docChgLst>
    <pc:chgData name="Fernando Fontove" userId="39bcb981d82c3800" providerId="LiveId" clId="{2210A239-E517-4D94-A214-9CC5B1CA7D35}"/>
    <pc:docChg chg="undo redo custSel addSld delSld modSld">
      <pc:chgData name="Fernando Fontove" userId="39bcb981d82c3800" providerId="LiveId" clId="{2210A239-E517-4D94-A214-9CC5B1CA7D35}" dt="2024-09-14T00:31:25.321" v="3568" actId="680"/>
      <pc:docMkLst>
        <pc:docMk/>
      </pc:docMkLst>
      <pc:sldChg chg="modSp mod">
        <pc:chgData name="Fernando Fontove" userId="39bcb981d82c3800" providerId="LiveId" clId="{2210A239-E517-4D94-A214-9CC5B1CA7D35}" dt="2024-09-13T23:54:47.481" v="842" actId="20577"/>
        <pc:sldMkLst>
          <pc:docMk/>
          <pc:sldMk cId="0" sldId="256"/>
        </pc:sldMkLst>
      </pc:sldChg>
      <pc:sldChg chg="delSp modSp mod">
        <pc:chgData name="Fernando Fontove" userId="39bcb981d82c3800" providerId="LiveId" clId="{2210A239-E517-4D94-A214-9CC5B1CA7D35}" dt="2024-09-13T23:46:24.460" v="302" actId="20577"/>
        <pc:sldMkLst>
          <pc:docMk/>
          <pc:sldMk cId="1905306405" sldId="262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2425842636" sldId="263"/>
        </pc:sldMkLst>
      </pc:sldChg>
      <pc:sldChg chg="modSp new mod">
        <pc:chgData name="Fernando Fontove" userId="39bcb981d82c3800" providerId="LiveId" clId="{2210A239-E517-4D94-A214-9CC5B1CA7D35}" dt="2024-09-13T23:49:48.179" v="656" actId="6549"/>
        <pc:sldMkLst>
          <pc:docMk/>
          <pc:sldMk cId="3581501853" sldId="263"/>
        </pc:sldMkLst>
      </pc:sldChg>
      <pc:sldChg chg="addSp delSp modSp new mod">
        <pc:chgData name="Fernando Fontove" userId="39bcb981d82c3800" providerId="LiveId" clId="{2210A239-E517-4D94-A214-9CC5B1CA7D35}" dt="2024-09-13T23:53:32.440" v="702" actId="1076"/>
        <pc:sldMkLst>
          <pc:docMk/>
          <pc:sldMk cId="34364438" sldId="264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3211320243" sldId="264"/>
        </pc:sldMkLst>
      </pc:sldChg>
      <pc:sldChg chg="addSp delSp modSp new mod">
        <pc:chgData name="Fernando Fontove" userId="39bcb981d82c3800" providerId="LiveId" clId="{2210A239-E517-4D94-A214-9CC5B1CA7D35}" dt="2024-09-13T23:54:26.808" v="831" actId="478"/>
        <pc:sldMkLst>
          <pc:docMk/>
          <pc:sldMk cId="2038483688" sldId="265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2475177088" sldId="265"/>
        </pc:sldMkLst>
      </pc:sldChg>
      <pc:sldChg chg="addSp delSp modSp new mod">
        <pc:chgData name="Fernando Fontove" userId="39bcb981d82c3800" providerId="LiveId" clId="{2210A239-E517-4D94-A214-9CC5B1CA7D35}" dt="2024-09-13T23:56:36.272" v="882" actId="1076"/>
        <pc:sldMkLst>
          <pc:docMk/>
          <pc:sldMk cId="3147194119" sldId="266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4181118197" sldId="266"/>
        </pc:sldMkLst>
      </pc:sldChg>
      <pc:sldChg chg="addSp modSp new mod">
        <pc:chgData name="Fernando Fontove" userId="39bcb981d82c3800" providerId="LiveId" clId="{2210A239-E517-4D94-A214-9CC5B1CA7D35}" dt="2024-09-13T23:57:55.751" v="1038" actId="20577"/>
        <pc:sldMkLst>
          <pc:docMk/>
          <pc:sldMk cId="549915270" sldId="267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1181575153" sldId="267"/>
        </pc:sldMkLst>
      </pc:sldChg>
      <pc:sldChg chg="addSp delSp modSp new mod">
        <pc:chgData name="Fernando Fontove" userId="39bcb981d82c3800" providerId="LiveId" clId="{2210A239-E517-4D94-A214-9CC5B1CA7D35}" dt="2024-09-14T00:09:36.213" v="1965" actId="1076"/>
        <pc:sldMkLst>
          <pc:docMk/>
          <pc:sldMk cId="1607351801" sldId="268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4251482419" sldId="268"/>
        </pc:sldMkLst>
      </pc:sldChg>
      <pc:sldChg chg="addSp modSp new mod">
        <pc:chgData name="Fernando Fontove" userId="39bcb981d82c3800" providerId="LiveId" clId="{2210A239-E517-4D94-A214-9CC5B1CA7D35}" dt="2024-09-14T00:13:24.606" v="2135" actId="20577"/>
        <pc:sldMkLst>
          <pc:docMk/>
          <pc:sldMk cId="111174334" sldId="269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1770984478" sldId="269"/>
        </pc:sldMkLst>
      </pc:sldChg>
      <pc:sldChg chg="addSp delSp modSp new mod">
        <pc:chgData name="Fernando Fontove" userId="39bcb981d82c3800" providerId="LiveId" clId="{2210A239-E517-4D94-A214-9CC5B1CA7D35}" dt="2024-09-14T00:08:43.609" v="1900" actId="14100"/>
        <pc:sldMkLst>
          <pc:docMk/>
          <pc:sldMk cId="821967961" sldId="270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1619404823" sldId="270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397979297" sldId="271"/>
        </pc:sldMkLst>
      </pc:sldChg>
      <pc:sldChg chg="addSp modSp new mod">
        <pc:chgData name="Fernando Fontove" userId="39bcb981d82c3800" providerId="LiveId" clId="{2210A239-E517-4D94-A214-9CC5B1CA7D35}" dt="2024-09-14T00:10:59.456" v="2074" actId="20577"/>
        <pc:sldMkLst>
          <pc:docMk/>
          <pc:sldMk cId="491526715" sldId="271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2116488560" sldId="272"/>
        </pc:sldMkLst>
      </pc:sldChg>
      <pc:sldChg chg="addSp delSp modSp add mod">
        <pc:chgData name="Fernando Fontove" userId="39bcb981d82c3800" providerId="LiveId" clId="{2210A239-E517-4D94-A214-9CC5B1CA7D35}" dt="2024-09-14T00:14:53.829" v="2283" actId="20577"/>
        <pc:sldMkLst>
          <pc:docMk/>
          <pc:sldMk cId="3172129667" sldId="272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1152954691" sldId="273"/>
        </pc:sldMkLst>
      </pc:sldChg>
      <pc:sldChg chg="addSp modSp new mod">
        <pc:chgData name="Fernando Fontove" userId="39bcb981d82c3800" providerId="LiveId" clId="{2210A239-E517-4D94-A214-9CC5B1CA7D35}" dt="2024-09-14T00:18:26.525" v="2289" actId="1076"/>
        <pc:sldMkLst>
          <pc:docMk/>
          <pc:sldMk cId="1243840380" sldId="273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1908251498" sldId="274"/>
        </pc:sldMkLst>
      </pc:sldChg>
      <pc:sldChg chg="modSp new mod">
        <pc:chgData name="Fernando Fontove" userId="39bcb981d82c3800" providerId="LiveId" clId="{2210A239-E517-4D94-A214-9CC5B1CA7D35}" dt="2024-09-14T00:20:38.248" v="2753" actId="1076"/>
        <pc:sldMkLst>
          <pc:docMk/>
          <pc:sldMk cId="3917310342" sldId="274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2101120470" sldId="275"/>
        </pc:sldMkLst>
      </pc:sldChg>
      <pc:sldChg chg="addSp delSp modSp new mod">
        <pc:chgData name="Fernando Fontove" userId="39bcb981d82c3800" providerId="LiveId" clId="{2210A239-E517-4D94-A214-9CC5B1CA7D35}" dt="2024-09-14T00:22:55.491" v="2835" actId="21"/>
        <pc:sldMkLst>
          <pc:docMk/>
          <pc:sldMk cId="3600700228" sldId="275"/>
        </pc:sldMkLst>
      </pc:sldChg>
      <pc:sldChg chg="addSp modSp new mod">
        <pc:chgData name="Fernando Fontove" userId="39bcb981d82c3800" providerId="LiveId" clId="{2210A239-E517-4D94-A214-9CC5B1CA7D35}" dt="2024-09-14T00:23:17.070" v="2841" actId="14100"/>
        <pc:sldMkLst>
          <pc:docMk/>
          <pc:sldMk cId="1816607274" sldId="276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3396250151" sldId="276"/>
        </pc:sldMkLst>
      </pc:sldChg>
      <pc:sldChg chg="addSp delSp modSp new mod">
        <pc:chgData name="Fernando Fontove" userId="39bcb981d82c3800" providerId="LiveId" clId="{2210A239-E517-4D94-A214-9CC5B1CA7D35}" dt="2024-09-14T00:25:06.468" v="2960" actId="790"/>
        <pc:sldMkLst>
          <pc:docMk/>
          <pc:sldMk cId="1592223610" sldId="277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2116581737" sldId="277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1248256059" sldId="278"/>
        </pc:sldMkLst>
      </pc:sldChg>
      <pc:sldChg chg="modSp new mod">
        <pc:chgData name="Fernando Fontove" userId="39bcb981d82c3800" providerId="LiveId" clId="{2210A239-E517-4D94-A214-9CC5B1CA7D35}" dt="2024-09-14T00:27:27.679" v="3297" actId="20577"/>
        <pc:sldMkLst>
          <pc:docMk/>
          <pc:sldMk cId="2491896040" sldId="278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779110085" sldId="279"/>
        </pc:sldMkLst>
      </pc:sldChg>
      <pc:sldChg chg="addSp modSp new mod">
        <pc:chgData name="Fernando Fontove" userId="39bcb981d82c3800" providerId="LiveId" clId="{2210A239-E517-4D94-A214-9CC5B1CA7D35}" dt="2024-09-14T00:29:38.752" v="3520" actId="1076"/>
        <pc:sldMkLst>
          <pc:docMk/>
          <pc:sldMk cId="3242981075" sldId="279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237153273" sldId="280"/>
        </pc:sldMkLst>
      </pc:sldChg>
      <pc:sldChg chg="addSp delSp modSp new mod">
        <pc:chgData name="Fernando Fontove" userId="39bcb981d82c3800" providerId="LiveId" clId="{2210A239-E517-4D94-A214-9CC5B1CA7D35}" dt="2024-09-14T00:31:21.070" v="3567" actId="1076"/>
        <pc:sldMkLst>
          <pc:docMk/>
          <pc:sldMk cId="2664364555" sldId="280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1406954335" sldId="281"/>
        </pc:sldMkLst>
      </pc:sldChg>
      <pc:sldChg chg="new">
        <pc:chgData name="Fernando Fontove" userId="39bcb981d82c3800" providerId="LiveId" clId="{2210A239-E517-4D94-A214-9CC5B1CA7D35}" dt="2024-09-14T00:31:25.321" v="3568" actId="680"/>
        <pc:sldMkLst>
          <pc:docMk/>
          <pc:sldMk cId="2133587520" sldId="281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2623804289" sldId="282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3597499166" sldId="283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2061830983" sldId="284"/>
        </pc:sldMkLst>
      </pc:sldChg>
      <pc:sldChg chg="del">
        <pc:chgData name="Fernando Fontove" userId="39bcb981d82c3800" providerId="LiveId" clId="{2210A239-E517-4D94-A214-9CC5B1CA7D35}" dt="2024-09-13T23:44:40.168" v="0" actId="47"/>
        <pc:sldMkLst>
          <pc:docMk/>
          <pc:sldMk cId="920556278" sldId="285"/>
        </pc:sldMkLst>
      </pc:sldChg>
    </pc:docChg>
  </pc:docChgLst>
  <pc:docChgLst>
    <pc:chgData name="Fernando Fontove" userId="39bcb981d82c3800" providerId="LiveId" clId="{773A2956-375E-4F3D-8FF9-44222280ABD9}"/>
    <pc:docChg chg="undo redo custSel addSld delSld modSld sldOrd">
      <pc:chgData name="Fernando Fontove" userId="39bcb981d82c3800" providerId="LiveId" clId="{773A2956-375E-4F3D-8FF9-44222280ABD9}" dt="2023-08-27T05:22:21.126" v="3394" actId="20577"/>
      <pc:docMkLst>
        <pc:docMk/>
      </pc:docMkLst>
      <pc:sldChg chg="modSp mod">
        <pc:chgData name="Fernando Fontove" userId="39bcb981d82c3800" providerId="LiveId" clId="{773A2956-375E-4F3D-8FF9-44222280ABD9}" dt="2023-08-27T03:29:48.478" v="12" actId="20577"/>
        <pc:sldMkLst>
          <pc:docMk/>
          <pc:sldMk cId="0" sldId="256"/>
        </pc:sldMkLst>
      </pc:sldChg>
      <pc:sldChg chg="del">
        <pc:chgData name="Fernando Fontove" userId="39bcb981d82c3800" providerId="LiveId" clId="{773A2956-375E-4F3D-8FF9-44222280ABD9}" dt="2023-08-27T03:30:13.375" v="13" actId="47"/>
        <pc:sldMkLst>
          <pc:docMk/>
          <pc:sldMk cId="0" sldId="261"/>
        </pc:sldMkLst>
      </pc:sldChg>
      <pc:sldChg chg="addSp delSp modSp mod">
        <pc:chgData name="Fernando Fontove" userId="39bcb981d82c3800" providerId="LiveId" clId="{773A2956-375E-4F3D-8FF9-44222280ABD9}" dt="2023-08-27T03:59:59.679" v="184" actId="1076"/>
        <pc:sldMkLst>
          <pc:docMk/>
          <pc:sldMk cId="1905306405" sldId="262"/>
        </pc:sldMkLst>
      </pc:sldChg>
      <pc:sldChg chg="addSp delSp modSp add mod">
        <pc:chgData name="Fernando Fontove" userId="39bcb981d82c3800" providerId="LiveId" clId="{773A2956-375E-4F3D-8FF9-44222280ABD9}" dt="2023-08-27T04:04:53.077" v="283" actId="1076"/>
        <pc:sldMkLst>
          <pc:docMk/>
          <pc:sldMk cId="2425842636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11320243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8836241" sldId="264"/>
        </pc:sldMkLst>
      </pc:sldChg>
      <pc:sldChg chg="addSp delSp modSp add mod">
        <pc:chgData name="Fernando Fontove" userId="39bcb981d82c3800" providerId="LiveId" clId="{773A2956-375E-4F3D-8FF9-44222280ABD9}" dt="2023-08-27T04:06:22.393" v="310" actId="20577"/>
        <pc:sldMkLst>
          <pc:docMk/>
          <pc:sldMk cId="3211320243" sldId="264"/>
        </pc:sldMkLst>
      </pc:sldChg>
      <pc:sldChg chg="modSp add mod">
        <pc:chgData name="Fernando Fontove" userId="39bcb981d82c3800" providerId="LiveId" clId="{773A2956-375E-4F3D-8FF9-44222280ABD9}" dt="2023-08-27T04:08:09.209" v="469" actId="20577"/>
        <pc:sldMkLst>
          <pc:docMk/>
          <pc:sldMk cId="2475177088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38344461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64792882" sldId="266"/>
        </pc:sldMkLst>
      </pc:sldChg>
      <pc:sldChg chg="addSp delSp modSp add mod">
        <pc:chgData name="Fernando Fontove" userId="39bcb981d82c3800" providerId="LiveId" clId="{773A2956-375E-4F3D-8FF9-44222280ABD9}" dt="2023-08-27T04:11:08.993" v="677" actId="20577"/>
        <pc:sldMkLst>
          <pc:docMk/>
          <pc:sldMk cId="4181118197" sldId="266"/>
        </pc:sldMkLst>
      </pc:sldChg>
      <pc:sldChg chg="addSp delSp modSp add mod ord">
        <pc:chgData name="Fernando Fontove" userId="39bcb981d82c3800" providerId="LiveId" clId="{773A2956-375E-4F3D-8FF9-44222280ABD9}" dt="2023-08-27T04:15:03.882" v="800"/>
        <pc:sldMkLst>
          <pc:docMk/>
          <pc:sldMk cId="1181575153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409955188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773A2956-375E-4F3D-8FF9-44222280ABD9}" dt="2023-08-27T04:32:20.827" v="1449" actId="20577"/>
        <pc:sldMkLst>
          <pc:docMk/>
          <pc:sldMk cId="4251482419" sldId="26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773A2956-375E-4F3D-8FF9-44222280ABD9}" dt="2023-08-27T04:32:28.506" v="1461" actId="20577"/>
        <pc:sldMkLst>
          <pc:docMk/>
          <pc:sldMk cId="1770984478" sldId="26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773A2956-375E-4F3D-8FF9-44222280ABD9}" dt="2023-08-27T04:32:35.354" v="1473" actId="20577"/>
        <pc:sldMkLst>
          <pc:docMk/>
          <pc:sldMk cId="1619404823" sldId="270"/>
        </pc:sldMkLst>
      </pc:sldChg>
      <pc:sldChg chg="addSp delSp modSp add mod">
        <pc:chgData name="Fernando Fontove" userId="39bcb981d82c3800" providerId="LiveId" clId="{773A2956-375E-4F3D-8FF9-44222280ABD9}" dt="2023-08-27T04:34:25.299" v="1592" actId="20577"/>
        <pc:sldMkLst>
          <pc:docMk/>
          <pc:sldMk cId="397979297" sldId="27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773A2956-375E-4F3D-8FF9-44222280ABD9}" dt="2023-08-27T04:38:29.578" v="1784" actId="1076"/>
        <pc:sldMkLst>
          <pc:docMk/>
          <pc:sldMk cId="2116488560" sldId="27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54023657" sldId="272"/>
        </pc:sldMkLst>
      </pc:sldChg>
      <pc:sldChg chg="addSp modSp add mod">
        <pc:chgData name="Fernando Fontove" userId="39bcb981d82c3800" providerId="LiveId" clId="{773A2956-375E-4F3D-8FF9-44222280ABD9}" dt="2023-08-27T04:35:54.882" v="1615" actId="1036"/>
        <pc:sldMkLst>
          <pc:docMk/>
          <pc:sldMk cId="115295469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6009505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773A2956-375E-4F3D-8FF9-44222280ABD9}" dt="2023-08-27T04:41:34.148" v="1969" actId="1076"/>
        <pc:sldMkLst>
          <pc:docMk/>
          <pc:sldMk cId="1908251498" sldId="274"/>
        </pc:sldMkLst>
      </pc:sldChg>
      <pc:sldChg chg="addSp delSp modSp add mod ord">
        <pc:chgData name="Fernando Fontove" userId="39bcb981d82c3800" providerId="LiveId" clId="{773A2956-375E-4F3D-8FF9-44222280ABD9}" dt="2023-08-27T04:48:53.576" v="2317" actId="1076"/>
        <pc:sldMkLst>
          <pc:docMk/>
          <pc:sldMk cId="2101120470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509672677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773A2956-375E-4F3D-8FF9-44222280ABD9}" dt="2023-08-27T04:49:34.981" v="2341" actId="20577"/>
        <pc:sldMkLst>
          <pc:docMk/>
          <pc:sldMk cId="3396250151" sldId="276"/>
        </pc:sldMkLst>
      </pc:sldChg>
      <pc:sldChg chg="add del">
        <pc:chgData name="Fernando Fontove" userId="39bcb981d82c3800" providerId="LiveId" clId="{773A2956-375E-4F3D-8FF9-44222280ABD9}" dt="2023-08-27T04:47:50.910" v="2239"/>
        <pc:sldMkLst>
          <pc:docMk/>
          <pc:sldMk cId="340643032" sldId="277"/>
        </pc:sldMkLst>
      </pc:sldChg>
      <pc:sldChg chg="add del">
        <pc:chgData name="Fernando Fontove" userId="39bcb981d82c3800" providerId="LiveId" clId="{773A2956-375E-4F3D-8FF9-44222280ABD9}" dt="2023-08-27T04:49:46.982" v="2343"/>
        <pc:sldMkLst>
          <pc:docMk/>
          <pc:sldMk cId="1564057248" sldId="277"/>
        </pc:sldMkLst>
      </pc:sldChg>
      <pc:sldChg chg="addSp delSp modSp add mod ord">
        <pc:chgData name="Fernando Fontove" userId="39bcb981d82c3800" providerId="LiveId" clId="{773A2956-375E-4F3D-8FF9-44222280ABD9}" dt="2023-08-27T04:56:30.095" v="2836" actId="21"/>
        <pc:sldMkLst>
          <pc:docMk/>
          <pc:sldMk cId="2116581737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97022490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773A2956-375E-4F3D-8FF9-44222280ABD9}" dt="2023-08-27T04:56:08.527" v="2828" actId="1076"/>
        <pc:sldMkLst>
          <pc:docMk/>
          <pc:sldMk cId="1248256059" sldId="278"/>
        </pc:sldMkLst>
      </pc:sldChg>
      <pc:sldChg chg="addSp delSp modSp add mod">
        <pc:chgData name="Fernando Fontove" userId="39bcb981d82c3800" providerId="LiveId" clId="{773A2956-375E-4F3D-8FF9-44222280ABD9}" dt="2023-08-27T04:58:32.187" v="2877" actId="1076"/>
        <pc:sldMkLst>
          <pc:docMk/>
          <pc:sldMk cId="779110085" sldId="27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69834345" sldId="279"/>
        </pc:sldMkLst>
      </pc:sldChg>
      <pc:sldChg chg="addSp modSp add mod">
        <pc:chgData name="Fernando Fontove" userId="39bcb981d82c3800" providerId="LiveId" clId="{773A2956-375E-4F3D-8FF9-44222280ABD9}" dt="2023-08-27T05:01:37.197" v="2889" actId="114"/>
        <pc:sldMkLst>
          <pc:docMk/>
          <pc:sldMk cId="237153273" sldId="280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52870153" sldId="280"/>
        </pc:sldMkLst>
      </pc:sldChg>
      <pc:sldChg chg="modSp new mod">
        <pc:chgData name="Fernando Fontove" userId="39bcb981d82c3800" providerId="LiveId" clId="{773A2956-375E-4F3D-8FF9-44222280ABD9}" dt="2023-08-27T05:22:21.126" v="3394" actId="20577"/>
        <pc:sldMkLst>
          <pc:docMk/>
          <pc:sldMk cId="1406954335" sldId="28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773A2956-375E-4F3D-8FF9-44222280ABD9}" dt="2023-08-27T05:17:01.109" v="3207" actId="20577"/>
        <pc:sldMkLst>
          <pc:docMk/>
          <pc:sldMk cId="2623804289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911022418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879351787" sldId="283"/>
        </pc:sldMkLst>
      </pc:sldChg>
      <pc:sldChg chg="add del">
        <pc:chgData name="Fernando Fontove" userId="39bcb981d82c3800" providerId="LiveId" clId="{773A2956-375E-4F3D-8FF9-44222280ABD9}" dt="2023-08-27T05:12:10.577" v="3065"/>
        <pc:sldMkLst>
          <pc:docMk/>
          <pc:sldMk cId="1127660294" sldId="283"/>
        </pc:sldMkLst>
      </pc:sldChg>
      <pc:sldChg chg="addSp delSp modSp add mod">
        <pc:chgData name="Fernando Fontove" userId="39bcb981d82c3800" providerId="LiveId" clId="{773A2956-375E-4F3D-8FF9-44222280ABD9}" dt="2023-08-27T05:16:21.869" v="3170" actId="20577"/>
        <pc:sldMkLst>
          <pc:docMk/>
          <pc:sldMk cId="3597499166" sldId="283"/>
        </pc:sldMkLst>
      </pc:sldChg>
      <pc:sldChg chg="addSp delSp modSp add mod">
        <pc:chgData name="Fernando Fontove" userId="39bcb981d82c3800" providerId="LiveId" clId="{773A2956-375E-4F3D-8FF9-44222280ABD9}" dt="2023-08-27T05:18:12.448" v="3259" actId="14100"/>
        <pc:sldMkLst>
          <pc:docMk/>
          <pc:sldMk cId="2061830983" sldId="284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773A2956-375E-4F3D-8FF9-44222280ABD9}" dt="2023-08-27T05:21:15.111" v="3321" actId="1076"/>
        <pc:sldMkLst>
          <pc:docMk/>
          <pc:sldMk cId="920556278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62578790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01306380" sldId="286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054216919" sldId="28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171580333" sldId="28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50021727" sldId="28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9FF6258F-8260-451D-925F-7EE58614B07F}"/>
    <pc:docChg chg="undo redo custSel addSld delSld modSld sldOrd">
      <pc:chgData name="Fernando Fontove" userId="39bcb981d82c3800" providerId="LiveId" clId="{9FF6258F-8260-451D-925F-7EE58614B07F}" dt="2023-08-20T07:43:22.317" v="3541" actId="20577"/>
      <pc:docMkLst>
        <pc:docMk/>
      </pc:docMkLst>
      <pc:sldChg chg="addSp delSp modSp mod">
        <pc:chgData name="Fernando Fontove" userId="39bcb981d82c3800" providerId="LiveId" clId="{9FF6258F-8260-451D-925F-7EE58614B07F}" dt="2023-08-20T07:41:27.701" v="3374" actId="113"/>
        <pc:sldMkLst>
          <pc:docMk/>
          <pc:sldMk cId="1905306405" sldId="262"/>
        </pc:sldMkLst>
      </pc:sldChg>
      <pc:sldChg chg="addSp modSp mod">
        <pc:chgData name="Fernando Fontove" userId="39bcb981d82c3800" providerId="LiveId" clId="{9FF6258F-8260-451D-925F-7EE58614B07F}" dt="2023-08-20T06:33:02.271" v="330" actId="113"/>
        <pc:sldMkLst>
          <pc:docMk/>
          <pc:sldMk cId="3211320243" sldId="263"/>
        </pc:sldMkLst>
      </pc:sldChg>
      <pc:sldChg chg="modSp add del mod">
        <pc:chgData name="Fernando Fontove" userId="39bcb981d82c3800" providerId="LiveId" clId="{9FF6258F-8260-451D-925F-7EE58614B07F}" dt="2023-08-20T07:41:34.606" v="3376" actId="113"/>
        <pc:sldMkLst>
          <pc:docMk/>
          <pc:sldMk cId="2748836241" sldId="264"/>
        </pc:sldMkLst>
      </pc:sldChg>
      <pc:sldChg chg="modSp add mod">
        <pc:chgData name="Fernando Fontove" userId="39bcb981d82c3800" providerId="LiveId" clId="{9FF6258F-8260-451D-925F-7EE58614B07F}" dt="2023-08-20T06:39:20.112" v="1007" actId="20577"/>
        <pc:sldMkLst>
          <pc:docMk/>
          <pc:sldMk cId="3538344461" sldId="265"/>
        </pc:sldMkLst>
      </pc:sldChg>
      <pc:sldChg chg="modSp add mod">
        <pc:chgData name="Fernando Fontove" userId="39bcb981d82c3800" providerId="LiveId" clId="{9FF6258F-8260-451D-925F-7EE58614B07F}" dt="2023-08-20T06:35:44.511" v="592" actId="113"/>
        <pc:sldMkLst>
          <pc:docMk/>
          <pc:sldMk cId="164792882" sldId="266"/>
        </pc:sldMkLst>
      </pc:sldChg>
      <pc:sldChg chg="modSp add mod">
        <pc:chgData name="Fernando Fontove" userId="39bcb981d82c3800" providerId="LiveId" clId="{9FF6258F-8260-451D-925F-7EE58614B07F}" dt="2023-08-20T06:39:24.792" v="1009" actId="20577"/>
        <pc:sldMkLst>
          <pc:docMk/>
          <pc:sldMk cId="3409955188" sldId="267"/>
        </pc:sldMkLst>
      </pc:sldChg>
      <pc:sldChg chg="addSp modSp add mod">
        <pc:chgData name="Fernando Fontove" userId="39bcb981d82c3800" providerId="LiveId" clId="{9FF6258F-8260-451D-925F-7EE58614B07F}" dt="2023-08-20T06:46:30.040" v="1305" actId="6549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9FF6258F-8260-451D-925F-7EE58614B07F}" dt="2023-08-20T06:51:57.095" v="1512" actId="478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9FF6258F-8260-451D-925F-7EE58614B07F}" dt="2023-08-20T06:52:14.039" v="1520" actId="478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9FF6258F-8260-451D-925F-7EE58614B07F}" dt="2023-08-20T06:53:02.482" v="1587" actId="1076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9FF6258F-8260-451D-925F-7EE58614B07F}" dt="2023-08-20T06:59:30.462" v="1779" actId="20577"/>
        <pc:sldMkLst>
          <pc:docMk/>
          <pc:sldMk cId="2854023657" sldId="272"/>
        </pc:sldMkLst>
      </pc:sldChg>
      <pc:sldChg chg="addSp delSp modSp add mod">
        <pc:chgData name="Fernando Fontove" userId="39bcb981d82c3800" providerId="LiveId" clId="{9FF6258F-8260-451D-925F-7EE58614B07F}" dt="2023-08-20T07:01:49.701" v="1888" actId="1076"/>
        <pc:sldMkLst>
          <pc:docMk/>
          <pc:sldMk cId="3260095051" sldId="273"/>
        </pc:sldMkLst>
      </pc:sldChg>
      <pc:sldChg chg="addSp delSp modSp add mod">
        <pc:chgData name="Fernando Fontove" userId="39bcb981d82c3800" providerId="LiveId" clId="{9FF6258F-8260-451D-925F-7EE58614B07F}" dt="2023-08-20T07:03:49.541" v="2051" actId="1035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9FF6258F-8260-451D-925F-7EE58614B07F}" dt="2023-08-20T07:04:41.846" v="2059" actId="478"/>
        <pc:sldMkLst>
          <pc:docMk/>
          <pc:sldMk cId="2509672677" sldId="275"/>
        </pc:sldMkLst>
      </pc:sldChg>
      <pc:sldChg chg="add">
        <pc:chgData name="Fernando Fontove" userId="39bcb981d82c3800" providerId="LiveId" clId="{9FF6258F-8260-451D-925F-7EE58614B07F}" dt="2023-08-20T07:04:36.107" v="2056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9FF6258F-8260-451D-925F-7EE58614B07F}" dt="2023-08-20T07:14:31.633" v="2216" actId="1076"/>
        <pc:sldMkLst>
          <pc:docMk/>
          <pc:sldMk cId="2897022490" sldId="277"/>
        </pc:sldMkLst>
      </pc:sldChg>
      <pc:sldChg chg="addSp delSp modSp add mod">
        <pc:chgData name="Fernando Fontove" userId="39bcb981d82c3800" providerId="LiveId" clId="{9FF6258F-8260-451D-925F-7EE58614B07F}" dt="2023-08-20T07:18:27.483" v="2467" actId="14100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9FF6258F-8260-451D-925F-7EE58614B07F}" dt="2023-08-20T07:20:33.831" v="2589" actId="1076"/>
        <pc:sldMkLst>
          <pc:docMk/>
          <pc:sldMk cId="3569834345" sldId="279"/>
        </pc:sldMkLst>
      </pc:sldChg>
      <pc:sldChg chg="addSp delSp modSp add mod">
        <pc:chgData name="Fernando Fontove" userId="39bcb981d82c3800" providerId="LiveId" clId="{9FF6258F-8260-451D-925F-7EE58614B07F}" dt="2023-08-20T07:21:18.168" v="2641" actId="14100"/>
        <pc:sldMkLst>
          <pc:docMk/>
          <pc:sldMk cId="2952870153" sldId="280"/>
        </pc:sldMkLst>
      </pc:sldChg>
      <pc:sldChg chg="addSp delSp modSp add mod">
        <pc:chgData name="Fernando Fontove" userId="39bcb981d82c3800" providerId="LiveId" clId="{9FF6258F-8260-451D-925F-7EE58614B07F}" dt="2023-08-20T07:25:46.828" v="2753" actId="732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9FF6258F-8260-451D-925F-7EE58614B07F}" dt="2023-08-20T07:28:26.009" v="2906" actId="1076"/>
        <pc:sldMkLst>
          <pc:docMk/>
          <pc:sldMk cId="3911022418" sldId="282"/>
        </pc:sldMkLst>
      </pc:sldChg>
      <pc:sldChg chg="addSp delSp modSp add mod ord">
        <pc:chgData name="Fernando Fontove" userId="39bcb981d82c3800" providerId="LiveId" clId="{9FF6258F-8260-451D-925F-7EE58614B07F}" dt="2023-08-20T07:30:12.334" v="2991" actId="1076"/>
        <pc:sldMkLst>
          <pc:docMk/>
          <pc:sldMk cId="879351787" sldId="283"/>
        </pc:sldMkLst>
      </pc:sldChg>
      <pc:sldChg chg="modSp add del mod">
        <pc:chgData name="Fernando Fontove" userId="39bcb981d82c3800" providerId="LiveId" clId="{9FF6258F-8260-451D-925F-7EE58614B07F}" dt="2023-08-20T07:29:01.032" v="2912"/>
        <pc:sldMkLst>
          <pc:docMk/>
          <pc:sldMk cId="2049057121" sldId="283"/>
        </pc:sldMkLst>
      </pc:sldChg>
      <pc:sldChg chg="addSp delSp modSp add mod">
        <pc:chgData name="Fernando Fontove" userId="39bcb981d82c3800" providerId="LiveId" clId="{9FF6258F-8260-451D-925F-7EE58614B07F}" dt="2023-08-20T07:33:52.229" v="3146" actId="478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9FF6258F-8260-451D-925F-7EE58614B07F}" dt="2023-08-20T07:35:24.005" v="3157" actId="14100"/>
        <pc:sldMkLst>
          <pc:docMk/>
          <pc:sldMk cId="2962578790" sldId="285"/>
        </pc:sldMkLst>
      </pc:sldChg>
      <pc:sldChg chg="addSp modSp add mod">
        <pc:chgData name="Fernando Fontove" userId="39bcb981d82c3800" providerId="LiveId" clId="{9FF6258F-8260-451D-925F-7EE58614B07F}" dt="2023-08-20T07:34:29.268" v="3150" actId="14100"/>
        <pc:sldMkLst>
          <pc:docMk/>
          <pc:sldMk cId="1501306380" sldId="286"/>
        </pc:sldMkLst>
      </pc:sldChg>
      <pc:sldChg chg="addSp delSp modSp add mod modNotesTx">
        <pc:chgData name="Fernando Fontove" userId="39bcb981d82c3800" providerId="LiveId" clId="{9FF6258F-8260-451D-925F-7EE58614B07F}" dt="2023-08-20T07:38:34.685" v="3287" actId="20577"/>
        <pc:sldMkLst>
          <pc:docMk/>
          <pc:sldMk cId="3054216919" sldId="287"/>
        </pc:sldMkLst>
      </pc:sldChg>
      <pc:sldChg chg="addSp delSp modSp add mod">
        <pc:chgData name="Fernando Fontove" userId="39bcb981d82c3800" providerId="LiveId" clId="{9FF6258F-8260-451D-925F-7EE58614B07F}" dt="2023-08-20T07:39:51.566" v="3322" actId="14100"/>
        <pc:sldMkLst>
          <pc:docMk/>
          <pc:sldMk cId="2171580333" sldId="288"/>
        </pc:sldMkLst>
      </pc:sldChg>
      <pc:sldChg chg="modSp new mod">
        <pc:chgData name="Fernando Fontove" userId="39bcb981d82c3800" providerId="LiveId" clId="{9FF6258F-8260-451D-925F-7EE58614B07F}" dt="2023-08-20T07:43:00.109" v="3522" actId="20577"/>
        <pc:sldMkLst>
          <pc:docMk/>
          <pc:sldMk cId="3550021727" sldId="289"/>
        </pc:sldMkLst>
      </pc:sldChg>
      <pc:sldChg chg="modSp add mod">
        <pc:chgData name="Fernando Fontove" userId="39bcb981d82c3800" providerId="LiveId" clId="{9FF6258F-8260-451D-925F-7EE58614B07F}" dt="2023-08-20T07:43:22.317" v="3541" actId="20577"/>
        <pc:sldMkLst>
          <pc:docMk/>
          <pc:sldMk cId="3792986629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913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Introducción a Python: Algoritmos 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Un algoritmo es una serie de pasos que se realizan para llevar a cabo una tarea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3522FA-CE16-7465-E048-005DE3D27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596776"/>
            <a:ext cx="6761100" cy="3117274"/>
          </a:xfrm>
        </p:spPr>
        <p:txBody>
          <a:bodyPr/>
          <a:lstStyle/>
          <a:p>
            <a:r>
              <a:rPr lang="es-MX" dirty="0"/>
              <a:t>Preparar un </a:t>
            </a:r>
            <a:r>
              <a:rPr lang="es-MX" dirty="0" err="1"/>
              <a:t>sandwich</a:t>
            </a:r>
            <a:endParaRPr lang="es-MX" dirty="0"/>
          </a:p>
          <a:p>
            <a:r>
              <a:rPr lang="es-MX" dirty="0"/>
              <a:t>Aprender un tema</a:t>
            </a:r>
          </a:p>
          <a:p>
            <a:r>
              <a:rPr lang="es-MX" dirty="0"/>
              <a:t>Estudiar para un examen</a:t>
            </a:r>
          </a:p>
          <a:p>
            <a:r>
              <a:rPr lang="es-MX" dirty="0"/>
              <a:t>Subirte a una bicicleta</a:t>
            </a:r>
          </a:p>
          <a:p>
            <a:r>
              <a:rPr lang="es-MX" dirty="0"/>
              <a:t>Decidir qué video recomendarle a una persona</a:t>
            </a:r>
          </a:p>
          <a:p>
            <a:r>
              <a:rPr lang="es-MX" dirty="0"/>
              <a:t>Encontrar los genes en una secuencia de ADN</a:t>
            </a:r>
          </a:p>
        </p:txBody>
      </p:sp>
    </p:spTree>
    <p:extLst>
      <p:ext uri="{BB962C8B-B14F-4D97-AF65-F5344CB8AC3E}">
        <p14:creationId xmlns:p14="http://schemas.microsoft.com/office/powerpoint/2010/main" val="190530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36A12-9F57-5A1E-3299-BC3D150D2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pseudocódigo es una descripción del algoritmo “de alto nivel”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24219-0A40-2BC9-4FA9-2F0835FAC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No hay reglas de cómo hacerlos</a:t>
            </a:r>
          </a:p>
          <a:p>
            <a:r>
              <a:rPr lang="es-MX" dirty="0"/>
              <a:t>El punto es dejar claro qué se debe hacer en cada paso sin ser exhaustivos</a:t>
            </a:r>
          </a:p>
          <a:p>
            <a:r>
              <a:rPr lang="es-MX" dirty="0"/>
              <a:t>La sintaxis no es relevante</a:t>
            </a:r>
          </a:p>
          <a:p>
            <a:pPr lvl="1"/>
            <a:r>
              <a:rPr lang="es-MX" dirty="0"/>
              <a:t>Aplicar la sintaxis de un lenguaje (por ejemplo, Python) es lo que lo convierte en código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A0325-2093-CCB4-4009-3D719DCC40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8150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66302-64C0-CA72-8088-931A34F8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234049"/>
            <a:ext cx="6761100" cy="857400"/>
          </a:xfrm>
        </p:spPr>
        <p:txBody>
          <a:bodyPr/>
          <a:lstStyle/>
          <a:p>
            <a:r>
              <a:rPr lang="es-MX" dirty="0"/>
              <a:t>Ejemplo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4BEF0-7FEC-DBCC-FE54-7819F03DF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384634"/>
            <a:ext cx="6761100" cy="2980500"/>
          </a:xfrm>
        </p:spPr>
        <p:txBody>
          <a:bodyPr/>
          <a:lstStyle/>
          <a:p>
            <a:r>
              <a:rPr lang="es-MX" dirty="0"/>
              <a:t>Pseudocódigo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Código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21571-2FFC-154A-9324-34A40DDE34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0AE485-488E-C29C-EDBF-839FB2D40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95" y="2012217"/>
            <a:ext cx="6516009" cy="914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A3FBFB-CD5F-3CCB-68BE-D83C292EB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95" y="3693152"/>
            <a:ext cx="2476846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4CAB-D265-9C21-4878-6C2BB52F2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479317"/>
            <a:ext cx="6761100" cy="857400"/>
          </a:xfrm>
        </p:spPr>
        <p:txBody>
          <a:bodyPr/>
          <a:lstStyle/>
          <a:p>
            <a:r>
              <a:rPr lang="es-MX" dirty="0"/>
              <a:t>Es buena idea comentar el código con pedazos del pseudocódigo para poder entender rápido qué está pasando en cada paso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AC117-93D9-D0A1-E6EF-5B638532A7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04CFEC-6C71-2BF9-F668-785CF515A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52" y="2644198"/>
            <a:ext cx="6563641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8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B10A-B9B6-0F2F-4A01-5BC7B7A4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2: operador módulo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75974-B366-FA44-B797-6D64A94A70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FF701-FEAA-CDA8-170D-427D3FCB1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865" y="2067054"/>
            <a:ext cx="3896269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194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FE09-886D-18D7-5C1E-A2036F54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22117"/>
            <a:ext cx="6761100" cy="857400"/>
          </a:xfrm>
        </p:spPr>
        <p:txBody>
          <a:bodyPr/>
          <a:lstStyle/>
          <a:p>
            <a:r>
              <a:rPr lang="en-US" dirty="0"/>
              <a:t>C</a:t>
            </a:r>
            <a:r>
              <a:rPr lang="es-MX" dirty="0" err="1"/>
              <a:t>ómo</a:t>
            </a:r>
            <a:r>
              <a:rPr lang="es-MX" dirty="0"/>
              <a:t> podemos modificar el código para que calcule el módulo de cualquier base?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E43D7-38EC-7BD9-5A2F-58F2E63FB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8410" y="1733550"/>
            <a:ext cx="2750989" cy="2980500"/>
          </a:xfrm>
        </p:spPr>
        <p:txBody>
          <a:bodyPr/>
          <a:lstStyle/>
          <a:p>
            <a:pPr marL="76200" indent="0">
              <a:buNone/>
            </a:pPr>
            <a:r>
              <a:rPr lang="es-MX" dirty="0"/>
              <a:t>Casos de prueba</a:t>
            </a:r>
          </a:p>
          <a:p>
            <a:r>
              <a:rPr lang="es-MX" dirty="0"/>
              <a:t>5%3 == 2</a:t>
            </a:r>
          </a:p>
          <a:p>
            <a:r>
              <a:rPr lang="es-MX" dirty="0"/>
              <a:t>3%3 == 0</a:t>
            </a:r>
          </a:p>
          <a:p>
            <a:r>
              <a:rPr lang="es-MX" dirty="0"/>
              <a:t>4%3 == 1</a:t>
            </a:r>
          </a:p>
          <a:p>
            <a:r>
              <a:rPr lang="es-MX" dirty="0"/>
              <a:t>1%3 == 1</a:t>
            </a:r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C81C6-B5C0-02CE-7C7A-3D9FFB8DDD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0CCF1E-5E68-72CD-CC4E-AB18A5F00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2247528"/>
            <a:ext cx="3896269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15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F559-7D18-27C0-661A-E52848E4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10085"/>
            <a:ext cx="6761100" cy="857400"/>
          </a:xfrm>
        </p:spPr>
        <p:txBody>
          <a:bodyPr/>
          <a:lstStyle/>
          <a:p>
            <a:r>
              <a:rPr lang="es-MX" dirty="0"/>
              <a:t>Código ASCII es una tabla que nos dice cómo se representa cada símbolo dentro de la computadora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AC4BB-EB05-2DE9-066F-3314C60D8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33" y="4634136"/>
            <a:ext cx="6761100" cy="172129"/>
          </a:xfrm>
        </p:spPr>
        <p:txBody>
          <a:bodyPr/>
          <a:lstStyle/>
          <a:p>
            <a:r>
              <a:rPr lang="es-MX" dirty="0"/>
              <a:t>https://es.wikipedia.org/wiki/ASCII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32BF8-079B-2F61-5588-FBCD4103E1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D0A125-A09A-56DB-8E06-3971F2D6D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636"/>
          <a:stretch/>
        </p:blipFill>
        <p:spPr>
          <a:xfrm>
            <a:off x="36829" y="1867485"/>
            <a:ext cx="9107171" cy="289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51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1CB4-63CF-F7D8-DF95-9B37925DE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67975"/>
            <a:ext cx="6761100" cy="857400"/>
          </a:xfrm>
        </p:spPr>
        <p:txBody>
          <a:bodyPr/>
          <a:lstStyle/>
          <a:p>
            <a:r>
              <a:rPr lang="es-MX" dirty="0"/>
              <a:t>Está acomodado de manera que símbolos similares tengan números consecutivos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C87BD-B3D5-702E-68B5-E5C0948FE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985210"/>
            <a:ext cx="6761100" cy="2728839"/>
          </a:xfrm>
        </p:spPr>
        <p:txBody>
          <a:bodyPr/>
          <a:lstStyle/>
          <a:p>
            <a:r>
              <a:rPr lang="es-MX" dirty="0"/>
              <a:t>Números 0 al 9 </a:t>
            </a:r>
            <a:r>
              <a:rPr lang="en-US" dirty="0"/>
              <a:t>~</a:t>
            </a:r>
            <a:r>
              <a:rPr lang="es-MX" dirty="0"/>
              <a:t> 48 al 57</a:t>
            </a:r>
          </a:p>
          <a:p>
            <a:r>
              <a:rPr lang="es-MX" dirty="0"/>
              <a:t>Minúsculas a – z ~ 97 al 122</a:t>
            </a:r>
          </a:p>
          <a:p>
            <a:r>
              <a:rPr lang="es-MX" dirty="0"/>
              <a:t>Mayúsculas A – Z </a:t>
            </a:r>
            <a:r>
              <a:rPr lang="en-US" dirty="0"/>
              <a:t>~ 65 al 90</a:t>
            </a:r>
          </a:p>
          <a:p>
            <a:r>
              <a:rPr lang="es-MX" dirty="0"/>
              <a:t>Esto permite</a:t>
            </a:r>
          </a:p>
          <a:p>
            <a:pPr lvl="1"/>
            <a:r>
              <a:rPr lang="en-US" dirty="0"/>
              <a:t>A = a +32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AA519-05CC-A5DA-C25A-E228CB5F22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4112A3B-13A8-55B8-AA45-A1B24BF063F9}"/>
              </a:ext>
            </a:extLst>
          </p:cNvPr>
          <p:cNvSpPr txBox="1">
            <a:spLocks/>
          </p:cNvSpPr>
          <p:nvPr/>
        </p:nvSpPr>
        <p:spPr>
          <a:xfrm>
            <a:off x="3056021" y="3318126"/>
            <a:ext cx="4924695" cy="135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r>
              <a:rPr lang="en-US" dirty="0"/>
              <a:t>En general </a:t>
            </a:r>
          </a:p>
          <a:p>
            <a:pPr lvl="1"/>
            <a:r>
              <a:rPr lang="en-US" dirty="0"/>
              <a:t>May</a:t>
            </a:r>
            <a:r>
              <a:rPr lang="es-MX" dirty="0" err="1"/>
              <a:t>úscula</a:t>
            </a:r>
            <a:r>
              <a:rPr lang="es-MX" dirty="0"/>
              <a:t> </a:t>
            </a:r>
            <a:r>
              <a:rPr lang="en-US" dirty="0"/>
              <a:t>= </a:t>
            </a:r>
            <a:r>
              <a:rPr lang="es-MX" dirty="0"/>
              <a:t>minúscula - 32</a:t>
            </a:r>
          </a:p>
          <a:p>
            <a:pPr lvl="1"/>
            <a:r>
              <a:rPr lang="es-MX" dirty="0"/>
              <a:t>minúscula = Mayúscula +32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F047-97A5-4463-BC9E-C9A21BD7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ASCII en Python: </a:t>
            </a:r>
            <a:r>
              <a:rPr lang="es-MX" dirty="0" err="1"/>
              <a:t>ord</a:t>
            </a:r>
            <a:r>
              <a:rPr lang="es-MX" dirty="0"/>
              <a:t>() y </a:t>
            </a:r>
            <a:r>
              <a:rPr lang="es-MX" dirty="0" err="1"/>
              <a:t>chr</a:t>
            </a:r>
            <a:r>
              <a:rPr lang="es-MX" dirty="0"/>
              <a:t>()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8EA96-3F70-6CB5-B95E-A378282B3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ord</a:t>
            </a:r>
            <a:r>
              <a:rPr lang="es-MX" dirty="0"/>
              <a:t>() da el valor en ASCII de una letra</a:t>
            </a:r>
          </a:p>
          <a:p>
            <a:r>
              <a:rPr lang="es-MX" dirty="0" err="1"/>
              <a:t>chr</a:t>
            </a:r>
            <a:r>
              <a:rPr lang="es-MX" dirty="0"/>
              <a:t>() convierte en letra un valor según su código</a:t>
            </a:r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E8D44-041F-7A9E-DCA4-BA77EFD39A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A6349A-29E9-DAE5-AA39-C9AD760587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4" t="4681"/>
          <a:stretch/>
        </p:blipFill>
        <p:spPr>
          <a:xfrm>
            <a:off x="3296653" y="2839451"/>
            <a:ext cx="1811498" cy="128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67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5D15-2E76-A122-A5A1-A4DC8C44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Implementación </a:t>
            </a:r>
            <a:r>
              <a:rPr lang="es-MX" dirty="0" err="1"/>
              <a:t>capitalize</a:t>
            </a:r>
            <a:r>
              <a:rPr lang="es-MX" dirty="0"/>
              <a:t>()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A0F88-F4CC-2030-C558-0222DD0BB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947736"/>
            <a:ext cx="6761100" cy="1766313"/>
          </a:xfrm>
        </p:spPr>
        <p:txBody>
          <a:bodyPr/>
          <a:lstStyle/>
          <a:p>
            <a:r>
              <a:rPr lang="es-MX" dirty="0"/>
              <a:t>Hacer esto pone la primera letra como “H” sin importar si es “h” u otra letra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626AA-9567-E341-08CA-6AC7382C7B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41AB47-4C28-CD0D-1C32-978ADDD3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257" y="1912989"/>
            <a:ext cx="4021186" cy="65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26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5D15-2E76-A122-A5A1-A4DC8C44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Implementación </a:t>
            </a:r>
            <a:r>
              <a:rPr lang="es-MX" dirty="0" err="1"/>
              <a:t>capitalize</a:t>
            </a:r>
            <a:r>
              <a:rPr lang="es-MX" dirty="0"/>
              <a:t>()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A0F88-F4CC-2030-C558-0222DD0BB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947736"/>
            <a:ext cx="6761100" cy="1766313"/>
          </a:xfrm>
        </p:spPr>
        <p:txBody>
          <a:bodyPr/>
          <a:lstStyle/>
          <a:p>
            <a:r>
              <a:rPr lang="es-MX" dirty="0"/>
              <a:t>Todas las minúsculas se convierten en mayúsculas, pero qué pasa con las mayúsculas?</a:t>
            </a:r>
          </a:p>
          <a:p>
            <a:r>
              <a:rPr lang="es-MX" dirty="0"/>
              <a:t>‘Hola’ se convierte en ‘(ola’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626AA-9567-E341-08CA-6AC7382C7B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531A2-41E3-6C7D-4DA1-386AC1DC8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339" y="1851728"/>
            <a:ext cx="3999021" cy="99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29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670-2BDD-298E-33A8-12044708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Implementación </a:t>
            </a:r>
            <a:r>
              <a:rPr lang="es-MX" dirty="0" err="1"/>
              <a:t>capitalize</a:t>
            </a:r>
            <a:r>
              <a:rPr lang="es-MX" dirty="0"/>
              <a:t>()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49D8A-3889-D61C-3147-525C897AA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DEF8C-6A03-7134-E481-2693A7F08D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BF3E14-DB04-1CC4-A3E0-1F0364E36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41" y="1797133"/>
            <a:ext cx="6453417" cy="258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40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920A-A8F3-3ABB-0E00-5B8EC3B09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59590"/>
            <a:ext cx="6761100" cy="857400"/>
          </a:xfrm>
        </p:spPr>
        <p:txBody>
          <a:bodyPr/>
          <a:lstStyle/>
          <a:p>
            <a:r>
              <a:rPr lang="es-MX" dirty="0"/>
              <a:t>Implementación </a:t>
            </a:r>
            <a:r>
              <a:rPr lang="es-MX" dirty="0" err="1"/>
              <a:t>capitalize</a:t>
            </a:r>
            <a:r>
              <a:rPr lang="es-MX" dirty="0"/>
              <a:t>()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F8EC7-9FE8-53A2-8E74-4EDA66937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081500"/>
            <a:ext cx="6761100" cy="2980500"/>
          </a:xfrm>
        </p:spPr>
        <p:txBody>
          <a:bodyPr/>
          <a:lstStyle/>
          <a:p>
            <a:r>
              <a:rPr lang="es-MX" dirty="0"/>
              <a:t>Es importante pensar en ejemplos ilustrativos que nos muestren si el código está funcionando</a:t>
            </a:r>
          </a:p>
          <a:p>
            <a:r>
              <a:rPr lang="es-MX" dirty="0"/>
              <a:t>En este caso las pruebas preguntaban</a:t>
            </a:r>
          </a:p>
          <a:p>
            <a:pPr lvl="1"/>
            <a:r>
              <a:rPr lang="es-MX" dirty="0"/>
              <a:t>Podemos convertir una “h” en mayúscula?</a:t>
            </a:r>
          </a:p>
          <a:p>
            <a:pPr lvl="1"/>
            <a:r>
              <a:rPr lang="es-MX" dirty="0"/>
              <a:t>Podemos convertir cualquier letra en mayúscula?</a:t>
            </a:r>
          </a:p>
          <a:p>
            <a:pPr lvl="1"/>
            <a:r>
              <a:rPr lang="es-MX" dirty="0"/>
              <a:t>Qué pasa si la letra ya era mayúscula?</a:t>
            </a:r>
          </a:p>
          <a:p>
            <a:r>
              <a:rPr lang="es-MX" dirty="0"/>
              <a:t>Siempre podríamos hacer más:</a:t>
            </a:r>
          </a:p>
          <a:p>
            <a:pPr lvl="1"/>
            <a:r>
              <a:rPr lang="es-MX" dirty="0"/>
              <a:t>Qué pasa con los símbolos?</a:t>
            </a:r>
          </a:p>
          <a:p>
            <a:pPr lvl="1"/>
            <a:r>
              <a:rPr lang="es-MX" dirty="0"/>
              <a:t>Si tiene un espacio?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2ADE4-CF18-61E1-B947-D3467D0F1E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7310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EEF-17D1-E552-6CB2-A67D88DDD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 una buena práctica evitar usar constantes sin darles contexto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2D915-F9E3-6886-5623-2BD0C51DB4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54F21-F05D-D17B-7C9A-8487D8A46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41" y="1930906"/>
            <a:ext cx="6453417" cy="258578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A596A5E-72B4-F46D-478D-0B5419492E3A}"/>
              </a:ext>
            </a:extLst>
          </p:cNvPr>
          <p:cNvSpPr/>
          <p:nvPr/>
        </p:nvSpPr>
        <p:spPr>
          <a:xfrm>
            <a:off x="1809206" y="2704011"/>
            <a:ext cx="313508" cy="3135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773C11-81A1-E2D4-8324-E477375E6CEF}"/>
              </a:ext>
            </a:extLst>
          </p:cNvPr>
          <p:cNvSpPr/>
          <p:nvPr/>
        </p:nvSpPr>
        <p:spPr>
          <a:xfrm>
            <a:off x="6775269" y="2704010"/>
            <a:ext cx="455022" cy="3135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6F726B-DDBC-370F-4D63-6156A7AAA8E9}"/>
              </a:ext>
            </a:extLst>
          </p:cNvPr>
          <p:cNvSpPr/>
          <p:nvPr/>
        </p:nvSpPr>
        <p:spPr>
          <a:xfrm>
            <a:off x="5064034" y="3223799"/>
            <a:ext cx="313508" cy="3135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0700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3066-EE8B-221B-847A-8EE0D1A1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 una buena práctica evitar usar constantes sin darles contexto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1FE01-2318-326E-ADF2-AE7432B3E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2D48-DFF2-5D4C-B467-64E3CD8B6F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DA4755-72D6-EC7B-6E38-4850EE0D9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1839911"/>
            <a:ext cx="7165415" cy="85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90EEF9-5731-D58F-9516-2BE982198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00" y="3013800"/>
            <a:ext cx="8280037" cy="8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07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B256-8FA1-3362-B105-6EBF5592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876150"/>
            <a:ext cx="6761100" cy="857400"/>
          </a:xfrm>
        </p:spPr>
        <p:txBody>
          <a:bodyPr/>
          <a:lstStyle/>
          <a:p>
            <a:r>
              <a:rPr lang="es-MX" dirty="0"/>
              <a:t>Para las desigualdades, Python permite aplicar varias al mismo tiempo para una presentación más limpia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5E410-C1DF-C9F9-E88B-E9A19AEB8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96682-F528-F109-0337-1FF2F1CF9C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952FE8-5AAA-07CD-2291-C9D133EC8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81" y="2970103"/>
            <a:ext cx="5492514" cy="321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18594C-BBE0-526E-28B0-E5AB6D77D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80" y="2343265"/>
            <a:ext cx="7802141" cy="29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23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0E18F-74D0-5489-575E-530279D2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i="1" dirty="0" err="1"/>
              <a:t>Debugging</a:t>
            </a:r>
            <a:r>
              <a:rPr lang="es-MX" i="1" dirty="0"/>
              <a:t> </a:t>
            </a:r>
            <a:r>
              <a:rPr lang="es-MX" dirty="0"/>
              <a:t>es el proceso para encontrar errores en el código</a:t>
            </a:r>
            <a:endParaRPr lang="es-MX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0AD5E-87E8-CF79-FF10-6DE90E5D4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 mayoría de los IDE cuentan con un </a:t>
            </a:r>
            <a:r>
              <a:rPr lang="es-MX" i="1" dirty="0"/>
              <a:t>modo </a:t>
            </a:r>
            <a:r>
              <a:rPr lang="es-MX" i="1" dirty="0" err="1"/>
              <a:t>debug</a:t>
            </a:r>
            <a:r>
              <a:rPr lang="es-MX" dirty="0"/>
              <a:t> donde se corre el código paso a paso</a:t>
            </a:r>
          </a:p>
          <a:p>
            <a:r>
              <a:rPr lang="es-MX" dirty="0"/>
              <a:t>Es mucho más intenso y lento para la computadora</a:t>
            </a:r>
          </a:p>
          <a:p>
            <a:r>
              <a:rPr lang="es-MX" dirty="0"/>
              <a:t>Cada IDE puede que haga cosas ligeramente diferentes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F6B55-5865-7B76-E72A-9A122F52C6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91896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30E43-5732-7ECA-C35F-E8928BC2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52083"/>
            <a:ext cx="6761100" cy="857400"/>
          </a:xfrm>
        </p:spPr>
        <p:txBody>
          <a:bodyPr/>
          <a:lstStyle/>
          <a:p>
            <a:r>
              <a:rPr lang="es-MX" dirty="0" err="1"/>
              <a:t>Debugging</a:t>
            </a:r>
            <a:r>
              <a:rPr lang="es-MX" dirty="0"/>
              <a:t>: correr en modo </a:t>
            </a:r>
            <a:r>
              <a:rPr lang="es-MX" dirty="0" err="1"/>
              <a:t>debug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CB389-CAA1-43F5-9958-0B45BAEFF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F2D13-884A-F163-A32E-5BC0C464DC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349587-FA16-634D-C6B4-1451BD258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00" y="2761918"/>
            <a:ext cx="6430272" cy="2381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737797-8840-179D-3C61-310242061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02" y="909483"/>
            <a:ext cx="5849166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364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ED60-FAB6-70EE-6882-E94DA27F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429450"/>
            <a:ext cx="6761100" cy="857400"/>
          </a:xfrm>
        </p:spPr>
        <p:txBody>
          <a:bodyPr/>
          <a:lstStyle/>
          <a:p>
            <a:r>
              <a:rPr lang="es-MX" i="1" dirty="0" err="1"/>
              <a:t>Debug</a:t>
            </a:r>
            <a:r>
              <a:rPr lang="es-MX" i="1" dirty="0"/>
              <a:t>: </a:t>
            </a:r>
            <a:r>
              <a:rPr lang="es-MX" dirty="0" err="1"/>
              <a:t>breakpoint</a:t>
            </a:r>
            <a:endParaRPr lang="es-MX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3F2B7-23E3-8DC2-C47D-018C89900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442605"/>
            <a:ext cx="6761100" cy="2980500"/>
          </a:xfrm>
        </p:spPr>
        <p:txBody>
          <a:bodyPr/>
          <a:lstStyle/>
          <a:p>
            <a:r>
              <a:rPr lang="es-MX" dirty="0"/>
              <a:t>Le indica al IDE dónde detenerse</a:t>
            </a:r>
          </a:p>
          <a:p>
            <a:r>
              <a:rPr lang="es-MX" dirty="0"/>
              <a:t>Se pone dando </a:t>
            </a:r>
            <a:r>
              <a:rPr lang="es-MX" dirty="0" err="1"/>
              <a:t>click</a:t>
            </a:r>
            <a:r>
              <a:rPr lang="es-MX" dirty="0"/>
              <a:t> a la izquierda del número de línea</a:t>
            </a:r>
          </a:p>
          <a:p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1A668-A463-8B8B-E352-54D220C716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EF9D32-332C-E5DB-EF30-C1EB18371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88" y="2837008"/>
            <a:ext cx="5906324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81075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489</TotalTime>
  <Words>521</Words>
  <Application>Microsoft Office PowerPoint</Application>
  <PresentationFormat>On-screen Show (16:9)</PresentationFormat>
  <Paragraphs>86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Dosis ExtraLight</vt:lpstr>
      <vt:lpstr>Titillium Web Light</vt:lpstr>
      <vt:lpstr>Arial</vt:lpstr>
      <vt:lpstr>Mowbray template</vt:lpstr>
      <vt:lpstr>Introducción a Python: Algoritmos </vt:lpstr>
      <vt:lpstr>Un algoritmo es una serie de pasos que se realizan para llevar a cabo una tarea</vt:lpstr>
      <vt:lpstr>El pseudocódigo es una descripción del algoritmo “de alto nivel”</vt:lpstr>
      <vt:lpstr>Ejemplo</vt:lpstr>
      <vt:lpstr>Es buena idea comentar el código con pedazos del pseudocódigo para poder entender rápido qué está pasando en cada paso</vt:lpstr>
      <vt:lpstr>Ejemplo 2: operador módulo 2</vt:lpstr>
      <vt:lpstr>Cómo podemos modificar el código para que calcule el módulo de cualquier base?</vt:lpstr>
      <vt:lpstr>Código ASCII es una tabla que nos dice cómo se representa cada símbolo dentro de la computadora</vt:lpstr>
      <vt:lpstr>Está acomodado de manera que símbolos similares tengan números consecutivos</vt:lpstr>
      <vt:lpstr>ASCII en Python: ord() y chr()</vt:lpstr>
      <vt:lpstr>Implementación capitalize()</vt:lpstr>
      <vt:lpstr>Implementación capitalize()</vt:lpstr>
      <vt:lpstr>Implementación capitalize()</vt:lpstr>
      <vt:lpstr>Implementación capitalize()</vt:lpstr>
      <vt:lpstr>Es una buena práctica evitar usar constantes sin darles contexto</vt:lpstr>
      <vt:lpstr>Es una buena práctica evitar usar constantes sin darles contexto</vt:lpstr>
      <vt:lpstr>Para las desigualdades, Python permite aplicar varias al mismo tiempo para una presentación más limpia</vt:lpstr>
      <vt:lpstr>Debugging es el proceso para encontrar errores en el código</vt:lpstr>
      <vt:lpstr>Debugging: correr en modo debug</vt:lpstr>
      <vt:lpstr>Debug: breakpoint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Python: Variables</dc:title>
  <dc:creator>Fernando Fontove</dc:creator>
  <cp:lastModifiedBy>Fernando Fontove</cp:lastModifiedBy>
  <cp:revision>2</cp:revision>
  <dcterms:created xsi:type="dcterms:W3CDTF">2023-08-17T04:46:33Z</dcterms:created>
  <dcterms:modified xsi:type="dcterms:W3CDTF">2025-09-04T18:40:42Z</dcterms:modified>
</cp:coreProperties>
</file>